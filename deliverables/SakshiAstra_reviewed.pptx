
<file path=[Content_Types].xml><?xml version="1.0" encoding="utf-8"?>
<Types xmlns="http://schemas.openxmlformats.org/package/2006/content-types">
  <Default Extension="rels" ContentType="application/vnd.openxmlformats-package.relationships+xml"/>
  <Default Extension="xml" ContentType="application/xml"/>
  <Default Extension="vml" ContentType="application/vnd.openxmlformats-officedocument.vmlDrawing"/>
  <Default Extension="fntdata" ContentType="application/x-fontdata"/>
  <Default Extension="bmp" ContentType="image/bmp"/>
  <Default Extension="jpeg" ContentType="image/jpeg"/>
  <Default Extension="png" ContentType="image/png"/>
  <Default Extension="gif" ContentType="image/gif"/>
  <Default Extension="tif" ContentType="image/tif"/>
  <Default Extension="emf" ContentType="image/x-emf"/>
  <Default Extension="wmf" ContentType="image/x-wmf"/>
  <Default Extension="pct" ContentType="image/pct"/>
  <Default Extension="pcx" ContentType="image/pcx"/>
  <Default Extension="tga" ContentType="image/tga"/>
  <Default Extension="svg" ContentType="image/svg+xml"/>
  <Default Extension="webp" ContentType="image/webp"/>
  <Default Extension="avi" ContentType="video/avi"/>
  <Default Extension="wmv" ContentType="video/wmv"/>
  <Default Extension="mpg" ContentType="video/mpeg"/>
  <Default Extension="mpeg" ContentType="video/mpeg"/>
  <Default Extension="mp2" ContentType="video/mpeg"/>
  <Default Extension="mp4" ContentType="video/mpeg"/>
  <Default Extension="wma" ContentType="audio/x-ms-wma"/>
  <Default Extension="mid" ContentType="audio/unknown"/>
  <Default Extension="midi" ContentType="audio/unknown"/>
  <Default Extension="rmi" ContentType="audio/unknown"/>
  <Default Extension="mp3" ContentType="audio/unknown"/>
  <Default Extension="wav" ContentType="audio/wav"/>
  <Default Extension="bin" ContentType="application/vnd.openxmlformats-officedocument.oleObjec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Types>
</file>

<file path=_rels/.rels><?xml version="1.0" encoding="UTF-8" standalone="yes" ?>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Lst>
  <p:sldSz cx="12192000" cy="6858000"/>
  <p:notesSz cx="6858000" cy="9144000"/>
  <p:defaultTextStyle>
    <a:lvl1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1pPr>
    <a:lvl2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2pPr>
    <a:lvl3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3pPr>
    <a:lvl4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4pPr>
    <a:lvl5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5pPr>
    <a:lvl6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6pPr>
    <a:lvl7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7pPr>
    <a:lvl8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8pPr>
    <a:lvl9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9pPr>
  </p:defaultTextStyle>
</p:presentation>
</file>

<file path=ppt/presProps.xml><?xml version="1.0" encoding="utf-8"?>
<p:presentationP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howPr showNarration="1">
    <p:penClr>
      <a:srgbClr val="0000FF"/>
    </p:penClr>
  </p:showPr>
  <p:extLst>
    <p:ext uri="smNativeData">
      <pr:smAppRevision xmlns:pr="smNativeData" xmlns="smNativeData" dt="1790623572" val="1234" revOS="4"/>
      <pr:smFileRevision xmlns:pr="smNativeData" xmlns="smNativeData" dt="1790623572" val="101"/>
      <pr:guideOptions xmlns:pr="smNativeData" xmlns="smNativeData" dt="1790623572" snapToBorders="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lideViewPr>
    <p:cSldViewPr snapToGrid="0">
      <p:cViewPr>
        <p:scale>
          <a:sx n="80" d="100"/>
          <a:sy n="80" d="100"/>
        </p:scale>
        <p:origin x="-141" y="42"/>
      </p:cViewPr>
      <p:guideLst x="0" y="0">
        <p:guide orient="horz" pos="2160"/>
        <p:guide pos="3840"/>
      </p:guideLst>
    </p:cSldViewPr>
  </p:slideViewPr>
  <p:outlineViewPr>
    <p:cViewPr>
      <p:scale>
        <a:sx n="33" d="100"/>
        <a:sy n="33" d="100"/>
      </p:scale>
      <p:origin x="0" y="0"/>
    </p:cViewPr>
  </p:outlineViewPr>
  <p:sorterViewPr>
    <p:cViewPr>
      <p:scale>
        <a:sx n="15" d="100"/>
        <a:sy n="15" d="100"/>
      </p:scale>
      <p:origin x="0" y="0"/>
    </p:cViewPr>
  </p:sorterViewPr>
  <p:notesViewPr>
    <p:cSldViewPr snapToGrid="0">
      <p:cViewPr>
        <p:scale>
          <a:sx n="80" d="100"/>
          <a:sy n="80" d="100"/>
        </p:scale>
        <p:origin x="-141" y="42"/>
      </p:cViewPr>
    </p:cSldViewPr>
  </p:notesViewPr>
  <p:gridSpacing cx="78028800" cy="78028800"/>
</p:viewPr>
</file>

<file path=ppt/_rels/presentation.xml.rels><?xml version="1.0" encoding="UTF-8" standalone="yes" ?>
<Relationships xmlns="http://schemas.openxmlformats.org/package/2006/relationships"><Relationship Id="rId1" Type="http://schemas.openxmlformats.org/officeDocument/2006/relationships/theme" Target="theme/theme1.xml"/><Relationship Id="rId2" Type="http://schemas.openxmlformats.org/officeDocument/2006/relationships/tableStyles" Target="tableStyles.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notesMasters/_rels/notesMaster1.xml.rels><?xml version="1.0" encoding="UTF-8" standalone="yes" ?>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cSld>
    <p:bg>
      <p:bgPr>
        <a:solidFill>
          <a:srgbClr val="FFFFFF"/>
        </a:solidFill>
        <a:effectLst/>
      </p:bgPr>
    </p:bg>
    <p:spTree>
      <p:nvGrpSpPr>
        <p:cNvPr id="1" name=""/>
        <p:cNvGrpSpPr/>
        <p:nvPr/>
      </p:nvGrpSpPr>
      <p:grpSpPr>
        <a:xfrm>
          <a:off x="0" y="0"/>
          <a:ext cx="0" cy="0"/>
          <a:chOff x="0" y="0"/>
          <a:chExt cx="0" cy="0"/>
        </a:xfrm>
      </p:grpSpPr>
      <p:sp>
        <p:nvSpPr>
          <p:cNvPr id="2" name="Google Shape;3;n"/>
          <p:cNvSpPr>
            <a:spLocks noGrp="1" noChangeArrowheads="1"/>
            <a:extLst>
              <a:ext uri="smNativeData">
                <pr:smNativeData xmlns:pr="smNativeData" xmlns="smNativeData" val="SMDATA_15_VL+6ah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NLS0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AAAAAAAAABIEgAA0AIAABAAAAAmAAAACAAAAL2/AAD/HwAA"/>
              </a:ext>
            </a:extLst>
          </p:cNvSpPr>
          <p:nvPr>
            <p:ph type="hdr" idx="2"/>
          </p:nvPr>
        </p:nvSpPr>
        <p:spPr>
          <a:xfrm>
            <a:off x="0" y="0"/>
            <a:ext cx="2971800" cy="457200"/>
          </a:xfrm>
          <a:prstGeom prst="rect">
            <a:avLst/>
          </a:prstGeom>
          <a:noFill/>
          <a:ln>
            <a:noFill/>
          </a:ln>
        </p:spPr>
        <p:txBody>
          <a:bodyPr vert="horz" wrap="square" lIns="91440" tIns="45720" rIns="91440" bIns="45720" numCol="1" spcCol="215900" anchor="t">
            <a:prstTxWarp prst="textNoShape">
              <a:avLst/>
            </a:prstTxWarp>
          </a:bodyPr>
          <a:lstStyle>
            <a:lvl1pPr marR="0" algn="l">
              <a:spcBef>
                <a:spcPts val="0"/>
              </a:spcBef>
              <a:spcAft>
                <a:spcPts val="0"/>
              </a:spcAft>
              <a:buNone/>
              <a:defRPr sz="1200" b="0" i="0" u="none" strike="noStrike" cap="none">
                <a:solidFill>
                  <a:srgbClr val="000000"/>
                </a:solidFill>
                <a:latin typeface="Calibri" pitchFamily="2" charset="0"/>
                <a:ea typeface="Arial" pitchFamily="2" charset="0"/>
                <a:cs typeface="Arial" pitchFamily="2" charset="0"/>
              </a:defRPr>
            </a:lvl1pPr>
            <a:lvl2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2pPr>
            <a:lvl3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3pPr>
            <a:lvl4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4pPr>
            <a:lvl5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5pPr>
            <a:lvl6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6pPr>
            <a:lvl7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7pPr>
            <a:lvl8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8pPr>
            <a:lvl9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9pPr>
          </a:lstStyle>
          <a:p>
            <a:pPr/>
          </a:p>
        </p:txBody>
      </p:sp>
      <p:sp>
        <p:nvSpPr>
          <p:cNvPr id="3" name="Google Shape;4;n"/>
          <p:cNvSpPr>
            <a:spLocks noGrp="1" noChangeArrowheads="1"/>
            <a:extLst>
              <a:ext uri="smNativeData">
                <pr:smNativeData xmlns:pr="smNativeData" xmlns="smNativeData" val="SMDATA_15_VL+6ah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AAAAAAuKgAA0AIAABAAAAAmAAAACAAAAL2/AAD/HwAA"/>
              </a:ext>
            </a:extLst>
          </p:cNvSpPr>
          <p:nvPr>
            <p:ph type="dt" idx="10"/>
          </p:nvPr>
        </p:nvSpPr>
        <p:spPr>
          <a:xfrm>
            <a:off x="3884930" y="0"/>
            <a:ext cx="2971800" cy="457200"/>
          </a:xfrm>
          <a:prstGeom prst="rect">
            <a:avLst/>
          </a:prstGeom>
          <a:noFill/>
          <a:ln>
            <a:noFill/>
          </a:ln>
        </p:spPr>
        <p:txBody>
          <a:bodyPr vert="horz" wrap="square" lIns="91440" tIns="45720" rIns="91440" bIns="45720" numCol="1" spcCol="215900" anchor="t">
            <a:prstTxWarp prst="textNoShape">
              <a:avLst/>
            </a:prstTxWarp>
          </a:bodyPr>
          <a:lstStyle>
            <a:lvl1pPr marR="0" algn="r">
              <a:spcBef>
                <a:spcPts val="0"/>
              </a:spcBef>
              <a:spcAft>
                <a:spcPts val="0"/>
              </a:spcAft>
              <a:buNone/>
              <a:defRPr sz="1200" b="0" i="0" u="none" strike="noStrike" cap="none">
                <a:solidFill>
                  <a:srgbClr val="000000"/>
                </a:solidFill>
                <a:latin typeface="Calibri" pitchFamily="2" charset="0"/>
                <a:ea typeface="Arial" pitchFamily="2" charset="0"/>
                <a:cs typeface="Arial" pitchFamily="2" charset="0"/>
              </a:defRPr>
            </a:lvl1pPr>
            <a:lvl2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2pPr>
            <a:lvl3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3pPr>
            <a:lvl4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4pPr>
            <a:lvl5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5pPr>
            <a:lvl6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6pPr>
            <a:lvl7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7pPr>
            <a:lvl8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8pPr>
            <a:lvl9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9pPr>
          </a:lstStyle>
          <a:p>
            <a:pPr/>
          </a:p>
        </p:txBody>
      </p:sp>
      <p:sp>
        <p:nvSpPr>
          <p:cNvPr id="4" name="Google Shape;5;n"/>
          <p:cNvSpPr>
            <a:spLocks noGrp="1" noChangeArrowheads="1"/>
            <a:extLst>
              <a:ext uri="smNativeData">
                <pr:smNativeData xmlns:pr="smNativeData" xmlns="smNativeData" val="SMDATA_15_VL+6ahMAAAAlAAAACwAAAC0AAAAAWAIAADgEAADYJwAAUBk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AUAAAAAQAAACMAAAAjAAAAIwAAAB4AAAAAAAAASwAAAEsAAAAA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WAIAADgEAADYJwAAUBkAABAAAAAmAAAACAAAAAEPAAD/HwAA"/>
              </a:ext>
            </a:extLst>
          </p:cNvSpPr>
          <p:nvPr>
            <p:ph type="sldImg" idx="3"/>
          </p:nvPr>
        </p:nvSpPr>
        <p:spPr>
          <a:xfrm>
            <a:off x="381000" y="685800"/>
            <a:ext cx="6096000" cy="3429000"/>
          </a:xfrm>
          <a:custGeom>
            <a:avLst/>
            <a:gdLst/>
            <a:ahLst/>
            <a:cxnLst/>
            <a:rect l="0" t="0" r="6096000" b="3429000"/>
            <a:pathLst>
              <a:path w="6096000" h="3429000" fill="none" extrusionOk="0">
                <a:moveTo>
                  <a:pt x="0" y="0"/>
                </a:moveTo>
                <a:lnTo>
                  <a:pt x="6096000" y="0"/>
                </a:lnTo>
                <a:lnTo>
                  <a:pt x="6096000" y="3429000"/>
                </a:lnTo>
                <a:lnTo>
                  <a:pt x="0" y="3429000"/>
                </a:lnTo>
                <a:close/>
              </a:path>
            </a:pathLst>
          </a:custGeom>
          <a:noFill/>
          <a:ln w="12700" cap="flat" cmpd="sng" algn="ctr">
            <a:solidFill>
              <a:srgbClr val="000000"/>
            </a:solidFill>
            <a:prstDash val="solid"/>
            <a:headEnd type="none"/>
            <a:tailEnd type="none"/>
          </a:ln>
        </p:spPr>
      </p:sp>
      <p:sp>
        <p:nvSpPr>
          <p:cNvPr id="5" name="Google Shape;6;n"/>
          <p:cNvSpPr>
            <a:spLocks noGrp="1" noChangeArrowheads="1"/>
            <a:extLst>
              <a:ext uri="smNativeData">
                <pr:smNativeData xmlns:pr="smNativeData" xmlns="smNativeData" val="SMDATA_15_VL+6ah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LgaAAD4JQAACDQAABAAAAAmAAAACAAAAL2/AAD/HwAA"/>
              </a:ext>
            </a:extLst>
          </p:cNvSpPr>
          <p:nvPr>
            <p:ph type="body" idx="1"/>
          </p:nvPr>
        </p:nvSpPr>
        <p:spPr>
          <a:xfrm>
            <a:off x="685800" y="4343400"/>
            <a:ext cx="5486400" cy="4114800"/>
          </a:xfrm>
          <a:prstGeom prst="rect">
            <a:avLst/>
          </a:prstGeom>
          <a:noFill/>
          <a:ln>
            <a:noFill/>
          </a:ln>
        </p:spPr>
        <p:txBody>
          <a:bodyPr vert="horz" wrap="square" lIns="91440" tIns="45720" rIns="91440" bIns="45720" numCol="1" spcCol="215900" anchor="t">
            <a:prstTxWarp prst="textNoShape">
              <a:avLst/>
            </a:prstTxWarp>
          </a:bodyPr>
          <a:lstStyle>
            <a:lvl1pPr marL="457200" marR="0" indent="-228600" algn="l">
              <a:spcBef>
                <a:spcPts val="360"/>
              </a:spcBef>
              <a:spcAft>
                <a:spcPts val="0"/>
              </a:spcAft>
              <a:buNone/>
              <a:defRPr sz="1200" b="0" i="0" u="none" strike="noStrike" cap="none">
                <a:solidFill>
                  <a:srgbClr val="000000"/>
                </a:solidFill>
                <a:latin typeface="Calibri" pitchFamily="2" charset="0"/>
                <a:ea typeface="Arial" pitchFamily="2" charset="0"/>
                <a:cs typeface="Arial" pitchFamily="2" charset="0"/>
              </a:defRPr>
            </a:lvl1pPr>
            <a:lvl2pPr marL="914400" marR="0" indent="-228600" algn="l">
              <a:spcBef>
                <a:spcPts val="360"/>
              </a:spcBef>
              <a:spcAft>
                <a:spcPts val="0"/>
              </a:spcAft>
              <a:buNone/>
              <a:defRPr sz="1200" b="0" i="0" u="none" strike="noStrike" cap="none">
                <a:solidFill>
                  <a:srgbClr val="000000"/>
                </a:solidFill>
                <a:latin typeface="Calibri" pitchFamily="2" charset="0"/>
                <a:ea typeface="Arial" pitchFamily="2" charset="0"/>
                <a:cs typeface="Arial" pitchFamily="2" charset="0"/>
              </a:defRPr>
            </a:lvl2pPr>
            <a:lvl3pPr marL="1371600" marR="0" indent="-228600" algn="l">
              <a:spcBef>
                <a:spcPts val="360"/>
              </a:spcBef>
              <a:spcAft>
                <a:spcPts val="0"/>
              </a:spcAft>
              <a:buNone/>
              <a:defRPr sz="1200" b="0" i="0" u="none" strike="noStrike" cap="none">
                <a:solidFill>
                  <a:srgbClr val="000000"/>
                </a:solidFill>
                <a:latin typeface="Calibri" pitchFamily="2" charset="0"/>
                <a:ea typeface="Arial" pitchFamily="2" charset="0"/>
                <a:cs typeface="Arial" pitchFamily="2" charset="0"/>
              </a:defRPr>
            </a:lvl3pPr>
            <a:lvl4pPr marL="1828800" marR="0" indent="-228600" algn="l">
              <a:spcBef>
                <a:spcPts val="360"/>
              </a:spcBef>
              <a:spcAft>
                <a:spcPts val="0"/>
              </a:spcAft>
              <a:buNone/>
              <a:defRPr sz="1200" b="0" i="0" u="none" strike="noStrike" cap="none">
                <a:solidFill>
                  <a:srgbClr val="000000"/>
                </a:solidFill>
                <a:latin typeface="Calibri" pitchFamily="2" charset="0"/>
                <a:ea typeface="Arial" pitchFamily="2" charset="0"/>
                <a:cs typeface="Arial" pitchFamily="2" charset="0"/>
              </a:defRPr>
            </a:lvl4pPr>
            <a:lvl5pPr marL="2286000" marR="0" indent="-228600" algn="l">
              <a:spcBef>
                <a:spcPts val="360"/>
              </a:spcBef>
              <a:spcAft>
                <a:spcPts val="0"/>
              </a:spcAft>
              <a:buNone/>
              <a:defRPr sz="1200" b="0" i="0" u="none" strike="noStrike" cap="none">
                <a:solidFill>
                  <a:srgbClr val="000000"/>
                </a:solidFill>
                <a:latin typeface="Calibri" pitchFamily="2" charset="0"/>
                <a:ea typeface="Arial" pitchFamily="2" charset="0"/>
                <a:cs typeface="Arial" pitchFamily="2" charset="0"/>
              </a:defRPr>
            </a:lvl5pPr>
            <a:lvl6pPr marL="2743200" marR="0" indent="-228600" algn="l">
              <a:spcBef>
                <a:spcPts val="0"/>
              </a:spcBef>
              <a:spcAft>
                <a:spcPts val="0"/>
              </a:spcAft>
              <a:buNone/>
              <a:defRPr sz="1200" b="0" i="0" u="none" strike="noStrike" cap="none">
                <a:solidFill>
                  <a:srgbClr val="000000"/>
                </a:solidFill>
                <a:latin typeface="Calibri" pitchFamily="2" charset="0"/>
                <a:ea typeface="Arial" pitchFamily="2" charset="0"/>
                <a:cs typeface="Arial" pitchFamily="2" charset="0"/>
              </a:defRPr>
            </a:lvl6pPr>
            <a:lvl7pPr marL="3200400" marR="0" indent="-228600" algn="l">
              <a:spcBef>
                <a:spcPts val="0"/>
              </a:spcBef>
              <a:spcAft>
                <a:spcPts val="0"/>
              </a:spcAft>
              <a:buNone/>
              <a:defRPr sz="1200" b="0" i="0" u="none" strike="noStrike" cap="none">
                <a:solidFill>
                  <a:srgbClr val="000000"/>
                </a:solidFill>
                <a:latin typeface="Calibri" pitchFamily="2" charset="0"/>
                <a:ea typeface="Arial" pitchFamily="2" charset="0"/>
                <a:cs typeface="Arial" pitchFamily="2" charset="0"/>
              </a:defRPr>
            </a:lvl7pPr>
            <a:lvl8pPr marL="3657600" marR="0" indent="-228600" algn="l">
              <a:spcBef>
                <a:spcPts val="0"/>
              </a:spcBef>
              <a:spcAft>
                <a:spcPts val="0"/>
              </a:spcAft>
              <a:buNone/>
              <a:defRPr sz="1200" b="0" i="0" u="none" strike="noStrike" cap="none">
                <a:solidFill>
                  <a:srgbClr val="000000"/>
                </a:solidFill>
                <a:latin typeface="Calibri" pitchFamily="2" charset="0"/>
                <a:ea typeface="Arial" pitchFamily="2" charset="0"/>
                <a:cs typeface="Arial" pitchFamily="2" charset="0"/>
              </a:defRPr>
            </a:lvl8pPr>
            <a:lvl9pPr marL="4114800" marR="0" indent="-228600" algn="l">
              <a:spcBef>
                <a:spcPts val="0"/>
              </a:spcBef>
              <a:spcAft>
                <a:spcPts val="0"/>
              </a:spcAft>
              <a:buNone/>
              <a:defRPr sz="1200" b="0" i="0" u="none" strike="noStrike" cap="none">
                <a:solidFill>
                  <a:srgbClr val="000000"/>
                </a:solidFill>
                <a:latin typeface="Calibri" pitchFamily="2" charset="0"/>
                <a:ea typeface="Arial" pitchFamily="2" charset="0"/>
                <a:cs typeface="Arial" pitchFamily="2" charset="0"/>
              </a:defRPr>
            </a:lvl9pPr>
          </a:lstStyle>
          <a:p>
            <a:pPr/>
          </a:p>
        </p:txBody>
      </p:sp>
      <p:sp>
        <p:nvSpPr>
          <p:cNvPr id="6" name="Google Shape;7;n"/>
          <p:cNvSpPr>
            <a:spLocks noGrp="1" noChangeArrowheads="1"/>
            <a:extLst>
              <a:ext uri="smNativeData">
                <pr:smNativeData xmlns:pr="smNativeData" xmlns="smNativeData" val="SMDATA_15_VL+6ah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AAAAG41AABIEgAAPjgAABAAAAAmAAAACAAAAL2/AAD/HwAA"/>
              </a:ext>
            </a:extLst>
          </p:cNvSpPr>
          <p:nvPr>
            <p:ph type="ftr" idx="11"/>
          </p:nvPr>
        </p:nvSpPr>
        <p:spPr>
          <a:xfrm>
            <a:off x="0" y="8685530"/>
            <a:ext cx="2971800" cy="457200"/>
          </a:xfrm>
          <a:prstGeom prst="rect">
            <a:avLst/>
          </a:prstGeom>
          <a:noFill/>
          <a:ln>
            <a:noFill/>
          </a:ln>
        </p:spPr>
        <p:txBody>
          <a:bodyPr vert="horz" wrap="square" lIns="91440" tIns="45720" rIns="91440" bIns="45720" numCol="1" spcCol="215900" anchor="b">
            <a:prstTxWarp prst="textNoShape">
              <a:avLst/>
            </a:prstTxWarp>
          </a:bodyPr>
          <a:lstStyle>
            <a:lvl1pPr marR="0" algn="l">
              <a:spcBef>
                <a:spcPts val="0"/>
              </a:spcBef>
              <a:spcAft>
                <a:spcPts val="0"/>
              </a:spcAft>
              <a:buNone/>
              <a:defRPr sz="1200" b="0" i="0" u="none" strike="noStrike" cap="none">
                <a:solidFill>
                  <a:srgbClr val="000000"/>
                </a:solidFill>
                <a:latin typeface="Calibri" pitchFamily="2" charset="0"/>
                <a:ea typeface="Arial" pitchFamily="2" charset="0"/>
                <a:cs typeface="Arial" pitchFamily="2" charset="0"/>
              </a:defRPr>
            </a:lvl1pPr>
            <a:lvl2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2pPr>
            <a:lvl3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3pPr>
            <a:lvl4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4pPr>
            <a:lvl5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5pPr>
            <a:lvl6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6pPr>
            <a:lvl7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7pPr>
            <a:lvl8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8pPr>
            <a:lvl9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9pPr>
          </a:lstStyle>
          <a:p>
            <a:pPr/>
          </a:p>
        </p:txBody>
      </p:sp>
      <p:sp>
        <p:nvSpPr>
          <p:cNvPr id="7" name="Google Shape;8;n"/>
          <p:cNvSpPr>
            <a:spLocks noGrp="1" noChangeArrowheads="1"/>
            <a:extLst>
              <a:ext uri="smNativeData">
                <pr:smNativeData xmlns:pr="smNativeData" xmlns="smNativeData" val="SMDATA_15_VL+6ah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LIF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PjgAABAAAAAmAAAACAAAAL0/AAD/HwAA"/>
              </a:ext>
            </a:extLst>
          </p:cNvSpPr>
          <p:nvPr>
            <p:ph type="sldNum" idx="12"/>
          </p:nvPr>
        </p:nvSpPr>
        <p:spPr>
          <a:xfrm>
            <a:off x="3884930" y="8685530"/>
            <a:ext cx="2971800" cy="457200"/>
          </a:xfrm>
          <a:prstGeom prst="rect">
            <a:avLst/>
          </a:prstGeom>
          <a:noFill/>
          <a:ln>
            <a:noFill/>
          </a:ln>
        </p:spPr>
        <p:txBody>
          <a:bodyPr vert="horz" wrap="square" lIns="91440" tIns="45720" rIns="91440" bIns="45720" numCol="1" spcCol="215900" anchor="b">
            <a:prstTxWarp prst="textNoShape">
              <a:avLst/>
            </a:prstTxWarp>
          </a:bodyPr>
          <a:lstStyle/>
          <a:p>
            <a:pPr marL="0" marR="0" indent="0" algn="r">
              <a:spcBef>
                <a:spcPts val="0"/>
              </a:spcBef>
              <a:spcAft>
                <a:spcPts val="0"/>
              </a:spcAft>
              <a:buNone/>
            </a:pPr>
            <a:fld id="{3C2580F1-BFD1-7076-9F9D-4923CED3691C}" type="slidenum">
              <a:rPr lang="en-us" sz="1200" cap="none">
                <a:latin typeface="Calibri" pitchFamily="2" charset="0"/>
                <a:ea typeface="Calibri" pitchFamily="2" charset="0"/>
                <a:cs typeface="Calibri" pitchFamily="2" charset="0"/>
              </a:rPr>
              <a:t>‹#›</a:t>
            </a:fld>
            <a:endParaRPr sz="1200" cap="none">
              <a:latin typeface="Calibri" pitchFamily="2" charset="0"/>
              <a:ea typeface="Calibri" pitchFamily="2" charset="0"/>
              <a:cs typeface="Calibri" pitchFamily="2" charset="0"/>
            </a:endParaRPr>
          </a:p>
        </p:txBody>
      </p:sp>
    </p:spTree>
  </p:cSld>
  <p:clrMap bg1="lt1" tx1="dk1" bg2="lt2" tx2="dk2" accent1="accent1" accent2="accent2" accent3="accent3" accent4="accent4" accent5="accent5" accent6="accent6" hlink="hlink" folHlink="folHlink"/>
  <p:hf hdr="0" ftr="0" dt="0"/>
  <p:notesStyle>
    <a:lvl1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1pPr>
    <a:lvl2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2pPr>
    <a:lvl3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3pPr>
    <a:lvl4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4pPr>
    <a:lvl5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5pPr>
    <a:lvl6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6pPr>
    <a:lvl7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7pPr>
    <a:lvl8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8pPr>
    <a:lvl9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9pPr>
  </p:notesStyle>
</p:notesMaster>
</file>

<file path=ppt/notesSlides/_rels/notesSlide1.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 Id="rId3" Type="http://schemas.openxmlformats.org/officeDocument/2006/relationships/themeOverride" Target="../theme/themeOverride1.xml"/></Relationships>
</file>

<file path=ppt/notesSlides/_rels/notesSlide2.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themeOverride" Target="../theme/themeOverride2.xml"/></Relationships>
</file>

<file path=ppt/notesSlides/_rels/notesSlide3.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 Id="rId3" Type="http://schemas.openxmlformats.org/officeDocument/2006/relationships/themeOverride" Target="../theme/themeOverride3.xml"/></Relationships>
</file>

<file path=ppt/notesSlides/_rels/notesSlide4.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themeOverride" Target="../theme/themeOverride4.xml"/></Relationships>
</file>

<file path=ppt/notesSlides/_rels/notesSlide5.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themeOverride" Target="../theme/themeOverride5.xml"/></Relationships>
</file>

<file path=ppt/notesSlides/_rels/notesSlide6.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 Id="rId3" Type="http://schemas.openxmlformats.org/officeDocument/2006/relationships/themeOverride" Target="../theme/themeOverride6.xml"/></Relationships>
</file>

<file path=ppt/notesSlides/notesSlide1.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Google Shape;85;p1:notes"/>
          <p:cNvSpPr>
            <a:spLocks noGrp="1" noChangeArrowheads="1"/>
            <a:extLst>
              <a:ext uri="smNativeData">
                <pr:smNativeData xmlns:pr="smNativeData" xmlns="smNativeData" val="SMDATA_15_VL+6ah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s+aQk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LgaAAD4JQAACDQAABAAAAAmAAAACAAAAL0/AAAAAAAA"/>
              </a:ext>
            </a:extLst>
          </p:cNvSpPr>
          <p:nvPr>
            <p:ph type="body" idx="1"/>
          </p:nvPr>
        </p:nvSpPr>
        <p:spPr>
          <a:xfrm>
            <a:off x="685800" y="4343400"/>
            <a:ext cx="5486400" cy="4114800"/>
          </a:xfrm>
          <a:prstGeom prst="rect">
            <a:avLst/>
          </a:prstGeom>
        </p:spPr>
        <p:txBody>
          <a:bodyPr vert="horz" wrap="square" lIns="91440" tIns="45720" rIns="91440" bIns="45720" numCol="1" spcCol="215900" anchor="t">
            <a:prstTxWarp prst="textNoShape">
              <a:avLst/>
            </a:prstTxWarp>
          </a:bodyPr>
          <a:lstStyle/>
          <a:p>
            <a:pPr marL="0" indent="0" algn="l">
              <a:spcBef>
                <a:spcPts val="360"/>
              </a:spcBef>
              <a:spcAft>
                <a:spcPts val="0"/>
              </a:spcAft>
              <a:buNone/>
            </a:pPr>
          </a:p>
        </p:txBody>
      </p:sp>
      <p:sp>
        <p:nvSpPr>
          <p:cNvPr id="3" name="Google Shape;86;p1:notes"/>
          <p:cNvSpPr>
            <a:spLocks noGrp="1" noChangeArrowheads="1"/>
            <a:extLst>
              <a:ext uri="smNativeData">
                <pr:smNativeData xmlns:pr="smNativeData" xmlns="smNativeData" val="SMDATA_15_VL+6ahMAAAAlAAAACwAAAC0AAAAAWAIAADgEAADYJwAAUBk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AUAAAAAQAAACMAAAAjAAAAIwAAAB4AAAAAAAAASwAAAEsAAAAA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n9J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WAIAADgEAADYJwAAUBkAABAAAAAmAAAACAAAAAEPAAAAAAAA"/>
              </a:ext>
            </a:extLst>
          </p:cNvSpPr>
          <p:nvPr>
            <p:ph type="sldImg" idx="2"/>
          </p:nvPr>
        </p:nvSpPr>
        <p:spPr>
          <a:xfrm>
            <a:off x="381000" y="685800"/>
            <a:ext cx="6096000" cy="3429000"/>
          </a:xfrm>
          <a:custGeom>
            <a:avLst/>
            <a:gdLst/>
            <a:ahLst/>
            <a:cxnLst/>
            <a:rect l="0" t="0" r="6096000" b="3429000"/>
            <a:pathLst>
              <a:path w="6096000" h="3429000" fill="none" extrusionOk="0">
                <a:moveTo>
                  <a:pt x="0" y="0"/>
                </a:moveTo>
                <a:lnTo>
                  <a:pt x="6096000" y="0"/>
                </a:lnTo>
                <a:lnTo>
                  <a:pt x="6096000" y="3429000"/>
                </a:lnTo>
                <a:lnTo>
                  <a:pt x="0" y="3429000"/>
                </a:lnTo>
                <a:close/>
              </a:path>
            </a:pathLst>
          </a:custGeom>
        </p:spPr>
      </p:sp>
    </p:spTree>
  </p:cSld>
  <p:clrMapOvr>
    <a:overrideClrMapping bg1="lt1" tx1="dk1" bg2="dk2" tx2="lt2" accent1="accent1" accent2="accent2" accent3="accent3" accent4="accent4" accent5="accent5" accent6="accent6" hlink="hlink" folHlink="folHlink"/>
  </p:clrMapOvr>
</p:notes>
</file>

<file path=ppt/notesSlides/notesSlide2.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Google Shape;95;p2:notes"/>
          <p:cNvSpPr>
            <a:spLocks noGrp="1" noChangeArrowheads="1"/>
            <a:extLst>
              <a:ext uri="smNativeData">
                <pr:smNativeData xmlns:pr="smNativeData" xmlns="smNativeData" val="SMDATA_15_VL+6ahMAAAAlAAAACwAAAC0AAAAAWAIAADgEAADYJwAAUBk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WAIAADgEAADYJwAAUBkAABAAAAAmAAAACAAAAAEPAAD/HwAA"/>
              </a:ext>
            </a:extLst>
          </p:cNvSpPr>
          <p:nvPr>
            <p:ph type="sldImg" idx="2"/>
          </p:nvPr>
        </p:nvSpPr>
        <p:spPr>
          <a:xfrm>
            <a:off x="381000" y="685800"/>
            <a:ext cx="6096000" cy="3429000"/>
          </a:xfrm>
          <a:custGeom>
            <a:avLst/>
            <a:gdLst/>
            <a:ahLst/>
            <a:cxnLst/>
            <a:rect l="0" t="0" r="6096000" b="3429000"/>
            <a:pathLst>
              <a:path w="6096000" h="3429000" fill="none" extrusionOk="0">
                <a:moveTo>
                  <a:pt x="0" y="0"/>
                </a:moveTo>
                <a:lnTo>
                  <a:pt x="6096000" y="0"/>
                </a:lnTo>
                <a:lnTo>
                  <a:pt x="6096000" y="3429000"/>
                </a:lnTo>
                <a:lnTo>
                  <a:pt x="0" y="3429000"/>
                </a:lnTo>
                <a:close/>
              </a:path>
            </a:pathLst>
          </a:custGeom>
          <a:noFill/>
          <a:ln w="9525" cap="flat" cmpd="sng" algn="ctr">
            <a:solidFill>
              <a:srgbClr val="000000"/>
            </a:solidFill>
            <a:prstDash val="solid"/>
            <a:headEnd type="none"/>
            <a:tailEnd type="none"/>
          </a:ln>
        </p:spPr>
      </p:sp>
      <p:sp>
        <p:nvSpPr>
          <p:cNvPr id="3" name="Google Shape;96;p2:notes"/>
          <p:cNvSpPr>
            <a:spLocks noGrp="1" noChangeArrowheads="1"/>
            <a:extLst>
              <a:ext uri="smNativeData">
                <pr:smNativeData xmlns:pr="smNativeData" xmlns="smNativeData" val="SMDATA_15_VL+6ah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B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LgaAAD4JQAACDQAABAAAAAmAAAACAAAAL0/AAD/HwAA"/>
              </a:ext>
            </a:extLst>
          </p:cNvSpPr>
          <p:nvPr>
            <p:ph type="body" idx="1"/>
          </p:nvPr>
        </p:nvSpPr>
        <p:spPr>
          <a:xfrm>
            <a:off x="685800" y="4343400"/>
            <a:ext cx="5486400" cy="4114800"/>
          </a:xfrm>
          <a:prstGeom prst="rect">
            <a:avLst/>
          </a:prstGeom>
          <a:noFill/>
          <a:ln>
            <a:noFill/>
          </a:ln>
        </p:spPr>
        <p:txBody>
          <a:bodyPr vert="horz" wrap="square" lIns="91440" tIns="45720" rIns="91440" bIns="45720" numCol="1" spcCol="215900" anchor="t">
            <a:prstTxWarp prst="textNoShape">
              <a:avLst/>
            </a:prstTxWarp>
          </a:bodyPr>
          <a:lstStyle/>
          <a:p>
            <a:pPr/>
            <a:r>
              <a:t>PROPOSED SOLUTION AND CORE NOVELTY</a:t>
            </a:r>
          </a:p>
          <a:p>
            <a:pPr/>
            <a:r>
              <a:t>SakshiAstra collects authorised footprints, stores timestamped snapshots with SHA-256 hashes, extracts identifiers, and proposes persona, infrastructure and suspect-entity links. The intelligence graph contains handles, PGP keys, wallets and directed trust links. Profiles include activity categories, source ratings, provenance and last scan dates.</a:t>
            </a:r>
          </a:p>
          <a:p>
            <a:pPr/>
            <a:r>
              <a:t>ML is a discovery tool, not the attribution authority. Candidate discovery uses identifier overlap, template-cleaned stylometry, activity patterns, category and migration timing. A separate verifier evaluates what the evidence supports.</a:t>
            </a:r>
          </a:p>
          <a:p>
            <a:pPr/>
            <a:r>
              <a:t>FIVE INNOVATIONS</a:t>
            </a:r>
          </a:p>
          <a:p>
            <a:pPr/>
            <a:r>
              <a:t>1. Attribution Claim Graph: Key Control, Wallet Control, Persona Link, Hosting Link and Same Operator have separate supporting evidence, contradictions, confidence and statuses. Possessing a key is not the same claim as being the original operator.</a:t>
            </a:r>
          </a:p>
          <a:p>
            <a:pPr/>
            <a:r>
              <a:t>2. Forgery-aware verification: each item receives a cost-to-fake label. Public artifacts such as copied handles, pasted keys or shared banners cannot, by themselves, promote a claim to VERIFIED. A valid persona-bound signature proves key control, not the identity of a human. A certificate or server-status clue requires contextual corroboration before treating it as a hosting link.</a:t>
            </a:r>
          </a:p>
          <a:p>
            <a:pPr/>
            <a:r>
              <a:t>3. Evidence independence: candidate evidence items that could originate from the same copied artifact share an origin_group and count once. This prevents a copied handle, key and listing from becoming three independent confirmations. This addresses naive evidence fusion; it is not a claim that all weighted models or Dempster-Shafer implementations necessarily ignore dependence.</a:t>
            </a:r>
          </a:p>
          <a:p>
            <a:pPr/>
            <a:r>
              <a:t>4. Operator continuity: change-point analysis uses writing style, activity hours, cadence and listing habits. A break flags a possible takeover or account sale. It is a warning, not proof of a change in human identity. Genuine behaviour changes can trigger it and careful imitation can evade it.</a:t>
            </a:r>
          </a:p>
          <a:p>
            <a:pPr/>
            <a:r>
              <a:t>5. Actionable HOLD: unresolved claims return a ranked list of evidence to seek, such as a fresh persona-bound signature or independent continuity evidence. Analysts can continue an investigation instead of receiving an unsupported identity verdict.</a:t>
            </a:r>
          </a:p>
          <a:p>
            <a:pPr/>
            <a:r>
              <a:t>ACTIVITY CATEGORIES</a:t>
            </a:r>
          </a:p>
          <a:p>
            <a:pPr/>
            <a:r>
              <a:t>Drugs, arms, stolen data, hacking services, money laundering and terror financing. Category labels are investigative leads with explanations, not determinations of guilt.</a:t>
            </a:r>
          </a:p>
          <a:p>
            <a:pPr/>
            <a:r>
              <a:t>POSITIONING</a:t>
            </a:r>
          </a:p>
          <a:p>
            <a:pPr/>
            <a:r>
              <a:t>The proposed contribution combines these mechanisms in a darknet attribution workflow. Stylometry, graphs, evidence abstention and forensic proposition levels are established ideas. Do not claim universal uniqueness or a guaranteed win.</a:t>
            </a:r>
          </a:p>
          <a:p>
            <a:pPr/>
            <a:r>
              <a:t>Source: user-supplied SakshiAstra project reference and innovation specification. Forensic foundation: Cook et al. (1998), https://doi.org/10.1016/S1355-0306(98)72117-3.</a:t>
            </a:r>
          </a:p>
          <a:p>
            <a:pPr/>
            <a:r>
              <a:t>VISUAL: AI-generated conceptual illustration of Tor marketplaces, identity evidence and forensic review, with native PowerPoint labels and arrows. It is not a screenshot of the working application.</a:t>
            </a:r>
          </a:p>
        </p:txBody>
      </p:sp>
      <p:sp>
        <p:nvSpPr>
          <p:cNvPr id="4" name="Google Shape;97;p2:notes"/>
          <p:cNvSpPr>
            <a:spLocks noGrp="1" noChangeArrowheads="1"/>
            <a:extLst>
              <a:ext uri="smNativeData">
                <pr:smNativeData xmlns:pr="smNativeData" xmlns="smNativeData" val="SMDATA_15_VL+6ah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B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PjgAABAAAAAmAAAACAAAAL0/AAD/HwAA"/>
              </a:ext>
            </a:extLst>
          </p:cNvSpPr>
          <p:nvPr>
            <p:ph type="sldNum" idx="12"/>
          </p:nvPr>
        </p:nvSpPr>
        <p:spPr>
          <a:xfrm>
            <a:off x="3884930" y="8685530"/>
            <a:ext cx="2971800" cy="457200"/>
          </a:xfrm>
          <a:prstGeom prst="rect">
            <a:avLst/>
          </a:prstGeom>
          <a:noFill/>
          <a:ln>
            <a:noFill/>
          </a:ln>
        </p:spPr>
        <p:txBody>
          <a:bodyPr vert="horz" wrap="square" lIns="91440" tIns="45720" rIns="91440" bIns="45720" numCol="1" spcCol="215900" anchor="b">
            <a:prstTxWarp prst="textNoShape">
              <a:avLst/>
            </a:prstTxWarp>
          </a:bodyPr>
          <a:lstStyle/>
          <a:p>
            <a:pPr marL="0" indent="0" algn="r">
              <a:spcBef>
                <a:spcPts val="0"/>
              </a:spcBef>
              <a:spcAft>
                <a:spcPts val="0"/>
              </a:spcAft>
              <a:buNone/>
            </a:pPr>
            <a:fld id="{3C25E7DE-90D1-7011-9F9D-6644A9D36933}" type="slidenum">
              <a:rPr lang="en-us" cap="none"/>
              <a:t>2</a:t>
            </a:fld>
          </a:p>
        </p:txBody>
      </p:sp>
    </p:spTree>
  </p:cSld>
  <p:clrMapOvr>
    <a:overrideClrMapping bg1="lt1" tx1="dk1" bg2="dk2" tx2="lt2" accent1="accent1" accent2="accent2" accent3="accent3" accent4="accent4" accent5="accent5" accent6="accent6" hlink="hlink" folHlink="folHlink"/>
  </p:clrMapOvr>
</p:notes>
</file>

<file path=ppt/notesSlides/notesSlide3.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Google Shape;108;p3:notes"/>
          <p:cNvSpPr>
            <a:spLocks noGrp="1" noChangeArrowheads="1"/>
            <a:extLst>
              <a:ext uri="smNativeData">
                <pr:smNativeData xmlns:pr="smNativeData" xmlns="smNativeData" val="SMDATA_15_VL+6ahMAAAAlAAAACwAAAC0AAAAAWAIAADgEAADYJwAAUBk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Y4kz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WAIAADgEAADYJwAAUBkAABAAAAAmAAAACAAAAAEPAAD/HwAA"/>
              </a:ext>
            </a:extLst>
          </p:cNvSpPr>
          <p:nvPr>
            <p:ph type="sldImg" idx="2"/>
          </p:nvPr>
        </p:nvSpPr>
        <p:spPr>
          <a:xfrm>
            <a:off x="381000" y="685800"/>
            <a:ext cx="6096000" cy="3429000"/>
          </a:xfrm>
          <a:custGeom>
            <a:avLst/>
            <a:gdLst/>
            <a:ahLst/>
            <a:cxnLst/>
            <a:rect l="0" t="0" r="6096000" b="3429000"/>
            <a:pathLst>
              <a:path w="6096000" h="3429000" fill="none" extrusionOk="0">
                <a:moveTo>
                  <a:pt x="0" y="0"/>
                </a:moveTo>
                <a:lnTo>
                  <a:pt x="6096000" y="0"/>
                </a:lnTo>
                <a:lnTo>
                  <a:pt x="6096000" y="3429000"/>
                </a:lnTo>
                <a:lnTo>
                  <a:pt x="0" y="3429000"/>
                </a:lnTo>
                <a:close/>
              </a:path>
            </a:pathLst>
          </a:custGeom>
          <a:noFill/>
          <a:ln w="9525" cap="flat" cmpd="sng" algn="ctr">
            <a:solidFill>
              <a:srgbClr val="000000"/>
            </a:solidFill>
            <a:prstDash val="solid"/>
            <a:headEnd type="none"/>
            <a:tailEnd type="none"/>
          </a:ln>
        </p:spPr>
      </p:sp>
      <p:sp>
        <p:nvSpPr>
          <p:cNvPr id="3" name="Google Shape;109;p3:notes"/>
          <p:cNvSpPr>
            <a:spLocks noGrp="1" noChangeArrowheads="1"/>
            <a:extLst>
              <a:ext uri="smNativeData">
                <pr:smNativeData xmlns:pr="smNativeData" xmlns="smNativeData" val="SMDATA_15_VL+6ah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TFvg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LgaAAD4JQAACDQAABAAAAAmAAAACAAAAL0/AAD/HwAA"/>
              </a:ext>
            </a:extLst>
          </p:cNvSpPr>
          <p:nvPr>
            <p:ph type="body" idx="1"/>
          </p:nvPr>
        </p:nvSpPr>
        <p:spPr>
          <a:xfrm>
            <a:off x="685800" y="4343400"/>
            <a:ext cx="5486400" cy="4114800"/>
          </a:xfrm>
          <a:prstGeom prst="rect">
            <a:avLst/>
          </a:prstGeom>
          <a:noFill/>
          <a:ln>
            <a:noFill/>
          </a:ln>
        </p:spPr>
        <p:txBody>
          <a:bodyPr vert="horz" wrap="square" lIns="91440" tIns="45720" rIns="91440" bIns="45720" numCol="1" spcCol="215900" anchor="t">
            <a:prstTxWarp prst="textNoShape">
              <a:avLst/>
            </a:prstTxWarp>
          </a:bodyPr>
          <a:lstStyle/>
          <a:p>
            <a:pPr/>
            <a:r>
              <a:t>Tech Stack labels and categories preserved from the attached source. Solid outlines indicate implemented fixture components, not deployment of every named integration. Dashed outlines indicate development. No established original technology mark found for APScheduler, SHA-256, MiniLM, pgpy, ruptures, ssl/cryptography, mmh3. Their text labels are retained without generic replacement icons. Original brand assets: python: https://raw.githubusercontent.com/devicons/devicon/master/icons/python/python-original.svg; fastapi: https://raw.githubusercontent.com/devicons/devicon/master/icons/fastapi/fastapi-original.svg; tor: https://upload.wikimedia.org/wikipedia/commons/1/15/Tor-logo-2011-flat.svg; duckdb: https://raw.githubusercontent.com/duckdb/duckdb-web/main/images/duckdb_logo_dl.svg; networkx: https://raw.githubusercontent.com/networkx/networkx/main/doc/_static/networkx_banner.svg; scikit: https://scikit-learn.org/stable/_static/scikit-learn-logo-small.png; lightgbm: https://raw.githubusercontent.com/lightgbm-org/LightGBM/main/docs/logo/LightGBM_logo_no_text.svg; requests: https://requests.readthedocs.io/en/latest/_static/requests-sidebar.png; react: https://upload.wikimedia.org/wikipedia/commons/a/a7/React-icon.svg; cytoscape: https://js.cytoscape.org/img/cytoscape-logo.svg; stix: https://oasis-open.github.io/cti-documentation/img/STIX-logo.png; weasyprint: https://weasyprint.org/css/img/logotype-picto.svg; docker: https://raw.githubusercontent.com/devicons/devicon/master/icons/docker/docker-original.svg</a:t>
            </a:r>
          </a:p>
        </p:txBody>
      </p:sp>
      <p:sp>
        <p:nvSpPr>
          <p:cNvPr id="4" name="Google Shape;110;p3:notes"/>
          <p:cNvSpPr>
            <a:spLocks noGrp="1" noChangeArrowheads="1"/>
            <a:extLst>
              <a:ext uri="smNativeData">
                <pr:smNativeData xmlns:pr="smNativeData" xmlns="smNativeData" val="SMDATA_15_VL+6ah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zhxg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PjgAABAAAAAmAAAACAAAAL0/AAD/HwAA"/>
              </a:ext>
            </a:extLst>
          </p:cNvSpPr>
          <p:nvPr>
            <p:ph type="sldNum" idx="12"/>
          </p:nvPr>
        </p:nvSpPr>
        <p:spPr>
          <a:xfrm>
            <a:off x="3884930" y="8685530"/>
            <a:ext cx="2971800" cy="457200"/>
          </a:xfrm>
          <a:prstGeom prst="rect">
            <a:avLst/>
          </a:prstGeom>
          <a:noFill/>
          <a:ln>
            <a:noFill/>
          </a:ln>
        </p:spPr>
        <p:txBody>
          <a:bodyPr vert="horz" wrap="square" lIns="91440" tIns="45720" rIns="91440" bIns="45720" numCol="1" spcCol="215900" anchor="b">
            <a:prstTxWarp prst="textNoShape">
              <a:avLst/>
            </a:prstTxWarp>
          </a:bodyPr>
          <a:lstStyle/>
          <a:p>
            <a:pPr marL="0" indent="0" algn="r">
              <a:spcBef>
                <a:spcPts val="0"/>
              </a:spcBef>
              <a:spcAft>
                <a:spcPts val="0"/>
              </a:spcAft>
              <a:buNone/>
            </a:pPr>
            <a:fld id="{3C2592C9-87D1-7064-9F9D-7131DCD36924}" type="slidenum">
              <a:rPr lang="en-us" cap="none"/>
              <a:t>3</a:t>
            </a:fld>
          </a:p>
        </p:txBody>
      </p:sp>
    </p:spTree>
  </p:cSld>
  <p:clrMapOvr>
    <a:overrideClrMapping bg1="lt1" tx1="dk1" bg2="dk2" tx2="lt2" accent1="accent1" accent2="accent2" accent3="accent3" accent4="accent4" accent5="accent5" accent6="accent6" hlink="hlink" folHlink="folHlink"/>
  </p:clrMapOvr>
</p:notes>
</file>

<file path=ppt/notesSlides/notesSlide4.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Google Shape;121;p4:notes"/>
          <p:cNvSpPr>
            <a:spLocks noGrp="1" noChangeArrowheads="1"/>
            <a:extLst>
              <a:ext uri="smNativeData">
                <pr:smNativeData xmlns:pr="smNativeData" xmlns="smNativeData" val="SMDATA_15_VL+6ahMAAAAlAAAACwAAAC0AAAAAWAIAADgEAADYJwAAUBk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n///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WAIAADgEAADYJwAAUBkAABAAAAAmAAAACAAAAAEPAAD/HwAA"/>
              </a:ext>
            </a:extLst>
          </p:cNvSpPr>
          <p:nvPr>
            <p:ph type="sldImg" idx="2"/>
          </p:nvPr>
        </p:nvSpPr>
        <p:spPr>
          <a:xfrm>
            <a:off x="381000" y="685800"/>
            <a:ext cx="6096000" cy="3429000"/>
          </a:xfrm>
          <a:custGeom>
            <a:avLst/>
            <a:gdLst/>
            <a:ahLst/>
            <a:cxnLst/>
            <a:rect l="0" t="0" r="6096000" b="3429000"/>
            <a:pathLst>
              <a:path w="6096000" h="3429000" fill="none" extrusionOk="0">
                <a:moveTo>
                  <a:pt x="0" y="0"/>
                </a:moveTo>
                <a:lnTo>
                  <a:pt x="6096000" y="0"/>
                </a:lnTo>
                <a:lnTo>
                  <a:pt x="6096000" y="3429000"/>
                </a:lnTo>
                <a:lnTo>
                  <a:pt x="0" y="3429000"/>
                </a:lnTo>
                <a:close/>
              </a:path>
            </a:pathLst>
          </a:custGeom>
          <a:noFill/>
          <a:ln w="9525" cap="flat" cmpd="sng" algn="ctr">
            <a:solidFill>
              <a:srgbClr val="000000"/>
            </a:solidFill>
            <a:prstDash val="solid"/>
            <a:headEnd type="none"/>
            <a:tailEnd type="none"/>
          </a:ln>
        </p:spPr>
      </p:sp>
      <p:sp>
        <p:nvSpPr>
          <p:cNvPr id="3" name="Google Shape;122;p4:notes"/>
          <p:cNvSpPr>
            <a:spLocks noGrp="1" noChangeArrowheads="1"/>
            <a:extLst>
              <a:ext uri="smNativeData">
                <pr:smNativeData xmlns:pr="smNativeData" xmlns="smNativeData" val="SMDATA_15_VL+6ah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LgaAAD4JQAACDQAABAAAAAmAAAACAAAAL0/AAD/HwAA"/>
              </a:ext>
            </a:extLst>
          </p:cNvSpPr>
          <p:nvPr>
            <p:ph type="body" idx="1"/>
          </p:nvPr>
        </p:nvSpPr>
        <p:spPr>
          <a:xfrm>
            <a:off x="685800" y="4343400"/>
            <a:ext cx="5486400" cy="4114800"/>
          </a:xfrm>
          <a:prstGeom prst="rect">
            <a:avLst/>
          </a:prstGeom>
          <a:noFill/>
          <a:ln>
            <a:noFill/>
          </a:ln>
        </p:spPr>
        <p:txBody>
          <a:bodyPr vert="horz" wrap="square" lIns="91440" tIns="45720" rIns="91440" bIns="45720" numCol="1" spcCol="215900" anchor="t">
            <a:prstTxWarp prst="textNoShape">
              <a:avLst/>
            </a:prstTxWarp>
          </a:bodyPr>
          <a:lstStyle/>
          <a:p>
            <a:pPr/>
            <a:r>
              <a:t>Controlled synthetic research benchmark imported from E:/SIH/experiment_4. Canonical report: benchmark/experiment_4/final_blind_validation_report.json. At gate validation target 64%, threshold 0.95: Test TP=67, FP=0. B4 and B8 baselines at validation target 70%: Test TP=67, FP=30. Matched observed test recall is 67%; validation targets differ. 100 genuine + 210 adversarial hard test pairs; full generated test split also includes 100 unrelated pairs. Real-world rates unvalidated. RSA/PSS synthetic proof benchmark, not end-to-end React or validated OpenPGP verification. Full experiment was not rerun during this edit; saved artifact hashes and CSV/JSON agreement audited. Source code and saved reports Git-committed: https://github.com/nsaharsh11/sakshiastra/tree/main/benchmark . Real React Scene 5 screenshot, fixture data. Python backend exists separately in the research source; React integration is in development. No public live demo URL was supplied: slide links to actual prototype source rather than claiming a deployed demo.</a:t>
            </a:r>
          </a:p>
        </p:txBody>
      </p:sp>
      <p:sp>
        <p:nvSpPr>
          <p:cNvPr id="4" name="Google Shape;123;p4:notes"/>
          <p:cNvSpPr>
            <a:spLocks noGrp="1" noChangeArrowheads="1"/>
            <a:extLst>
              <a:ext uri="smNativeData">
                <pr:smNativeData xmlns:pr="smNativeData" xmlns="smNativeData" val="SMDATA_15_VL+6ah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PjgAABAAAAAmAAAACAAAAL0/AAD/HwAA"/>
              </a:ext>
            </a:extLst>
          </p:cNvSpPr>
          <p:nvPr>
            <p:ph type="sldNum" idx="12"/>
          </p:nvPr>
        </p:nvSpPr>
        <p:spPr>
          <a:xfrm>
            <a:off x="3884930" y="8685530"/>
            <a:ext cx="2971800" cy="457200"/>
          </a:xfrm>
          <a:prstGeom prst="rect">
            <a:avLst/>
          </a:prstGeom>
          <a:noFill/>
          <a:ln>
            <a:noFill/>
          </a:ln>
        </p:spPr>
        <p:txBody>
          <a:bodyPr vert="horz" wrap="square" lIns="91440" tIns="45720" rIns="91440" bIns="45720" numCol="1" spcCol="215900" anchor="b">
            <a:prstTxWarp prst="textNoShape">
              <a:avLst/>
            </a:prstTxWarp>
          </a:bodyPr>
          <a:lstStyle/>
          <a:p>
            <a:pPr marL="0" marR="0" indent="0" algn="r">
              <a:lnSpc>
                <a:spcPct val="100000"/>
              </a:lnSpc>
              <a:spcBef>
                <a:spcPts val="0"/>
              </a:spcBef>
              <a:spcAft>
                <a:spcPts val="0"/>
              </a:spcAft>
              <a:buNone/>
            </a:pPr>
            <a:fld id="{3C25F9B8-F6D1-700F-9F9D-005AB7D36955}" type="slidenum">
              <a:rPr lang="en-us" sz="1200" cap="none">
                <a:latin typeface="Calibri" pitchFamily="2" charset="0"/>
                <a:ea typeface="Calibri" pitchFamily="2" charset="0"/>
                <a:cs typeface="Calibri" pitchFamily="2" charset="0"/>
              </a:rPr>
              <a:t>4</a:t>
            </a:fld>
            <a:endParaRPr sz="1200" cap="none">
              <a:latin typeface="Calibri" pitchFamily="2" charset="0"/>
              <a:ea typeface="Calibri" pitchFamily="2" charset="0"/>
              <a:cs typeface="Calibri" pitchFamily="2" charset="0"/>
            </a:endParaRPr>
          </a:p>
        </p:txBody>
      </p:sp>
    </p:spTree>
  </p:cSld>
  <p:clrMapOvr>
    <a:overrideClrMapping bg1="lt1" tx1="dk1" bg2="dk2" tx2="lt2" accent1="accent1" accent2="accent2" accent3="accent3" accent4="accent4" accent5="accent5" accent6="accent6" hlink="hlink" folHlink="folHlink"/>
  </p:clrMapOvr>
</p:notes>
</file>

<file path=ppt/notesSlides/notesSlide5.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Google Shape;134;p5:notes"/>
          <p:cNvSpPr>
            <a:spLocks noGrp="1" noChangeArrowheads="1"/>
            <a:extLst>
              <a:ext uri="smNativeData">
                <pr:smNativeData xmlns:pr="smNativeData" xmlns="smNativeData" val="SMDATA_15_VL+6ahMAAAAlAAAACwAAAC0AAAAAWAIAADgEAADYJwAAUBk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WAIAADgEAADYJwAAUBkAABAAAAAmAAAACAAAAAEPAAD/HwAA"/>
              </a:ext>
            </a:extLst>
          </p:cNvSpPr>
          <p:nvPr>
            <p:ph type="sldImg" idx="2"/>
          </p:nvPr>
        </p:nvSpPr>
        <p:spPr>
          <a:xfrm>
            <a:off x="381000" y="685800"/>
            <a:ext cx="6096000" cy="3429000"/>
          </a:xfrm>
          <a:custGeom>
            <a:avLst/>
            <a:gdLst/>
            <a:ahLst/>
            <a:cxnLst/>
            <a:rect l="0" t="0" r="6096000" b="3429000"/>
            <a:pathLst>
              <a:path w="6096000" h="3429000" fill="none" extrusionOk="0">
                <a:moveTo>
                  <a:pt x="0" y="0"/>
                </a:moveTo>
                <a:lnTo>
                  <a:pt x="6096000" y="0"/>
                </a:lnTo>
                <a:lnTo>
                  <a:pt x="6096000" y="3429000"/>
                </a:lnTo>
                <a:lnTo>
                  <a:pt x="0" y="3429000"/>
                </a:lnTo>
                <a:close/>
              </a:path>
            </a:pathLst>
          </a:custGeom>
          <a:noFill/>
          <a:ln w="9525" cap="flat" cmpd="sng" algn="ctr">
            <a:solidFill>
              <a:srgbClr val="000000"/>
            </a:solidFill>
            <a:prstDash val="solid"/>
            <a:headEnd type="none"/>
            <a:tailEnd type="none"/>
          </a:ln>
        </p:spPr>
      </p:sp>
      <p:sp>
        <p:nvSpPr>
          <p:cNvPr id="3" name="Google Shape;135;p5:notes"/>
          <p:cNvSpPr>
            <a:spLocks noGrp="1" noChangeArrowheads="1"/>
            <a:extLst>
              <a:ext uri="smNativeData">
                <pr:smNativeData xmlns:pr="smNativeData" xmlns="smNativeData" val="SMDATA_15_VL+6ah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LgaAAD4JQAACDQAABAAAAAmAAAACAAAAL0/AAD/HwAA"/>
              </a:ext>
            </a:extLst>
          </p:cNvSpPr>
          <p:nvPr>
            <p:ph type="body" idx="1"/>
          </p:nvPr>
        </p:nvSpPr>
        <p:spPr>
          <a:xfrm>
            <a:off x="685800" y="4343400"/>
            <a:ext cx="5486400" cy="4114800"/>
          </a:xfrm>
          <a:prstGeom prst="rect">
            <a:avLst/>
          </a:prstGeom>
          <a:noFill/>
          <a:ln>
            <a:noFill/>
          </a:ln>
        </p:spPr>
        <p:txBody>
          <a:bodyPr vert="horz" wrap="square" lIns="91440" tIns="45720" rIns="91440" bIns="45720" numCol="1" spcCol="215900" anchor="t">
            <a:prstTxWarp prst="textNoShape">
              <a:avLst/>
            </a:prstTxWarp>
          </a:bodyPr>
          <a:lstStyle/>
          <a:p>
            <a:pPr/>
            <a:r>
              <a:t>Checked against current prototype Scene 5 takeover. Key Control ASSERT / VERIFIED; Same Operator HOLD / QUESTIONABLE. Wallet Control and Persona Link are not tested in this scene. Change-point: 14 March 2016.</a:t>
            </a:r>
          </a:p>
        </p:txBody>
      </p:sp>
      <p:sp>
        <p:nvSpPr>
          <p:cNvPr id="4" name="Google Shape;136;p5:notes"/>
          <p:cNvSpPr>
            <a:spLocks noGrp="1" noChangeArrowheads="1"/>
            <a:extLst>
              <a:ext uri="smNativeData">
                <pr:smNativeData xmlns:pr="smNativeData" xmlns="smNativeData" val="SMDATA_15_VL+6ah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PjgAABAAAAAmAAAACAAAAL0/AAD/HwAA"/>
              </a:ext>
            </a:extLst>
          </p:cNvSpPr>
          <p:nvPr>
            <p:ph type="sldNum" idx="12"/>
          </p:nvPr>
        </p:nvSpPr>
        <p:spPr>
          <a:xfrm>
            <a:off x="3884930" y="8685530"/>
            <a:ext cx="2971800" cy="457200"/>
          </a:xfrm>
          <a:prstGeom prst="rect">
            <a:avLst/>
          </a:prstGeom>
          <a:noFill/>
          <a:ln>
            <a:noFill/>
          </a:ln>
        </p:spPr>
        <p:txBody>
          <a:bodyPr vert="horz" wrap="square" lIns="91440" tIns="45720" rIns="91440" bIns="45720" numCol="1" spcCol="215900" anchor="b">
            <a:prstTxWarp prst="textNoShape">
              <a:avLst/>
            </a:prstTxWarp>
          </a:bodyPr>
          <a:lstStyle/>
          <a:p>
            <a:pPr marL="0" marR="0" indent="0" algn="r">
              <a:lnSpc>
                <a:spcPct val="100000"/>
              </a:lnSpc>
              <a:spcBef>
                <a:spcPts val="0"/>
              </a:spcBef>
              <a:spcAft>
                <a:spcPts val="0"/>
              </a:spcAft>
              <a:buNone/>
            </a:pPr>
            <a:fld id="{3C25D079-37D1-7026-9F9D-C1739ED36994}" type="slidenum">
              <a:rPr lang="en-us" sz="1200" cap="none">
                <a:latin typeface="Calibri" pitchFamily="2" charset="0"/>
                <a:ea typeface="Calibri" pitchFamily="2" charset="0"/>
                <a:cs typeface="Calibri" pitchFamily="2" charset="0"/>
              </a:rPr>
              <a:t>5</a:t>
            </a:fld>
            <a:endParaRPr sz="1200" cap="none">
              <a:latin typeface="Calibri" pitchFamily="2" charset="0"/>
              <a:ea typeface="Calibri" pitchFamily="2" charset="0"/>
              <a:cs typeface="Calibri" pitchFamily="2" charset="0"/>
            </a:endParaRPr>
          </a:p>
        </p:txBody>
      </p:sp>
    </p:spTree>
  </p:cSld>
  <p:clrMapOvr>
    <a:overrideClrMapping bg1="lt1" tx1="dk1" bg2="dk2" tx2="lt2" accent1="accent1" accent2="accent2" accent3="accent3" accent4="accent4" accent5="accent5" accent6="accent6" hlink="hlink" folHlink="folHlink"/>
  </p:clrMapOvr>
</p:notes>
</file>

<file path=ppt/notesSlides/notesSlide6.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Google Shape;147;p6:notes"/>
          <p:cNvSpPr>
            <a:spLocks noGrp="1" noChangeArrowheads="1"/>
            <a:extLst>
              <a:ext uri="smNativeData">
                <pr:smNativeData xmlns:pr="smNativeData" xmlns="smNativeData" val="SMDATA_15_VL+6ahMAAAAlAAAACwAAAC0AAAAAWAIAADgEAADYJwAAUBk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APAAAAAQAAACMAAAAjAAAAIwAAAB4AAAAAAAAASwAAAEsAAAAA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WAIAADgEAADYJwAAUBkAABAAAAAmAAAACAAAAAEPAAD/HwAA"/>
              </a:ext>
            </a:extLst>
          </p:cNvSpPr>
          <p:nvPr>
            <p:ph type="sldImg" idx="2"/>
          </p:nvPr>
        </p:nvSpPr>
        <p:spPr>
          <a:xfrm>
            <a:off x="381000" y="685800"/>
            <a:ext cx="6096000" cy="3429000"/>
          </a:xfrm>
          <a:custGeom>
            <a:avLst/>
            <a:gdLst/>
            <a:ahLst/>
            <a:cxnLst/>
            <a:rect l="0" t="0" r="6096000" b="3429000"/>
            <a:pathLst>
              <a:path w="6096000" h="3429000" fill="none" extrusionOk="0">
                <a:moveTo>
                  <a:pt x="0" y="0"/>
                </a:moveTo>
                <a:lnTo>
                  <a:pt x="6096000" y="0"/>
                </a:lnTo>
                <a:lnTo>
                  <a:pt x="6096000" y="3429000"/>
                </a:lnTo>
                <a:lnTo>
                  <a:pt x="0" y="3429000"/>
                </a:lnTo>
                <a:close/>
              </a:path>
            </a:pathLst>
          </a:custGeom>
          <a:noFill/>
          <a:ln w="9525" cap="flat" cmpd="sng" algn="ctr">
            <a:solidFill>
              <a:srgbClr val="000000"/>
            </a:solidFill>
            <a:prstDash val="solid"/>
            <a:headEnd type="none"/>
            <a:tailEnd type="none"/>
          </a:ln>
        </p:spPr>
      </p:sp>
      <p:sp>
        <p:nvSpPr>
          <p:cNvPr id="3" name="Google Shape;148;p6:notes"/>
          <p:cNvSpPr>
            <a:spLocks noGrp="1" noChangeArrowheads="1"/>
            <a:extLst>
              <a:ext uri="smNativeData">
                <pr:smNativeData xmlns:pr="smNativeData" xmlns="smNativeData" val="SMDATA_15_VL+6ah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LgaAAD4JQAACDQAABAAAAAmAAAACAAAAL0/AAD/HwAA"/>
              </a:ext>
            </a:extLst>
          </p:cNvSpPr>
          <p:nvPr>
            <p:ph type="body" idx="1"/>
          </p:nvPr>
        </p:nvSpPr>
        <p:spPr>
          <a:xfrm>
            <a:off x="685800" y="4343400"/>
            <a:ext cx="5486400" cy="4114800"/>
          </a:xfrm>
          <a:prstGeom prst="rect">
            <a:avLst/>
          </a:prstGeom>
          <a:noFill/>
          <a:ln>
            <a:noFill/>
          </a:ln>
        </p:spPr>
        <p:txBody>
          <a:bodyPr vert="horz" wrap="square" lIns="91440" tIns="45720" rIns="91440" bIns="45720" numCol="1" spcCol="215900" anchor="t">
            <a:prstTxWarp prst="textNoShape">
              <a:avLst/>
            </a:prstTxWarp>
          </a:bodyPr>
          <a:lstStyle/>
          <a:p>
            <a:pPr/>
            <a:r>
              <a:t>Agora dataset reference: https://www.kaggle.com/datasets/philipjames11/dark-net-marketplace-drug-data-agora-20142015 . Used as scrubbed listing text only on fictional personas. No historical terror-financing examples. Benchmark and prototype scenario scope are distinguished. Replayed proof has zero weight and HOLD in the prototype.</a:t>
            </a:r>
          </a:p>
        </p:txBody>
      </p:sp>
      <p:sp>
        <p:nvSpPr>
          <p:cNvPr id="4" name="Google Shape;149;p6:notes"/>
          <p:cNvSpPr>
            <a:spLocks noGrp="1" noChangeArrowheads="1"/>
            <a:extLst>
              <a:ext uri="smNativeData">
                <pr:smNativeData xmlns:pr="smNativeData" xmlns="smNativeData" val="SMDATA_15_VL+6ah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PjgAABAAAAAmAAAACAAAAL0/AAD/HwAA"/>
              </a:ext>
            </a:extLst>
          </p:cNvSpPr>
          <p:nvPr>
            <p:ph type="sldNum" idx="12"/>
          </p:nvPr>
        </p:nvSpPr>
        <p:spPr>
          <a:xfrm>
            <a:off x="3884930" y="8685530"/>
            <a:ext cx="2971800" cy="457200"/>
          </a:xfrm>
          <a:prstGeom prst="rect">
            <a:avLst/>
          </a:prstGeom>
          <a:noFill/>
          <a:ln>
            <a:noFill/>
          </a:ln>
        </p:spPr>
        <p:txBody>
          <a:bodyPr vert="horz" wrap="square" lIns="91440" tIns="45720" rIns="91440" bIns="45720" numCol="1" spcCol="215900" anchor="b">
            <a:prstTxWarp prst="textNoShape">
              <a:avLst/>
            </a:prstTxWarp>
          </a:bodyPr>
          <a:lstStyle/>
          <a:p>
            <a:pPr marL="0" marR="0" indent="0" algn="r">
              <a:lnSpc>
                <a:spcPct val="100000"/>
              </a:lnSpc>
              <a:spcBef>
                <a:spcPts val="0"/>
              </a:spcBef>
              <a:spcAft>
                <a:spcPts val="0"/>
              </a:spcAft>
              <a:buNone/>
            </a:pPr>
            <a:fld id="{3C25FF90-DED1-7009-9F9D-285CB1D3697D}" type="slidenum">
              <a:rPr lang="en-us" sz="1200" cap="none">
                <a:latin typeface="Calibri" pitchFamily="2" charset="0"/>
                <a:ea typeface="Calibri" pitchFamily="2" charset="0"/>
                <a:cs typeface="Calibri" pitchFamily="2" charset="0"/>
              </a:rPr>
              <a:t>6</a:t>
            </a:fld>
            <a:endParaRPr sz="1200" cap="none">
              <a:latin typeface="Calibri" pitchFamily="2" charset="0"/>
              <a:ea typeface="Calibri" pitchFamily="2" charset="0"/>
              <a:cs typeface="Calibri" pitchFamily="2" charset="0"/>
            </a:endParaRPr>
          </a:p>
        </p:txBody>
      </p:sp>
    </p:spTree>
  </p:cSld>
  <p:clrMapOvr>
    <a:overrideClrMapping bg1="lt1" tx1="dk1" bg2="dk2" tx2="lt2" accent1="accent1" accent2="accent2" accent3="accent3" accent4="accent4" accent5="accent5" accent6="accent6" hlink="hlink" folHlink="folHlink"/>
  </p:clrMapOvr>
</p:notes>
</file>

<file path=ppt/slideLayouts/_rels/slideLayout1.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PhAnim="0" type="title">
  <p:cSld name="TITLE">
    <p:spTree>
      <p:nvGrpSpPr>
        <p:cNvPr id="1" name=""/>
        <p:cNvGrpSpPr/>
        <p:nvPr/>
      </p:nvGrpSpPr>
      <p:grpSpPr>
        <a:xfrm>
          <a:off x="0" y="0"/>
          <a:ext cx="0" cy="0"/>
          <a:chOff x="0" y="0"/>
          <a:chExt cx="0" cy="0"/>
        </a:xfrm>
      </p:grpSpPr>
      <p:sp>
        <p:nvSpPr>
          <p:cNvPr id="2" name="Google Shape;16;p2"/>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UAABsNAABgRQAAJhYAABAAAAAmAAAACAAAAD2wAAD/HwAA"/>
              </a:ext>
            </a:extLst>
          </p:cNvSpPr>
          <p:nvPr>
            <p:ph type="ctrTitle"/>
          </p:nvPr>
        </p:nvSpPr>
        <p:spPr>
          <a:xfrm>
            <a:off x="914400" y="2130425"/>
            <a:ext cx="10363200" cy="1470025"/>
          </a:xfrm>
          <a:noFill/>
          <a:ln>
            <a:noFill/>
          </a:ln>
        </p:spPr>
        <p:txBody>
          <a:bodyPr vert="horz" wrap="square" lIns="91440" tIns="45720" rIns="91440" bIns="45720" numCol="1" spcCol="215900" anchor="ctr">
            <a:prstTxWarp prst="textNoShape">
              <a:avLst/>
            </a:prstTxWarp>
          </a:bodyPr>
          <a:lstStyle>
            <a:lvl1pPr algn="ctr">
              <a:spcBef>
                <a:spcPts val="0"/>
              </a:spcBef>
              <a:spcAft>
                <a:spcPts val="0"/>
              </a:spcAft>
              <a:buNone/>
            </a:lvl1pPr>
            <a:lvl2pPr algn="ctr">
              <a:spcBef>
                <a:spcPts val="0"/>
              </a:spcBef>
              <a:spcAft>
                <a:spcPts val="0"/>
              </a:spcAft>
              <a:buNone/>
            </a:lvl2pPr>
            <a:lvl3pPr algn="ctr">
              <a:spcBef>
                <a:spcPts val="0"/>
              </a:spcBef>
              <a:spcAft>
                <a:spcPts val="0"/>
              </a:spcAft>
              <a:buNone/>
            </a:lvl3pPr>
            <a:lvl4pPr algn="ctr">
              <a:spcBef>
                <a:spcPts val="0"/>
              </a:spcBef>
              <a:spcAft>
                <a:spcPts val="0"/>
              </a:spcAft>
              <a:buNone/>
            </a:lvl4pPr>
            <a:lvl5pPr algn="ctr">
              <a:spcBef>
                <a:spcPts val="0"/>
              </a:spcBef>
              <a:spcAft>
                <a:spcPts val="0"/>
              </a:spcAft>
              <a:buNone/>
            </a:lvl5pPr>
            <a:lvl6pPr algn="ctr">
              <a:spcBef>
                <a:spcPts val="0"/>
              </a:spcBef>
              <a:spcAft>
                <a:spcPts val="0"/>
              </a:spcAft>
              <a:buNone/>
            </a:lvl6pPr>
            <a:lvl7pPr algn="ctr">
              <a:spcBef>
                <a:spcPts val="0"/>
              </a:spcBef>
              <a:spcAft>
                <a:spcPts val="0"/>
              </a:spcAft>
              <a:buNone/>
            </a:lvl7pPr>
            <a:lvl8pPr algn="ctr">
              <a:spcBef>
                <a:spcPts val="0"/>
              </a:spcBef>
              <a:spcAft>
                <a:spcPts val="0"/>
              </a:spcAft>
              <a:buNone/>
            </a:lvl8pPr>
            <a:lvl9pPr algn="ctr">
              <a:spcBef>
                <a:spcPts val="0"/>
              </a:spcBef>
              <a:spcAft>
                <a:spcPts val="0"/>
              </a:spcAft>
              <a:buNone/>
            </a:lvl9pPr>
          </a:lstStyle>
          <a:p>
            <a:pPr/>
          </a:p>
        </p:txBody>
      </p:sp>
      <p:sp>
        <p:nvSpPr>
          <p:cNvPr id="3" name="Google Shape;17;p2"/>
          <p:cNvSpPr>
            <a:spLocks noGrp="1" noChangeArrowheads="1"/>
            <a:extLst>
              <a:ext uri="smNativeData">
                <pr:smNativeData xmlns:pr="smNativeData" xmlns="smNativeData" val="SMDATA_15_VL+6ah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v7/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QAsAAOgXAADAPwAAsCIAABAAAAAmAAAACAAAAD2wAAD/HwAA"/>
              </a:ext>
            </a:extLst>
          </p:cNvSpPr>
          <p:nvPr>
            <p:ph type="subTitle" idx="1"/>
          </p:nvPr>
        </p:nvSpPr>
        <p:spPr>
          <a:xfrm>
            <a:off x="1828800" y="3886200"/>
            <a:ext cx="8534400" cy="1752600"/>
          </a:xfrm>
          <a:noFill/>
          <a:ln>
            <a:noFill/>
          </a:ln>
        </p:spPr>
        <p:txBody>
          <a:bodyPr vert="horz" wrap="square" lIns="91440" tIns="45720" rIns="91440" bIns="45720" numCol="1" spcCol="215900" anchor="t">
            <a:prstTxWarp prst="textNoShape">
              <a:avLst/>
            </a:prstTxWarp>
          </a:bodyPr>
          <a:lstStyle>
            <a:lvl1pPr algn="ctr">
              <a:spcBef>
                <a:spcPts val="640"/>
              </a:spcBef>
              <a:spcAft>
                <a:spcPts val="0"/>
              </a:spcAft>
              <a:buNone/>
              <a:defRPr cap="none">
                <a:solidFill>
                  <a:srgbClr val="888888"/>
                </a:solidFill>
              </a:defRPr>
            </a:lvl1pPr>
            <a:lvl2pPr algn="ctr">
              <a:spcBef>
                <a:spcPts val="560"/>
              </a:spcBef>
              <a:spcAft>
                <a:spcPts val="0"/>
              </a:spcAft>
              <a:buNone/>
              <a:defRPr cap="none">
                <a:solidFill>
                  <a:srgbClr val="888888"/>
                </a:solidFill>
              </a:defRPr>
            </a:lvl2pPr>
            <a:lvl3pPr algn="ctr">
              <a:spcBef>
                <a:spcPts val="480"/>
              </a:spcBef>
              <a:spcAft>
                <a:spcPts val="0"/>
              </a:spcAft>
              <a:buNone/>
              <a:defRPr cap="none">
                <a:solidFill>
                  <a:srgbClr val="888888"/>
                </a:solidFill>
              </a:defRPr>
            </a:lvl3pPr>
            <a:lvl4pPr algn="ctr">
              <a:spcBef>
                <a:spcPts val="400"/>
              </a:spcBef>
              <a:spcAft>
                <a:spcPts val="0"/>
              </a:spcAft>
              <a:buNone/>
              <a:defRPr cap="none">
                <a:solidFill>
                  <a:srgbClr val="888888"/>
                </a:solidFill>
              </a:defRPr>
            </a:lvl4pPr>
            <a:lvl5pPr algn="ctr">
              <a:spcBef>
                <a:spcPts val="400"/>
              </a:spcBef>
              <a:spcAft>
                <a:spcPts val="0"/>
              </a:spcAft>
              <a:buNone/>
              <a:defRPr cap="none">
                <a:solidFill>
                  <a:srgbClr val="888888"/>
                </a:solidFill>
              </a:defRPr>
            </a:lvl5pPr>
            <a:lvl6pPr algn="ctr">
              <a:spcBef>
                <a:spcPts val="400"/>
              </a:spcBef>
              <a:spcAft>
                <a:spcPts val="0"/>
              </a:spcAft>
              <a:buNone/>
              <a:defRPr cap="none">
                <a:solidFill>
                  <a:srgbClr val="888888"/>
                </a:solidFill>
              </a:defRPr>
            </a:lvl6pPr>
            <a:lvl7pPr algn="ctr">
              <a:spcBef>
                <a:spcPts val="400"/>
              </a:spcBef>
              <a:spcAft>
                <a:spcPts val="0"/>
              </a:spcAft>
              <a:buNone/>
              <a:defRPr cap="none">
                <a:solidFill>
                  <a:srgbClr val="888888"/>
                </a:solidFill>
              </a:defRPr>
            </a:lvl7pPr>
            <a:lvl8pPr algn="ctr">
              <a:spcBef>
                <a:spcPts val="400"/>
              </a:spcBef>
              <a:spcAft>
                <a:spcPts val="0"/>
              </a:spcAft>
              <a:buNone/>
              <a:defRPr cap="none">
                <a:solidFill>
                  <a:srgbClr val="888888"/>
                </a:solidFill>
              </a:defRPr>
            </a:lvl8pPr>
            <a:lvl9pPr algn="ctr">
              <a:spcBef>
                <a:spcPts val="400"/>
              </a:spcBef>
              <a:spcAft>
                <a:spcPts val="0"/>
              </a:spcAft>
              <a:buNone/>
              <a:defRPr cap="none">
                <a:solidFill>
                  <a:srgbClr val="888888"/>
                </a:solidFill>
              </a:defRPr>
            </a:lvl9pPr>
          </a:lstStyle>
          <a:p>
            <a:pPr/>
          </a:p>
        </p:txBody>
      </p:sp>
      <p:sp>
        <p:nvSpPr>
          <p:cNvPr id="4" name="Google Shape;18;p2"/>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onAABAFQAAWSkAABAAAAAmAAAACAAAADywAAD/HwAA"/>
              </a:ext>
            </a:extLst>
          </p:cNvSpPr>
          <p:nvPr>
            <p:ph type="dt" idx="10"/>
          </p:nvPr>
        </p:nvSpPr>
        <p:spPr>
          <a:noFill/>
          <a:ln>
            <a:noFill/>
          </a:ln>
        </p:spPr>
        <p:txBody>
          <a:bodyPr vert="horz" wrap="square" lIns="91440" tIns="45720" rIns="91440" bIns="45720" numCol="1" spcCol="215900" anchor="ctr">
            <a:prstTxWarp prst="textNoShape">
              <a:avLst/>
            </a:prstTxWarp>
          </a:bodyPr>
          <a:lstStyle>
            <a:lvl1pPr algn="l">
              <a:spcBef>
                <a:spcPts val="0"/>
              </a:spcBef>
              <a:spcAft>
                <a:spcPts val="0"/>
              </a:spcAft>
              <a:buNone/>
            </a:lvl1pPr>
            <a:lvl2pPr algn="l">
              <a:spcBef>
                <a:spcPts val="0"/>
              </a:spcBef>
              <a:spcAft>
                <a:spcPts val="0"/>
              </a:spcAft>
              <a:buNone/>
            </a:lvl2pPr>
            <a:lvl3pPr algn="l">
              <a:spcBef>
                <a:spcPts val="0"/>
              </a:spcBef>
              <a:spcAft>
                <a:spcPts val="0"/>
              </a:spcAft>
              <a:buNone/>
            </a:lvl3pPr>
            <a:lvl4pPr algn="l">
              <a:spcBef>
                <a:spcPts val="0"/>
              </a:spcBef>
              <a:spcAft>
                <a:spcPts val="0"/>
              </a:spcAft>
              <a:buNone/>
            </a:lvl4pPr>
            <a:lvl5pPr algn="l">
              <a:spcBef>
                <a:spcPts val="0"/>
              </a:spcBef>
              <a:spcAft>
                <a:spcPts val="0"/>
              </a:spcAft>
              <a:buNone/>
            </a:lvl5pPr>
            <a:lvl6pPr algn="l">
              <a:spcBef>
                <a:spcPts val="0"/>
              </a:spcBef>
              <a:spcAft>
                <a:spcPts val="0"/>
              </a:spcAft>
              <a:buNone/>
            </a:lvl6pPr>
            <a:lvl7pPr algn="l">
              <a:spcBef>
                <a:spcPts val="0"/>
              </a:spcBef>
              <a:spcAft>
                <a:spcPts val="0"/>
              </a:spcAft>
              <a:buNone/>
            </a:lvl7pPr>
            <a:lvl8pPr algn="l">
              <a:spcBef>
                <a:spcPts val="0"/>
              </a:spcBef>
              <a:spcAft>
                <a:spcPts val="0"/>
              </a:spcAft>
              <a:buNone/>
            </a:lvl8pPr>
            <a:lvl9pPr algn="l">
              <a:spcBef>
                <a:spcPts val="0"/>
              </a:spcBef>
              <a:spcAft>
                <a:spcPts val="0"/>
              </a:spcAft>
              <a:buNone/>
            </a:lvl9pPr>
          </a:lstStyle>
          <a:p>
            <a:pPr/>
          </a:p>
        </p:txBody>
      </p:sp>
      <p:sp>
        <p:nvSpPr>
          <p:cNvPr id="5" name="Google Shape;19;p2"/>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v7/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kAABonAABgMQAAWSkAABAAAAAmAAAACAAAADywAAD/HwAA"/>
              </a:ext>
            </a:extLst>
          </p:cNvSpPr>
          <p:nvPr>
            <p:ph type="ftr" idx="11"/>
          </p:nvPr>
        </p:nvSpPr>
        <p:spPr>
          <a:noFill/>
          <a:ln>
            <a:noFill/>
          </a:ln>
        </p:spPr>
        <p:txBody>
          <a:bodyPr vert="horz" wrap="square" lIns="91440" tIns="45720" rIns="91440" bIns="45720" numCol="1" spcCol="215900" anchor="ctr">
            <a:prstTxWarp prst="textNoShape">
              <a:avLst/>
            </a:prstTxWarp>
          </a:bodyPr>
          <a:lstStyle>
            <a:lvl1pPr algn="ctr">
              <a:spcBef>
                <a:spcPts val="0"/>
              </a:spcBef>
              <a:spcAft>
                <a:spcPts val="0"/>
              </a:spcAft>
              <a:buNone/>
            </a:lvl1pPr>
            <a:lvl2pPr algn="l">
              <a:spcBef>
                <a:spcPts val="0"/>
              </a:spcBef>
              <a:spcAft>
                <a:spcPts val="0"/>
              </a:spcAft>
              <a:buNone/>
            </a:lvl2pPr>
            <a:lvl3pPr algn="l">
              <a:spcBef>
                <a:spcPts val="0"/>
              </a:spcBef>
              <a:spcAft>
                <a:spcPts val="0"/>
              </a:spcAft>
              <a:buNone/>
            </a:lvl3pPr>
            <a:lvl4pPr algn="l">
              <a:spcBef>
                <a:spcPts val="0"/>
              </a:spcBef>
              <a:spcAft>
                <a:spcPts val="0"/>
              </a:spcAft>
              <a:buNone/>
            </a:lvl4pPr>
            <a:lvl5pPr algn="l">
              <a:spcBef>
                <a:spcPts val="0"/>
              </a:spcBef>
              <a:spcAft>
                <a:spcPts val="0"/>
              </a:spcAft>
              <a:buNone/>
            </a:lvl5pPr>
            <a:lvl6pPr algn="l">
              <a:spcBef>
                <a:spcPts val="0"/>
              </a:spcBef>
              <a:spcAft>
                <a:spcPts val="0"/>
              </a:spcAft>
              <a:buNone/>
            </a:lvl6pPr>
            <a:lvl7pPr algn="l">
              <a:spcBef>
                <a:spcPts val="0"/>
              </a:spcBef>
              <a:spcAft>
                <a:spcPts val="0"/>
              </a:spcAft>
              <a:buNone/>
            </a:lvl7pPr>
            <a:lvl8pPr algn="l">
              <a:spcBef>
                <a:spcPts val="0"/>
              </a:spcBef>
              <a:spcAft>
                <a:spcPts val="0"/>
              </a:spcAft>
              <a:buNone/>
            </a:lvl8pPr>
            <a:lvl9pPr algn="l">
              <a:spcBef>
                <a:spcPts val="0"/>
              </a:spcBef>
              <a:spcAft>
                <a:spcPts val="0"/>
              </a:spcAft>
              <a:buNone/>
            </a:lvl9pPr>
          </a:lstStyle>
          <a:p>
            <a:pPr/>
          </a:p>
        </p:txBody>
      </p:sp>
      <p:sp>
        <p:nvSpPr>
          <p:cNvPr id="6" name="Google Shape;20;p2"/>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DUAABonAABARwAAWSkAABAAAAAmAAAACAAAADywAAD/HwAA"/>
              </a:ext>
            </a:extLst>
          </p:cNvSpPr>
          <p:nvPr>
            <p:ph type="sldNum" idx="12"/>
          </p:nvPr>
        </p:nvSpPr>
        <p:spPr>
          <a:noFill/>
          <a:ln>
            <a:noFill/>
          </a:ln>
        </p:spPr>
        <p:txBody>
          <a:bodyPr vert="horz" wrap="square" lIns="91440" tIns="45720" rIns="91440" bIns="45720" numCol="1" spcCol="215900" anchor="ctr">
            <a:prstTxWarp prst="textNoShape">
              <a:avLst/>
            </a:prstTxWarp>
          </a:bodyPr>
          <a:lstStyle>
            <a:lvl1pPr marL="0" indent="0" algn="r">
              <a:spcBef>
                <a:spcPts val="0"/>
              </a:spcBef>
              <a:spcAft>
                <a:spcPts val="0"/>
              </a:spcAft>
              <a:buNone/>
              <a:defRPr sz="1200" b="0" i="0" u="none" strike="noStrike" cap="none">
                <a:solidFill>
                  <a:srgbClr val="898989"/>
                </a:solidFill>
                <a:latin typeface="Oswald" pitchFamily="0" charset="0"/>
                <a:ea typeface="Arial" pitchFamily="2" charset="0"/>
                <a:cs typeface="Arial" pitchFamily="2" charset="0"/>
              </a:defRPr>
            </a:lvl1pPr>
            <a:lvl2pPr marL="0" indent="0" algn="r">
              <a:spcBef>
                <a:spcPts val="0"/>
              </a:spcBef>
              <a:spcAft>
                <a:spcPts val="0"/>
              </a:spcAft>
              <a:buNone/>
              <a:defRPr sz="1200" b="0" i="0" u="none" strike="noStrike" cap="none">
                <a:solidFill>
                  <a:srgbClr val="898989"/>
                </a:solidFill>
                <a:latin typeface="Oswald" pitchFamily="0" charset="0"/>
                <a:ea typeface="Arial" pitchFamily="2" charset="0"/>
                <a:cs typeface="Arial" pitchFamily="2" charset="0"/>
              </a:defRPr>
            </a:lvl2pPr>
            <a:lvl3pPr marL="0" indent="0" algn="r">
              <a:spcBef>
                <a:spcPts val="0"/>
              </a:spcBef>
              <a:spcAft>
                <a:spcPts val="0"/>
              </a:spcAft>
              <a:buNone/>
              <a:defRPr sz="1200" b="0" i="0" u="none" strike="noStrike" cap="none">
                <a:solidFill>
                  <a:srgbClr val="898989"/>
                </a:solidFill>
                <a:latin typeface="Oswald" pitchFamily="0" charset="0"/>
                <a:ea typeface="Arial" pitchFamily="2" charset="0"/>
                <a:cs typeface="Arial" pitchFamily="2" charset="0"/>
              </a:defRPr>
            </a:lvl3pPr>
            <a:lvl4pPr marL="0" indent="0" algn="r">
              <a:spcBef>
                <a:spcPts val="0"/>
              </a:spcBef>
              <a:spcAft>
                <a:spcPts val="0"/>
              </a:spcAft>
              <a:buNone/>
              <a:defRPr sz="1200" b="0" i="0" u="none" strike="noStrike" cap="none">
                <a:solidFill>
                  <a:srgbClr val="898989"/>
                </a:solidFill>
                <a:latin typeface="Oswald" pitchFamily="0" charset="0"/>
                <a:ea typeface="Arial" pitchFamily="2" charset="0"/>
                <a:cs typeface="Arial" pitchFamily="2" charset="0"/>
              </a:defRPr>
            </a:lvl4pPr>
            <a:lvl5pPr marL="0" indent="0" algn="r">
              <a:spcBef>
                <a:spcPts val="0"/>
              </a:spcBef>
              <a:spcAft>
                <a:spcPts val="0"/>
              </a:spcAft>
              <a:buNone/>
              <a:defRPr sz="1200" b="0" i="0" u="none" strike="noStrike" cap="none">
                <a:solidFill>
                  <a:srgbClr val="898989"/>
                </a:solidFill>
                <a:latin typeface="Oswald" pitchFamily="0" charset="0"/>
                <a:ea typeface="Arial" pitchFamily="2" charset="0"/>
                <a:cs typeface="Arial" pitchFamily="2" charset="0"/>
              </a:defRPr>
            </a:lvl5pPr>
            <a:lvl6pPr marL="0" indent="0" algn="r">
              <a:spcBef>
                <a:spcPts val="0"/>
              </a:spcBef>
              <a:spcAft>
                <a:spcPts val="0"/>
              </a:spcAft>
              <a:buNone/>
              <a:defRPr sz="1200" b="0" i="0" u="none" strike="noStrike" cap="none">
                <a:solidFill>
                  <a:srgbClr val="898989"/>
                </a:solidFill>
                <a:latin typeface="Oswald" pitchFamily="0" charset="0"/>
                <a:ea typeface="Arial" pitchFamily="2" charset="0"/>
                <a:cs typeface="Arial" pitchFamily="2" charset="0"/>
              </a:defRPr>
            </a:lvl6pPr>
            <a:lvl7pPr marL="0" indent="0" algn="r">
              <a:spcBef>
                <a:spcPts val="0"/>
              </a:spcBef>
              <a:spcAft>
                <a:spcPts val="0"/>
              </a:spcAft>
              <a:buNone/>
              <a:defRPr sz="1200" b="0" i="0" u="none" strike="noStrike" cap="none">
                <a:solidFill>
                  <a:srgbClr val="898989"/>
                </a:solidFill>
                <a:latin typeface="Oswald" pitchFamily="0" charset="0"/>
                <a:ea typeface="Arial" pitchFamily="2" charset="0"/>
                <a:cs typeface="Arial" pitchFamily="2" charset="0"/>
              </a:defRPr>
            </a:lvl7pPr>
            <a:lvl8pPr marL="0" indent="0" algn="r">
              <a:spcBef>
                <a:spcPts val="0"/>
              </a:spcBef>
              <a:spcAft>
                <a:spcPts val="0"/>
              </a:spcAft>
              <a:buNone/>
              <a:defRPr sz="1200" b="0" i="0" u="none" strike="noStrike" cap="none">
                <a:solidFill>
                  <a:srgbClr val="898989"/>
                </a:solidFill>
                <a:latin typeface="Oswald" pitchFamily="0" charset="0"/>
                <a:ea typeface="Arial" pitchFamily="2" charset="0"/>
                <a:cs typeface="Arial" pitchFamily="2" charset="0"/>
              </a:defRPr>
            </a:lvl8pPr>
            <a:lvl9pPr marL="0" indent="0" algn="r">
              <a:spcBef>
                <a:spcPts val="0"/>
              </a:spcBef>
              <a:spcAft>
                <a:spcPts val="0"/>
              </a:spcAft>
              <a:buNone/>
              <a:defRPr sz="1200" b="0" i="0" u="none" strike="noStrike" cap="none">
                <a:solidFill>
                  <a:srgbClr val="898989"/>
                </a:solidFill>
                <a:latin typeface="Oswald" pitchFamily="0" charset="0"/>
                <a:ea typeface="Arial" pitchFamily="2" charset="0"/>
                <a:cs typeface="Arial" pitchFamily="2" charset="0"/>
              </a:defRPr>
            </a:lvl9pPr>
          </a:lstStyle>
          <a:p>
            <a:pPr marL="0" indent="0" algn="r">
              <a:spcBef>
                <a:spcPts val="0"/>
              </a:spcBef>
              <a:spcAft>
                <a:spcPts val="0"/>
              </a:spcAft>
              <a:buNone/>
            </a:pPr>
            <a:fld id="{3C25B539-77D1-7043-9F9D-8116FBD369D4}" type="slidenum">
              <a:rPr lang="en-us" cap="none"/>
              <a:t/>
            </a:fld>
          </a:p>
        </p:txBody>
      </p:sp>
    </p:spTree>
  </p:cSld>
  <p:clrMapOvr>
    <a:masterClrMapping/>
  </p:clrMapOvr>
  <p:hf hdr="0" ftr="0" dt="0"/>
</p:sldLayout>
</file>

<file path=ppt/slideLayouts/slideLayout2.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PhAnim="0" type="obj">
  <p:cSld name="OBJECT">
    <p:spTree>
      <p:nvGrpSpPr>
        <p:cNvPr id="1" name=""/>
        <p:cNvGrpSpPr/>
        <p:nvPr/>
      </p:nvGrpSpPr>
      <p:grpSpPr>
        <a:xfrm>
          <a:off x="0" y="0"/>
          <a:ext cx="0" cy="0"/>
          <a:chOff x="0" y="0"/>
          <a:chExt cx="0" cy="0"/>
        </a:xfrm>
      </p:grpSpPr>
      <p:sp>
        <p:nvSpPr>
          <p:cNvPr id="2" name="Google Shape;22;p3"/>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X///9ARwAAvQYAABAAAAAmAAAACAAAADywAAD/HwAA"/>
              </a:ext>
            </a:extLst>
          </p:cNvSpPr>
          <p:nvPr>
            <p:ph type="title"/>
          </p:nvPr>
        </p:nvSpPr>
        <p:spPr>
          <a:noFill/>
          <a:ln>
            <a:noFill/>
          </a:ln>
        </p:spPr>
        <p:txBody>
          <a:bodyPr vert="horz" wrap="square" lIns="91440" tIns="45720" rIns="91440" bIns="45720" numCol="1" spcCol="215900" anchor="ctr">
            <a:prstTxWarp prst="textNoShape">
              <a:avLst/>
            </a:prstTxWarp>
          </a:bodyPr>
          <a:lstStyle>
            <a:lvl1pPr algn="ctr">
              <a:spcBef>
                <a:spcPts val="0"/>
              </a:spcBef>
              <a:spcAft>
                <a:spcPts val="0"/>
              </a:spcAft>
              <a:buNone/>
            </a:lvl1pPr>
            <a:lvl2pPr algn="ctr">
              <a:spcBef>
                <a:spcPts val="0"/>
              </a:spcBef>
              <a:spcAft>
                <a:spcPts val="0"/>
              </a:spcAft>
              <a:buNone/>
            </a:lvl2pPr>
            <a:lvl3pPr algn="ctr">
              <a:spcBef>
                <a:spcPts val="0"/>
              </a:spcBef>
              <a:spcAft>
                <a:spcPts val="0"/>
              </a:spcAft>
              <a:buNone/>
            </a:lvl3pPr>
            <a:lvl4pPr algn="ctr">
              <a:spcBef>
                <a:spcPts val="0"/>
              </a:spcBef>
              <a:spcAft>
                <a:spcPts val="0"/>
              </a:spcAft>
              <a:buNone/>
            </a:lvl4pPr>
            <a:lvl5pPr algn="ctr">
              <a:spcBef>
                <a:spcPts val="0"/>
              </a:spcBef>
              <a:spcAft>
                <a:spcPts val="0"/>
              </a:spcAft>
              <a:buNone/>
            </a:lvl5pPr>
            <a:lvl6pPr algn="ctr">
              <a:spcBef>
                <a:spcPts val="0"/>
              </a:spcBef>
              <a:spcAft>
                <a:spcPts val="0"/>
              </a:spcAft>
              <a:buNone/>
            </a:lvl6pPr>
            <a:lvl7pPr algn="ctr">
              <a:spcBef>
                <a:spcPts val="0"/>
              </a:spcBef>
              <a:spcAft>
                <a:spcPts val="0"/>
              </a:spcAft>
              <a:buNone/>
            </a:lvl7pPr>
            <a:lvl8pPr algn="ctr">
              <a:spcBef>
                <a:spcPts val="0"/>
              </a:spcBef>
              <a:spcAft>
                <a:spcPts val="0"/>
              </a:spcAft>
              <a:buNone/>
            </a:lvl8pPr>
            <a:lvl9pPr algn="ctr">
              <a:spcBef>
                <a:spcPts val="0"/>
              </a:spcBef>
              <a:spcAft>
                <a:spcPts val="0"/>
              </a:spcAft>
              <a:buNone/>
            </a:lvl9pPr>
          </a:lstStyle>
          <a:p>
            <a:pPr/>
          </a:p>
        </p:txBody>
      </p:sp>
      <p:sp>
        <p:nvSpPr>
          <p:cNvPr id="3" name="Google Shape;23;p3"/>
          <p:cNvSpPr>
            <a:spLocks noGrp="1" noChangeArrowheads="1"/>
            <a:extLst>
              <a:ext uri="smNativeData">
                <pr:smNativeData xmlns:pr="smNativeData" xmlns="smNativeData" val="SMDATA_15_VL+6ah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0GAABARwAAsCUAABAAAAAmAAAACAAAADywAAD/HwAA"/>
              </a:ext>
            </a:extLst>
          </p:cNvSpPr>
          <p:nvPr>
            <p:ph idx="1"/>
          </p:nvPr>
        </p:nvSpPr>
        <p:spPr>
          <a:noFill/>
          <a:ln>
            <a:noFill/>
          </a:ln>
        </p:spPr>
        <p:txBody>
          <a:bodyPr vert="horz" wrap="square" lIns="91440" tIns="45720" rIns="91440" bIns="45720" numCol="1" spcCol="215900" anchor="t">
            <a:prstTxWarp prst="textNoShape">
              <a:avLst/>
            </a:prstTxWarp>
          </a:bodyPr>
          <a:lstStyle>
            <a:lvl1pPr marL="457200" indent="-342900" algn="l">
              <a:spcBef>
                <a:spcPts val="360"/>
              </a:spcBef>
              <a:spcAft>
                <a:spcPts val="0"/>
              </a:spcAft>
              <a:buClr>
                <a:srgbClr val="000000"/>
              </a:buClr>
              <a:buSzPts val="1800"/>
              <a:buChar char="•"/>
            </a:lvl1pPr>
            <a:lvl2pPr marL="914400" indent="-342900" algn="l">
              <a:spcBef>
                <a:spcPts val="360"/>
              </a:spcBef>
              <a:spcAft>
                <a:spcPts val="0"/>
              </a:spcAft>
              <a:buClr>
                <a:srgbClr val="000000"/>
              </a:buClr>
              <a:buSzPts val="1800"/>
              <a:buChar char="–"/>
            </a:lvl2pPr>
            <a:lvl3pPr marL="1371600" indent="-342900" algn="l">
              <a:spcBef>
                <a:spcPts val="360"/>
              </a:spcBef>
              <a:spcAft>
                <a:spcPts val="0"/>
              </a:spcAft>
              <a:buClr>
                <a:srgbClr val="000000"/>
              </a:buClr>
              <a:buSzPts val="1800"/>
              <a:buChar char="•"/>
            </a:lvl3pPr>
            <a:lvl4pPr marL="1828800" indent="-342900" algn="l">
              <a:spcBef>
                <a:spcPts val="360"/>
              </a:spcBef>
              <a:spcAft>
                <a:spcPts val="0"/>
              </a:spcAft>
              <a:buClr>
                <a:srgbClr val="000000"/>
              </a:buClr>
              <a:buSzPts val="1800"/>
              <a:buChar char="–"/>
            </a:lvl4pPr>
            <a:lvl5pPr marL="2286000" indent="-342900" algn="l">
              <a:spcBef>
                <a:spcPts val="360"/>
              </a:spcBef>
              <a:spcAft>
                <a:spcPts val="0"/>
              </a:spcAft>
              <a:buClr>
                <a:srgbClr val="000000"/>
              </a:buClr>
              <a:buSzPts val="1800"/>
              <a:buChar char="»"/>
            </a:lvl5pPr>
            <a:lvl6pPr marL="2743200" indent="-342900" algn="l">
              <a:spcBef>
                <a:spcPts val="360"/>
              </a:spcBef>
              <a:spcAft>
                <a:spcPts val="0"/>
              </a:spcAft>
              <a:buClr>
                <a:srgbClr val="000000"/>
              </a:buClr>
              <a:buSzPts val="1800"/>
              <a:buChar char="•"/>
            </a:lvl6pPr>
            <a:lvl7pPr marL="3200400" indent="-342900" algn="l">
              <a:spcBef>
                <a:spcPts val="360"/>
              </a:spcBef>
              <a:spcAft>
                <a:spcPts val="0"/>
              </a:spcAft>
              <a:buClr>
                <a:srgbClr val="000000"/>
              </a:buClr>
              <a:buSzPts val="1800"/>
              <a:buChar char="•"/>
            </a:lvl7pPr>
            <a:lvl8pPr marL="3657600" indent="-342900" algn="l">
              <a:spcBef>
                <a:spcPts val="360"/>
              </a:spcBef>
              <a:spcAft>
                <a:spcPts val="0"/>
              </a:spcAft>
              <a:buClr>
                <a:srgbClr val="000000"/>
              </a:buClr>
              <a:buSzPts val="1800"/>
              <a:buChar char="•"/>
            </a:lvl8pPr>
            <a:lvl9pPr marL="4114800" indent="-342900" algn="l">
              <a:spcBef>
                <a:spcPts val="360"/>
              </a:spcBef>
              <a:spcAft>
                <a:spcPts val="0"/>
              </a:spcAft>
              <a:buClr>
                <a:srgbClr val="000000"/>
              </a:buClr>
              <a:buSzPts val="1800"/>
              <a:buChar char="•"/>
            </a:lvl9pPr>
          </a:lstStyle>
          <a:p>
            <a:pPr/>
          </a:p>
        </p:txBody>
      </p:sp>
      <p:sp>
        <p:nvSpPr>
          <p:cNvPr id="4" name="Google Shape;24;p3"/>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onAABAFQAAWSkAABAAAAAmAAAACAAAADywAAD/HwAA"/>
              </a:ext>
            </a:extLst>
          </p:cNvSpPr>
          <p:nvPr>
            <p:ph type="dt" idx="10"/>
          </p:nvPr>
        </p:nvSpPr>
        <p:spPr>
          <a:noFill/>
          <a:ln>
            <a:noFill/>
          </a:ln>
        </p:spPr>
        <p:txBody>
          <a:bodyPr vert="horz" wrap="square" lIns="91440" tIns="45720" rIns="91440" bIns="45720" numCol="1" spcCol="215900" anchor="ctr">
            <a:prstTxWarp prst="textNoShape">
              <a:avLst/>
            </a:prstTxWarp>
          </a:bodyPr>
          <a:lstStyle>
            <a:lvl1pPr algn="l">
              <a:spcBef>
                <a:spcPts val="0"/>
              </a:spcBef>
              <a:spcAft>
                <a:spcPts val="0"/>
              </a:spcAft>
              <a:buNone/>
            </a:lvl1pPr>
            <a:lvl2pPr algn="l">
              <a:spcBef>
                <a:spcPts val="0"/>
              </a:spcBef>
              <a:spcAft>
                <a:spcPts val="0"/>
              </a:spcAft>
              <a:buNone/>
            </a:lvl2pPr>
            <a:lvl3pPr algn="l">
              <a:spcBef>
                <a:spcPts val="0"/>
              </a:spcBef>
              <a:spcAft>
                <a:spcPts val="0"/>
              </a:spcAft>
              <a:buNone/>
            </a:lvl3pPr>
            <a:lvl4pPr algn="l">
              <a:spcBef>
                <a:spcPts val="0"/>
              </a:spcBef>
              <a:spcAft>
                <a:spcPts val="0"/>
              </a:spcAft>
              <a:buNone/>
            </a:lvl4pPr>
            <a:lvl5pPr algn="l">
              <a:spcBef>
                <a:spcPts val="0"/>
              </a:spcBef>
              <a:spcAft>
                <a:spcPts val="0"/>
              </a:spcAft>
              <a:buNone/>
            </a:lvl5pPr>
            <a:lvl6pPr algn="l">
              <a:spcBef>
                <a:spcPts val="0"/>
              </a:spcBef>
              <a:spcAft>
                <a:spcPts val="0"/>
              </a:spcAft>
              <a:buNone/>
            </a:lvl6pPr>
            <a:lvl7pPr algn="l">
              <a:spcBef>
                <a:spcPts val="0"/>
              </a:spcBef>
              <a:spcAft>
                <a:spcPts val="0"/>
              </a:spcAft>
              <a:buNone/>
            </a:lvl7pPr>
            <a:lvl8pPr algn="l">
              <a:spcBef>
                <a:spcPts val="0"/>
              </a:spcBef>
              <a:spcAft>
                <a:spcPts val="0"/>
              </a:spcAft>
              <a:buNone/>
            </a:lvl8pPr>
            <a:lvl9pPr algn="l">
              <a:spcBef>
                <a:spcPts val="0"/>
              </a:spcBef>
              <a:spcAft>
                <a:spcPts val="0"/>
              </a:spcAft>
              <a:buNone/>
            </a:lvl9pPr>
          </a:lstStyle>
          <a:p>
            <a:pPr/>
          </a:p>
        </p:txBody>
      </p:sp>
      <p:sp>
        <p:nvSpPr>
          <p:cNvPr id="5" name="Google Shape;25;p3"/>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kAABonAABgMQAAWSkAABAAAAAmAAAACAAAADywAAD/HwAA"/>
              </a:ext>
            </a:extLst>
          </p:cNvSpPr>
          <p:nvPr>
            <p:ph type="ftr" idx="11"/>
          </p:nvPr>
        </p:nvSpPr>
        <p:spPr>
          <a:noFill/>
          <a:ln>
            <a:noFill/>
          </a:ln>
        </p:spPr>
        <p:txBody>
          <a:bodyPr vert="horz" wrap="square" lIns="91440" tIns="45720" rIns="91440" bIns="45720" numCol="1" spcCol="215900" anchor="ctr">
            <a:prstTxWarp prst="textNoShape">
              <a:avLst/>
            </a:prstTxWarp>
          </a:bodyPr>
          <a:lstStyle>
            <a:lvl1pPr algn="ctr">
              <a:spcBef>
                <a:spcPts val="0"/>
              </a:spcBef>
              <a:spcAft>
                <a:spcPts val="0"/>
              </a:spcAft>
              <a:buNone/>
            </a:lvl1pPr>
            <a:lvl2pPr algn="l">
              <a:spcBef>
                <a:spcPts val="0"/>
              </a:spcBef>
              <a:spcAft>
                <a:spcPts val="0"/>
              </a:spcAft>
              <a:buNone/>
            </a:lvl2pPr>
            <a:lvl3pPr algn="l">
              <a:spcBef>
                <a:spcPts val="0"/>
              </a:spcBef>
              <a:spcAft>
                <a:spcPts val="0"/>
              </a:spcAft>
              <a:buNone/>
            </a:lvl3pPr>
            <a:lvl4pPr algn="l">
              <a:spcBef>
                <a:spcPts val="0"/>
              </a:spcBef>
              <a:spcAft>
                <a:spcPts val="0"/>
              </a:spcAft>
              <a:buNone/>
            </a:lvl4pPr>
            <a:lvl5pPr algn="l">
              <a:spcBef>
                <a:spcPts val="0"/>
              </a:spcBef>
              <a:spcAft>
                <a:spcPts val="0"/>
              </a:spcAft>
              <a:buNone/>
            </a:lvl5pPr>
            <a:lvl6pPr algn="l">
              <a:spcBef>
                <a:spcPts val="0"/>
              </a:spcBef>
              <a:spcAft>
                <a:spcPts val="0"/>
              </a:spcAft>
              <a:buNone/>
            </a:lvl6pPr>
            <a:lvl7pPr algn="l">
              <a:spcBef>
                <a:spcPts val="0"/>
              </a:spcBef>
              <a:spcAft>
                <a:spcPts val="0"/>
              </a:spcAft>
              <a:buNone/>
            </a:lvl7pPr>
            <a:lvl8pPr algn="l">
              <a:spcBef>
                <a:spcPts val="0"/>
              </a:spcBef>
              <a:spcAft>
                <a:spcPts val="0"/>
              </a:spcAft>
              <a:buNone/>
            </a:lvl8pPr>
            <a:lvl9pPr algn="l">
              <a:spcBef>
                <a:spcPts val="0"/>
              </a:spcBef>
              <a:spcAft>
                <a:spcPts val="0"/>
              </a:spcAft>
              <a:buNone/>
            </a:lvl9pPr>
          </a:lstStyle>
          <a:p>
            <a:pPr/>
          </a:p>
        </p:txBody>
      </p:sp>
      <p:sp>
        <p:nvSpPr>
          <p:cNvPr id="6" name="Google Shape;26;p3"/>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v7/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DUAABonAABARwAAWSkAABAAAAAmAAAACAAAADywAAD/HwAA"/>
              </a:ext>
            </a:extLst>
          </p:cNvSpPr>
          <p:nvPr>
            <p:ph type="sldNum" idx="12"/>
          </p:nvPr>
        </p:nvSpPr>
        <p:spPr>
          <a:noFill/>
          <a:ln>
            <a:noFill/>
          </a:ln>
        </p:spPr>
        <p:txBody>
          <a:bodyPr vert="horz" wrap="square" lIns="91440" tIns="45720" rIns="91440" bIns="45720" numCol="1" spcCol="215900" anchor="ctr">
            <a:prstTxWarp prst="textNoShape">
              <a:avLst/>
            </a:prstTxWarp>
          </a:bodyPr>
          <a:lstStyle>
            <a:lvl1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1pPr>
            <a:lvl2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2pPr>
            <a:lvl3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3pPr>
            <a:lvl4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4pPr>
            <a:lvl5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5pPr>
            <a:lvl6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6pPr>
            <a:lvl7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7pPr>
            <a:lvl8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8pPr>
            <a:lvl9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9pPr>
          </a:lstStyle>
          <a:p>
            <a:pPr marL="0" indent="0" algn="r">
              <a:spcBef>
                <a:spcPts val="0"/>
              </a:spcBef>
              <a:spcAft>
                <a:spcPts val="0"/>
              </a:spcAft>
              <a:buNone/>
            </a:pPr>
            <a:fld id="{3C25BE7D-33D1-7048-9F9D-C51DF0D36990}" type="slidenum">
              <a:rPr lang="en-us" cap="none"/>
              <a:t>3</a:t>
            </a:fld>
          </a:p>
        </p:txBody>
      </p:sp>
    </p:spTree>
  </p:cSld>
  <p:clrMapOvr>
    <a:masterClrMapping/>
  </p:clrMapOvr>
  <p:hf hdr="0" ftr="0" dt="0"/>
</p:sldLayout>
</file>

<file path=ppt/slideLayouts/slideLayout3.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PhAnim="0" type="secHead">
  <p:cSld name="SECTION_HEADER">
    <p:spTree>
      <p:nvGrpSpPr>
        <p:cNvPr id="1" name=""/>
        <p:cNvGrpSpPr/>
        <p:nvPr/>
      </p:nvGrpSpPr>
      <p:grpSpPr>
        <a:xfrm>
          <a:off x="0" y="0"/>
          <a:ext cx="0" cy="0"/>
          <a:chOff x="0" y="0"/>
          <a:chExt cx="0" cy="0"/>
        </a:xfrm>
      </p:grpSpPr>
      <p:sp>
        <p:nvSpPr>
          <p:cNvPr id="2" name="Google Shape;28;p4"/>
          <p:cNvSpPr>
            <a:spLocks noGrp="1" noChangeArrowheads="1"/>
            <a:extLst>
              <a:ext uri="smNativeData">
                <pr:smNativeData xmlns:pr="smNativeData" xmlns="smNativeData" val="SMDATA_15_VL+6ah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7QUAABwbAACtRQAAfSMAABAAAAAmAAAACAAAAL2wAAD/HwAA"/>
              </a:ext>
            </a:extLst>
          </p:cNvSpPr>
          <p:nvPr>
            <p:ph type="title"/>
          </p:nvPr>
        </p:nvSpPr>
        <p:spPr>
          <a:xfrm>
            <a:off x="963295" y="4406900"/>
            <a:ext cx="10363200" cy="1362075"/>
          </a:xfrm>
          <a:noFill/>
          <a:ln>
            <a:noFill/>
          </a:ln>
        </p:spPr>
        <p:txBody>
          <a:bodyPr vert="horz" wrap="square" lIns="91440" tIns="45720" rIns="91440" bIns="45720" numCol="1" spcCol="215900" anchor="t">
            <a:prstTxWarp prst="textNoShape">
              <a:avLst/>
            </a:prstTxWarp>
          </a:bodyPr>
          <a:lstStyle>
            <a:lvl1pPr algn="l">
              <a:spcBef>
                <a:spcPts val="0"/>
              </a:spcBef>
              <a:spcAft>
                <a:spcPts val="0"/>
              </a:spcAft>
              <a:buNone/>
              <a:defRPr sz="4000" b="1" cap="none"/>
            </a:lvl1pPr>
            <a:lvl2pPr algn="ctr">
              <a:spcBef>
                <a:spcPts val="0"/>
              </a:spcBef>
              <a:spcAft>
                <a:spcPts val="0"/>
              </a:spcAft>
              <a:buNone/>
            </a:lvl2pPr>
            <a:lvl3pPr algn="ctr">
              <a:spcBef>
                <a:spcPts val="0"/>
              </a:spcBef>
              <a:spcAft>
                <a:spcPts val="0"/>
              </a:spcAft>
              <a:buNone/>
            </a:lvl3pPr>
            <a:lvl4pPr algn="ctr">
              <a:spcBef>
                <a:spcPts val="0"/>
              </a:spcBef>
              <a:spcAft>
                <a:spcPts val="0"/>
              </a:spcAft>
              <a:buNone/>
            </a:lvl4pPr>
            <a:lvl5pPr algn="ctr">
              <a:spcBef>
                <a:spcPts val="0"/>
              </a:spcBef>
              <a:spcAft>
                <a:spcPts val="0"/>
              </a:spcAft>
              <a:buNone/>
            </a:lvl5pPr>
            <a:lvl6pPr algn="ctr">
              <a:spcBef>
                <a:spcPts val="0"/>
              </a:spcBef>
              <a:spcAft>
                <a:spcPts val="0"/>
              </a:spcAft>
              <a:buNone/>
            </a:lvl6pPr>
            <a:lvl7pPr algn="ctr">
              <a:spcBef>
                <a:spcPts val="0"/>
              </a:spcBef>
              <a:spcAft>
                <a:spcPts val="0"/>
              </a:spcAft>
              <a:buNone/>
            </a:lvl7pPr>
            <a:lvl8pPr algn="ctr">
              <a:spcBef>
                <a:spcPts val="0"/>
              </a:spcBef>
              <a:spcAft>
                <a:spcPts val="0"/>
              </a:spcAft>
              <a:buNone/>
            </a:lvl8pPr>
            <a:lvl9pPr algn="ctr">
              <a:spcBef>
                <a:spcPts val="0"/>
              </a:spcBef>
              <a:spcAft>
                <a:spcPts val="0"/>
              </a:spcAft>
              <a:buNone/>
            </a:lvl9pPr>
          </a:lstStyle>
          <a:p>
            <a:pPr/>
          </a:p>
        </p:txBody>
      </p:sp>
      <p:sp>
        <p:nvSpPr>
          <p:cNvPr id="3" name="Google Shape;29;p4"/>
          <p:cNvSpPr>
            <a:spLocks noGrp="1" noChangeArrowheads="1"/>
            <a:extLst>
              <a:ext uri="smNativeData">
                <pr:smNativeData xmlns:pr="smNativeData" xmlns="smNativeData" val="SMDATA_15_VL+6ah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7QUAAOIRAACtRQAAHBsAABAAAAAmAAAACAAAAL2wAAD/HwAA"/>
              </a:ext>
            </a:extLst>
          </p:cNvSpPr>
          <p:nvPr>
            <p:ph idx="1"/>
          </p:nvPr>
        </p:nvSpPr>
        <p:spPr>
          <a:xfrm>
            <a:off x="963295" y="2907030"/>
            <a:ext cx="10363200" cy="1499870"/>
          </a:xfrm>
          <a:noFill/>
          <a:ln>
            <a:noFill/>
          </a:ln>
        </p:spPr>
        <p:txBody>
          <a:bodyPr vert="horz" wrap="square" lIns="91440" tIns="45720" rIns="91440" bIns="45720" numCol="1" spcCol="215900" anchor="b">
            <a:prstTxWarp prst="textNoShape">
              <a:avLst/>
            </a:prstTxWarp>
          </a:bodyPr>
          <a:lstStyle>
            <a:lvl1pPr marL="457200" indent="-228600" algn="l">
              <a:spcBef>
                <a:spcPts val="400"/>
              </a:spcBef>
              <a:spcAft>
                <a:spcPts val="0"/>
              </a:spcAft>
              <a:buNone/>
              <a:defRPr sz="2000" cap="none">
                <a:solidFill>
                  <a:srgbClr val="888888"/>
                </a:solidFill>
              </a:defRPr>
            </a:lvl1pPr>
            <a:lvl2pPr marL="914400" indent="-228600" algn="l">
              <a:spcBef>
                <a:spcPts val="360"/>
              </a:spcBef>
              <a:spcAft>
                <a:spcPts val="0"/>
              </a:spcAft>
              <a:buNone/>
              <a:defRPr sz="1800" cap="none">
                <a:solidFill>
                  <a:srgbClr val="888888"/>
                </a:solidFill>
              </a:defRPr>
            </a:lvl2pPr>
            <a:lvl3pPr marL="1371600" indent="-228600" algn="l">
              <a:spcBef>
                <a:spcPts val="320"/>
              </a:spcBef>
              <a:spcAft>
                <a:spcPts val="0"/>
              </a:spcAft>
              <a:buNone/>
              <a:defRPr sz="1600" cap="none">
                <a:solidFill>
                  <a:srgbClr val="888888"/>
                </a:solidFill>
              </a:defRPr>
            </a:lvl3pPr>
            <a:lvl4pPr marL="1828800" indent="-228600" algn="l">
              <a:spcBef>
                <a:spcPts val="280"/>
              </a:spcBef>
              <a:spcAft>
                <a:spcPts val="0"/>
              </a:spcAft>
              <a:buNone/>
              <a:defRPr sz="1400" cap="none">
                <a:solidFill>
                  <a:srgbClr val="888888"/>
                </a:solidFill>
              </a:defRPr>
            </a:lvl4pPr>
            <a:lvl5pPr marL="2286000" indent="-228600" algn="l">
              <a:spcBef>
                <a:spcPts val="280"/>
              </a:spcBef>
              <a:spcAft>
                <a:spcPts val="0"/>
              </a:spcAft>
              <a:buNone/>
              <a:defRPr sz="1400" cap="none">
                <a:solidFill>
                  <a:srgbClr val="888888"/>
                </a:solidFill>
              </a:defRPr>
            </a:lvl5pPr>
            <a:lvl6pPr marL="2743200" indent="-228600" algn="l">
              <a:spcBef>
                <a:spcPts val="280"/>
              </a:spcBef>
              <a:spcAft>
                <a:spcPts val="0"/>
              </a:spcAft>
              <a:buNone/>
              <a:defRPr sz="1400" cap="none">
                <a:solidFill>
                  <a:srgbClr val="888888"/>
                </a:solidFill>
              </a:defRPr>
            </a:lvl6pPr>
            <a:lvl7pPr marL="3200400" indent="-228600" algn="l">
              <a:spcBef>
                <a:spcPts val="280"/>
              </a:spcBef>
              <a:spcAft>
                <a:spcPts val="0"/>
              </a:spcAft>
              <a:buNone/>
              <a:defRPr sz="1400" cap="none">
                <a:solidFill>
                  <a:srgbClr val="888888"/>
                </a:solidFill>
              </a:defRPr>
            </a:lvl7pPr>
            <a:lvl8pPr marL="3657600" indent="-228600" algn="l">
              <a:spcBef>
                <a:spcPts val="280"/>
              </a:spcBef>
              <a:spcAft>
                <a:spcPts val="0"/>
              </a:spcAft>
              <a:buNone/>
              <a:defRPr sz="1400" cap="none">
                <a:solidFill>
                  <a:srgbClr val="888888"/>
                </a:solidFill>
              </a:defRPr>
            </a:lvl8pPr>
            <a:lvl9pPr marL="4114800" indent="-228600" algn="l">
              <a:spcBef>
                <a:spcPts val="280"/>
              </a:spcBef>
              <a:spcAft>
                <a:spcPts val="0"/>
              </a:spcAft>
              <a:buNone/>
              <a:defRPr sz="1400" cap="none">
                <a:solidFill>
                  <a:srgbClr val="888888"/>
                </a:solidFill>
              </a:defRPr>
            </a:lvl9pPr>
          </a:lstStyle>
          <a:p>
            <a:pPr/>
          </a:p>
        </p:txBody>
      </p:sp>
      <p:sp>
        <p:nvSpPr>
          <p:cNvPr id="4" name="Google Shape;30;p4"/>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onAABAFQAAWSkAABAAAAAmAAAACAAAADywAAD/HwAA"/>
              </a:ext>
            </a:extLst>
          </p:cNvSpPr>
          <p:nvPr>
            <p:ph type="dt" idx="10"/>
          </p:nvPr>
        </p:nvSpPr>
        <p:spPr>
          <a:noFill/>
          <a:ln>
            <a:noFill/>
          </a:ln>
        </p:spPr>
        <p:txBody>
          <a:bodyPr vert="horz" wrap="square" lIns="91440" tIns="45720" rIns="91440" bIns="45720" numCol="1" spcCol="215900" anchor="ctr">
            <a:prstTxWarp prst="textNoShape">
              <a:avLst/>
            </a:prstTxWarp>
          </a:bodyPr>
          <a:lstStyle>
            <a:lvl1pPr algn="l">
              <a:spcBef>
                <a:spcPts val="0"/>
              </a:spcBef>
              <a:spcAft>
                <a:spcPts val="0"/>
              </a:spcAft>
              <a:buNone/>
            </a:lvl1pPr>
            <a:lvl2pPr algn="l">
              <a:spcBef>
                <a:spcPts val="0"/>
              </a:spcBef>
              <a:spcAft>
                <a:spcPts val="0"/>
              </a:spcAft>
              <a:buNone/>
            </a:lvl2pPr>
            <a:lvl3pPr algn="l">
              <a:spcBef>
                <a:spcPts val="0"/>
              </a:spcBef>
              <a:spcAft>
                <a:spcPts val="0"/>
              </a:spcAft>
              <a:buNone/>
            </a:lvl3pPr>
            <a:lvl4pPr algn="l">
              <a:spcBef>
                <a:spcPts val="0"/>
              </a:spcBef>
              <a:spcAft>
                <a:spcPts val="0"/>
              </a:spcAft>
              <a:buNone/>
            </a:lvl4pPr>
            <a:lvl5pPr algn="l">
              <a:spcBef>
                <a:spcPts val="0"/>
              </a:spcBef>
              <a:spcAft>
                <a:spcPts val="0"/>
              </a:spcAft>
              <a:buNone/>
            </a:lvl5pPr>
            <a:lvl6pPr algn="l">
              <a:spcBef>
                <a:spcPts val="0"/>
              </a:spcBef>
              <a:spcAft>
                <a:spcPts val="0"/>
              </a:spcAft>
              <a:buNone/>
            </a:lvl6pPr>
            <a:lvl7pPr algn="l">
              <a:spcBef>
                <a:spcPts val="0"/>
              </a:spcBef>
              <a:spcAft>
                <a:spcPts val="0"/>
              </a:spcAft>
              <a:buNone/>
            </a:lvl7pPr>
            <a:lvl8pPr algn="l">
              <a:spcBef>
                <a:spcPts val="0"/>
              </a:spcBef>
              <a:spcAft>
                <a:spcPts val="0"/>
              </a:spcAft>
              <a:buNone/>
            </a:lvl8pPr>
            <a:lvl9pPr algn="l">
              <a:spcBef>
                <a:spcPts val="0"/>
              </a:spcBef>
              <a:spcAft>
                <a:spcPts val="0"/>
              </a:spcAft>
              <a:buNone/>
            </a:lvl9pPr>
          </a:lstStyle>
          <a:p>
            <a:pPr/>
          </a:p>
        </p:txBody>
      </p:sp>
      <p:sp>
        <p:nvSpPr>
          <p:cNvPr id="5" name="Google Shape;31;p4"/>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kAABonAABgMQAAWSkAABAAAAAmAAAACAAAADywAAD/HwAA"/>
              </a:ext>
            </a:extLst>
          </p:cNvSpPr>
          <p:nvPr>
            <p:ph type="ftr" idx="11"/>
          </p:nvPr>
        </p:nvSpPr>
        <p:spPr>
          <a:noFill/>
          <a:ln>
            <a:noFill/>
          </a:ln>
        </p:spPr>
        <p:txBody>
          <a:bodyPr vert="horz" wrap="square" lIns="91440" tIns="45720" rIns="91440" bIns="45720" numCol="1" spcCol="215900" anchor="ctr">
            <a:prstTxWarp prst="textNoShape">
              <a:avLst/>
            </a:prstTxWarp>
          </a:bodyPr>
          <a:lstStyle>
            <a:lvl1pPr algn="ctr">
              <a:spcBef>
                <a:spcPts val="0"/>
              </a:spcBef>
              <a:spcAft>
                <a:spcPts val="0"/>
              </a:spcAft>
              <a:buNone/>
            </a:lvl1pPr>
            <a:lvl2pPr algn="l">
              <a:spcBef>
                <a:spcPts val="0"/>
              </a:spcBef>
              <a:spcAft>
                <a:spcPts val="0"/>
              </a:spcAft>
              <a:buNone/>
            </a:lvl2pPr>
            <a:lvl3pPr algn="l">
              <a:spcBef>
                <a:spcPts val="0"/>
              </a:spcBef>
              <a:spcAft>
                <a:spcPts val="0"/>
              </a:spcAft>
              <a:buNone/>
            </a:lvl3pPr>
            <a:lvl4pPr algn="l">
              <a:spcBef>
                <a:spcPts val="0"/>
              </a:spcBef>
              <a:spcAft>
                <a:spcPts val="0"/>
              </a:spcAft>
              <a:buNone/>
            </a:lvl4pPr>
            <a:lvl5pPr algn="l">
              <a:spcBef>
                <a:spcPts val="0"/>
              </a:spcBef>
              <a:spcAft>
                <a:spcPts val="0"/>
              </a:spcAft>
              <a:buNone/>
            </a:lvl5pPr>
            <a:lvl6pPr algn="l">
              <a:spcBef>
                <a:spcPts val="0"/>
              </a:spcBef>
              <a:spcAft>
                <a:spcPts val="0"/>
              </a:spcAft>
              <a:buNone/>
            </a:lvl6pPr>
            <a:lvl7pPr algn="l">
              <a:spcBef>
                <a:spcPts val="0"/>
              </a:spcBef>
              <a:spcAft>
                <a:spcPts val="0"/>
              </a:spcAft>
              <a:buNone/>
            </a:lvl7pPr>
            <a:lvl8pPr algn="l">
              <a:spcBef>
                <a:spcPts val="0"/>
              </a:spcBef>
              <a:spcAft>
                <a:spcPts val="0"/>
              </a:spcAft>
              <a:buNone/>
            </a:lvl8pPr>
            <a:lvl9pPr algn="l">
              <a:spcBef>
                <a:spcPts val="0"/>
              </a:spcBef>
              <a:spcAft>
                <a:spcPts val="0"/>
              </a:spcAft>
              <a:buNone/>
            </a:lvl9pPr>
          </a:lstStyle>
          <a:p>
            <a:pPr/>
          </a:p>
        </p:txBody>
      </p:sp>
      <p:sp>
        <p:nvSpPr>
          <p:cNvPr id="6" name="Google Shape;32;p4"/>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DUAABonAABARwAAWSkAABAAAAAmAAAACAAAADywAAD/HwAA"/>
              </a:ext>
            </a:extLst>
          </p:cNvSpPr>
          <p:nvPr>
            <p:ph type="sldNum" idx="12"/>
          </p:nvPr>
        </p:nvSpPr>
        <p:spPr>
          <a:noFill/>
          <a:ln>
            <a:noFill/>
          </a:ln>
        </p:spPr>
        <p:txBody>
          <a:bodyPr vert="horz" wrap="square" lIns="91440" tIns="45720" rIns="91440" bIns="45720" numCol="1" spcCol="215900" anchor="ctr">
            <a:prstTxWarp prst="textNoShape">
              <a:avLst/>
            </a:prstTxWarp>
          </a:bodyPr>
          <a:lstStyle>
            <a:lvl1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1pPr>
            <a:lvl2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2pPr>
            <a:lvl3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3pPr>
            <a:lvl4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4pPr>
            <a:lvl5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5pPr>
            <a:lvl6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6pPr>
            <a:lvl7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7pPr>
            <a:lvl8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8pPr>
            <a:lvl9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9pPr>
          </a:lstStyle>
          <a:p>
            <a:pPr marL="0" indent="0" algn="r">
              <a:spcBef>
                <a:spcPts val="0"/>
              </a:spcBef>
              <a:spcAft>
                <a:spcPts val="0"/>
              </a:spcAft>
              <a:buNone/>
            </a:pPr>
            <a:fld id="{3C258C6B-25D1-707A-9F9D-D32FC2D36986}" type="slidenum">
              <a:rPr lang="en-us" cap="none"/>
              <a:t>‹#›</a:t>
            </a:fld>
          </a:p>
        </p:txBody>
      </p:sp>
    </p:spTree>
  </p:cSld>
  <p:clrMapOvr>
    <a:masterClrMapping/>
  </p:clrMapOvr>
  <p:hf hdr="0" ftr="0" dt="0"/>
</p:sldLayout>
</file>

<file path=ppt/slideLayouts/slideLayout4.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PhAnim="0" type="twoObj">
  <p:cSld name="TWO_OBJECTS">
    <p:spTree>
      <p:nvGrpSpPr>
        <p:cNvPr id="1" name=""/>
        <p:cNvGrpSpPr/>
        <p:nvPr/>
      </p:nvGrpSpPr>
      <p:grpSpPr>
        <a:xfrm>
          <a:off x="0" y="0"/>
          <a:ext cx="0" cy="0"/>
          <a:chOff x="0" y="0"/>
          <a:chExt cx="0" cy="0"/>
        </a:xfrm>
      </p:grpSpPr>
      <p:sp>
        <p:nvSpPr>
          <p:cNvPr id="2" name="Google Shape;34;p5"/>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X///9ARwAAvQYAABAAAAAmAAAACAAAADywAAD/HwAA"/>
              </a:ext>
            </a:extLst>
          </p:cNvSpPr>
          <p:nvPr>
            <p:ph type="title"/>
          </p:nvPr>
        </p:nvSpPr>
        <p:spPr>
          <a:noFill/>
          <a:ln>
            <a:noFill/>
          </a:ln>
        </p:spPr>
        <p:txBody>
          <a:bodyPr vert="horz" wrap="square" lIns="91440" tIns="45720" rIns="91440" bIns="45720" numCol="1" spcCol="215900" anchor="ctr">
            <a:prstTxWarp prst="textNoShape">
              <a:avLst/>
            </a:prstTxWarp>
          </a:bodyPr>
          <a:lstStyle>
            <a:lvl1pPr algn="ctr">
              <a:spcBef>
                <a:spcPts val="0"/>
              </a:spcBef>
              <a:spcAft>
                <a:spcPts val="0"/>
              </a:spcAft>
              <a:buNone/>
            </a:lvl1pPr>
            <a:lvl2pPr algn="ctr">
              <a:spcBef>
                <a:spcPts val="0"/>
              </a:spcBef>
              <a:spcAft>
                <a:spcPts val="0"/>
              </a:spcAft>
              <a:buNone/>
            </a:lvl2pPr>
            <a:lvl3pPr algn="ctr">
              <a:spcBef>
                <a:spcPts val="0"/>
              </a:spcBef>
              <a:spcAft>
                <a:spcPts val="0"/>
              </a:spcAft>
              <a:buNone/>
            </a:lvl3pPr>
            <a:lvl4pPr algn="ctr">
              <a:spcBef>
                <a:spcPts val="0"/>
              </a:spcBef>
              <a:spcAft>
                <a:spcPts val="0"/>
              </a:spcAft>
              <a:buNone/>
            </a:lvl4pPr>
            <a:lvl5pPr algn="ctr">
              <a:spcBef>
                <a:spcPts val="0"/>
              </a:spcBef>
              <a:spcAft>
                <a:spcPts val="0"/>
              </a:spcAft>
              <a:buNone/>
            </a:lvl5pPr>
            <a:lvl6pPr algn="ctr">
              <a:spcBef>
                <a:spcPts val="0"/>
              </a:spcBef>
              <a:spcAft>
                <a:spcPts val="0"/>
              </a:spcAft>
              <a:buNone/>
            </a:lvl6pPr>
            <a:lvl7pPr algn="ctr">
              <a:spcBef>
                <a:spcPts val="0"/>
              </a:spcBef>
              <a:spcAft>
                <a:spcPts val="0"/>
              </a:spcAft>
              <a:buNone/>
            </a:lvl7pPr>
            <a:lvl8pPr algn="ctr">
              <a:spcBef>
                <a:spcPts val="0"/>
              </a:spcBef>
              <a:spcAft>
                <a:spcPts val="0"/>
              </a:spcAft>
              <a:buNone/>
            </a:lvl8pPr>
            <a:lvl9pPr algn="ctr">
              <a:spcBef>
                <a:spcPts val="0"/>
              </a:spcBef>
              <a:spcAft>
                <a:spcPts val="0"/>
              </a:spcAft>
              <a:buNone/>
            </a:lvl9pPr>
          </a:lstStyle>
          <a:p>
            <a:pPr/>
          </a:p>
        </p:txBody>
      </p:sp>
      <p:sp>
        <p:nvSpPr>
          <p:cNvPr id="3" name="Google Shape;35;p5"/>
          <p:cNvSpPr>
            <a:spLocks noGrp="1" noChangeArrowheads="1"/>
            <a:extLst>
              <a:ext uri="smNativeData">
                <pr:smNativeData xmlns:pr="smNativeData" xmlns="smNativeData" val="SMDATA_15_VL+6ah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gJAADgJAAAsCUAABAAAAAmAAAACAAAAD2wAAD/HwAA"/>
              </a:ext>
            </a:extLst>
          </p:cNvSpPr>
          <p:nvPr>
            <p:ph idx="1"/>
          </p:nvPr>
        </p:nvSpPr>
        <p:spPr>
          <a:xfrm>
            <a:off x="609600" y="1600200"/>
            <a:ext cx="5384800" cy="4526280"/>
          </a:xfrm>
          <a:noFill/>
          <a:ln>
            <a:noFill/>
          </a:ln>
        </p:spPr>
        <p:txBody>
          <a:bodyPr vert="horz" wrap="square" lIns="91440" tIns="45720" rIns="91440" bIns="45720" numCol="1" spcCol="215900" anchor="t">
            <a:prstTxWarp prst="textNoShape">
              <a:avLst/>
            </a:prstTxWarp>
          </a:bodyPr>
          <a:lstStyle>
            <a:lvl1pPr marL="457200" indent="-406400" algn="l">
              <a:spcBef>
                <a:spcPts val="560"/>
              </a:spcBef>
              <a:spcAft>
                <a:spcPts val="0"/>
              </a:spcAft>
              <a:buClr>
                <a:srgbClr val="000000"/>
              </a:buClr>
              <a:buSzPts val="2800"/>
              <a:buChar char="•"/>
              <a:defRPr sz="2800" cap="none"/>
            </a:lvl1pPr>
            <a:lvl2pPr marL="914400" indent="-381000" algn="l">
              <a:spcBef>
                <a:spcPts val="480"/>
              </a:spcBef>
              <a:spcAft>
                <a:spcPts val="0"/>
              </a:spcAft>
              <a:buClr>
                <a:srgbClr val="000000"/>
              </a:buClr>
              <a:buSzPts val="2400"/>
              <a:buChar char="–"/>
              <a:defRPr sz="2400" cap="none"/>
            </a:lvl2pPr>
            <a:lvl3pPr marL="1371600" indent="-355600" algn="l">
              <a:spcBef>
                <a:spcPts val="400"/>
              </a:spcBef>
              <a:spcAft>
                <a:spcPts val="0"/>
              </a:spcAft>
              <a:buClr>
                <a:srgbClr val="000000"/>
              </a:buClr>
              <a:buSzPts val="2000"/>
              <a:buChar char="•"/>
              <a:defRPr sz="2000" cap="none"/>
            </a:lvl3pPr>
            <a:lvl4pPr marL="1828800" indent="-342900" algn="l">
              <a:spcBef>
                <a:spcPts val="360"/>
              </a:spcBef>
              <a:spcAft>
                <a:spcPts val="0"/>
              </a:spcAft>
              <a:buClr>
                <a:srgbClr val="000000"/>
              </a:buClr>
              <a:buSzPts val="1800"/>
              <a:buChar char="–"/>
              <a:defRPr sz="1800" cap="none"/>
            </a:lvl4pPr>
            <a:lvl5pPr marL="2286000" indent="-342900" algn="l">
              <a:spcBef>
                <a:spcPts val="360"/>
              </a:spcBef>
              <a:spcAft>
                <a:spcPts val="0"/>
              </a:spcAft>
              <a:buClr>
                <a:srgbClr val="000000"/>
              </a:buClr>
              <a:buSzPts val="1800"/>
              <a:buChar char="»"/>
              <a:defRPr sz="1800" cap="none"/>
            </a:lvl5pPr>
            <a:lvl6pPr marL="2743200" indent="-342900" algn="l">
              <a:spcBef>
                <a:spcPts val="360"/>
              </a:spcBef>
              <a:spcAft>
                <a:spcPts val="0"/>
              </a:spcAft>
              <a:buClr>
                <a:srgbClr val="000000"/>
              </a:buClr>
              <a:buSzPts val="1800"/>
              <a:buChar char="•"/>
              <a:defRPr sz="1800" cap="none"/>
            </a:lvl6pPr>
            <a:lvl7pPr marL="3200400" indent="-342900" algn="l">
              <a:spcBef>
                <a:spcPts val="360"/>
              </a:spcBef>
              <a:spcAft>
                <a:spcPts val="0"/>
              </a:spcAft>
              <a:buClr>
                <a:srgbClr val="000000"/>
              </a:buClr>
              <a:buSzPts val="1800"/>
              <a:buChar char="•"/>
              <a:defRPr sz="1800" cap="none"/>
            </a:lvl7pPr>
            <a:lvl8pPr marL="3657600" indent="-342900" algn="l">
              <a:spcBef>
                <a:spcPts val="360"/>
              </a:spcBef>
              <a:spcAft>
                <a:spcPts val="0"/>
              </a:spcAft>
              <a:buClr>
                <a:srgbClr val="000000"/>
              </a:buClr>
              <a:buSzPts val="1800"/>
              <a:buChar char="•"/>
              <a:defRPr sz="1800" cap="none"/>
            </a:lvl8pPr>
            <a:lvl9pPr marL="4114800" indent="-342900" algn="l">
              <a:spcBef>
                <a:spcPts val="360"/>
              </a:spcBef>
              <a:spcAft>
                <a:spcPts val="0"/>
              </a:spcAft>
              <a:buClr>
                <a:srgbClr val="000000"/>
              </a:buClr>
              <a:buSzPts val="1800"/>
              <a:buChar char="•"/>
              <a:defRPr sz="1800" cap="none"/>
            </a:lvl9pPr>
          </a:lstStyle>
          <a:p>
            <a:pPr/>
          </a:p>
        </p:txBody>
      </p:sp>
      <p:sp>
        <p:nvSpPr>
          <p:cNvPr id="4" name="Google Shape;36;p5"/>
          <p:cNvSpPr>
            <a:spLocks noGrp="1" noChangeArrowheads="1"/>
            <a:extLst>
              <a:ext uri="smNativeData">
                <pr:smNativeData xmlns:pr="smNativeData" xmlns="smNativeData" val="SMDATA_15_VL+6ah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ICYAANgJAABARwAAsCUAABAAAAAmAAAACAAAAD2wAAD/HwAA"/>
              </a:ext>
            </a:extLst>
          </p:cNvSpPr>
          <p:nvPr>
            <p:ph idx="2"/>
          </p:nvPr>
        </p:nvSpPr>
        <p:spPr>
          <a:xfrm>
            <a:off x="6197600" y="1600200"/>
            <a:ext cx="5384800" cy="4526280"/>
          </a:xfrm>
          <a:noFill/>
          <a:ln>
            <a:noFill/>
          </a:ln>
        </p:spPr>
        <p:txBody>
          <a:bodyPr vert="horz" wrap="square" lIns="91440" tIns="45720" rIns="91440" bIns="45720" numCol="1" spcCol="215900" anchor="t">
            <a:prstTxWarp prst="textNoShape">
              <a:avLst/>
            </a:prstTxWarp>
          </a:bodyPr>
          <a:lstStyle>
            <a:lvl1pPr marL="457200" indent="-406400" algn="l">
              <a:spcBef>
                <a:spcPts val="560"/>
              </a:spcBef>
              <a:spcAft>
                <a:spcPts val="0"/>
              </a:spcAft>
              <a:buClr>
                <a:srgbClr val="000000"/>
              </a:buClr>
              <a:buSzPts val="2800"/>
              <a:buChar char="•"/>
              <a:defRPr sz="2800" cap="none"/>
            </a:lvl1pPr>
            <a:lvl2pPr marL="914400" indent="-381000" algn="l">
              <a:spcBef>
                <a:spcPts val="480"/>
              </a:spcBef>
              <a:spcAft>
                <a:spcPts val="0"/>
              </a:spcAft>
              <a:buClr>
                <a:srgbClr val="000000"/>
              </a:buClr>
              <a:buSzPts val="2400"/>
              <a:buChar char="–"/>
              <a:defRPr sz="2400" cap="none"/>
            </a:lvl2pPr>
            <a:lvl3pPr marL="1371600" indent="-355600" algn="l">
              <a:spcBef>
                <a:spcPts val="400"/>
              </a:spcBef>
              <a:spcAft>
                <a:spcPts val="0"/>
              </a:spcAft>
              <a:buClr>
                <a:srgbClr val="000000"/>
              </a:buClr>
              <a:buSzPts val="2000"/>
              <a:buChar char="•"/>
              <a:defRPr sz="2000" cap="none"/>
            </a:lvl3pPr>
            <a:lvl4pPr marL="1828800" indent="-342900" algn="l">
              <a:spcBef>
                <a:spcPts val="360"/>
              </a:spcBef>
              <a:spcAft>
                <a:spcPts val="0"/>
              </a:spcAft>
              <a:buClr>
                <a:srgbClr val="000000"/>
              </a:buClr>
              <a:buSzPts val="1800"/>
              <a:buChar char="–"/>
              <a:defRPr sz="1800" cap="none"/>
            </a:lvl4pPr>
            <a:lvl5pPr marL="2286000" indent="-342900" algn="l">
              <a:spcBef>
                <a:spcPts val="360"/>
              </a:spcBef>
              <a:spcAft>
                <a:spcPts val="0"/>
              </a:spcAft>
              <a:buClr>
                <a:srgbClr val="000000"/>
              </a:buClr>
              <a:buSzPts val="1800"/>
              <a:buChar char="»"/>
              <a:defRPr sz="1800" cap="none"/>
            </a:lvl5pPr>
            <a:lvl6pPr marL="2743200" indent="-342900" algn="l">
              <a:spcBef>
                <a:spcPts val="360"/>
              </a:spcBef>
              <a:spcAft>
                <a:spcPts val="0"/>
              </a:spcAft>
              <a:buClr>
                <a:srgbClr val="000000"/>
              </a:buClr>
              <a:buSzPts val="1800"/>
              <a:buChar char="•"/>
              <a:defRPr sz="1800" cap="none"/>
            </a:lvl6pPr>
            <a:lvl7pPr marL="3200400" indent="-342900" algn="l">
              <a:spcBef>
                <a:spcPts val="360"/>
              </a:spcBef>
              <a:spcAft>
                <a:spcPts val="0"/>
              </a:spcAft>
              <a:buClr>
                <a:srgbClr val="000000"/>
              </a:buClr>
              <a:buSzPts val="1800"/>
              <a:buChar char="•"/>
              <a:defRPr sz="1800" cap="none"/>
            </a:lvl7pPr>
            <a:lvl8pPr marL="3657600" indent="-342900" algn="l">
              <a:spcBef>
                <a:spcPts val="360"/>
              </a:spcBef>
              <a:spcAft>
                <a:spcPts val="0"/>
              </a:spcAft>
              <a:buClr>
                <a:srgbClr val="000000"/>
              </a:buClr>
              <a:buSzPts val="1800"/>
              <a:buChar char="•"/>
              <a:defRPr sz="1800" cap="none"/>
            </a:lvl8pPr>
            <a:lvl9pPr marL="4114800" indent="-342900" algn="l">
              <a:spcBef>
                <a:spcPts val="360"/>
              </a:spcBef>
              <a:spcAft>
                <a:spcPts val="0"/>
              </a:spcAft>
              <a:buClr>
                <a:srgbClr val="000000"/>
              </a:buClr>
              <a:buSzPts val="1800"/>
              <a:buChar char="•"/>
              <a:defRPr sz="1800" cap="none"/>
            </a:lvl9pPr>
          </a:lstStyle>
          <a:p>
            <a:pPr/>
          </a:p>
        </p:txBody>
      </p:sp>
      <p:sp>
        <p:nvSpPr>
          <p:cNvPr id="5" name="Google Shape;37;p5"/>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onAABAFQAAWSkAABAAAAAmAAAACAAAADywAAD/HwAA"/>
              </a:ext>
            </a:extLst>
          </p:cNvSpPr>
          <p:nvPr>
            <p:ph type="dt" idx="10"/>
          </p:nvPr>
        </p:nvSpPr>
        <p:spPr>
          <a:noFill/>
          <a:ln>
            <a:noFill/>
          </a:ln>
        </p:spPr>
        <p:txBody>
          <a:bodyPr vert="horz" wrap="square" lIns="91440" tIns="45720" rIns="91440" bIns="45720" numCol="1" spcCol="215900" anchor="ctr">
            <a:prstTxWarp prst="textNoShape">
              <a:avLst/>
            </a:prstTxWarp>
          </a:bodyPr>
          <a:lstStyle>
            <a:lvl1pPr algn="l">
              <a:spcBef>
                <a:spcPts val="0"/>
              </a:spcBef>
              <a:spcAft>
                <a:spcPts val="0"/>
              </a:spcAft>
              <a:buNone/>
            </a:lvl1pPr>
            <a:lvl2pPr algn="l">
              <a:spcBef>
                <a:spcPts val="0"/>
              </a:spcBef>
              <a:spcAft>
                <a:spcPts val="0"/>
              </a:spcAft>
              <a:buNone/>
            </a:lvl2pPr>
            <a:lvl3pPr algn="l">
              <a:spcBef>
                <a:spcPts val="0"/>
              </a:spcBef>
              <a:spcAft>
                <a:spcPts val="0"/>
              </a:spcAft>
              <a:buNone/>
            </a:lvl3pPr>
            <a:lvl4pPr algn="l">
              <a:spcBef>
                <a:spcPts val="0"/>
              </a:spcBef>
              <a:spcAft>
                <a:spcPts val="0"/>
              </a:spcAft>
              <a:buNone/>
            </a:lvl4pPr>
            <a:lvl5pPr algn="l">
              <a:spcBef>
                <a:spcPts val="0"/>
              </a:spcBef>
              <a:spcAft>
                <a:spcPts val="0"/>
              </a:spcAft>
              <a:buNone/>
            </a:lvl5pPr>
            <a:lvl6pPr algn="l">
              <a:spcBef>
                <a:spcPts val="0"/>
              </a:spcBef>
              <a:spcAft>
                <a:spcPts val="0"/>
              </a:spcAft>
              <a:buNone/>
            </a:lvl6pPr>
            <a:lvl7pPr algn="l">
              <a:spcBef>
                <a:spcPts val="0"/>
              </a:spcBef>
              <a:spcAft>
                <a:spcPts val="0"/>
              </a:spcAft>
              <a:buNone/>
            </a:lvl7pPr>
            <a:lvl8pPr algn="l">
              <a:spcBef>
                <a:spcPts val="0"/>
              </a:spcBef>
              <a:spcAft>
                <a:spcPts val="0"/>
              </a:spcAft>
              <a:buNone/>
            </a:lvl8pPr>
            <a:lvl9pPr algn="l">
              <a:spcBef>
                <a:spcPts val="0"/>
              </a:spcBef>
              <a:spcAft>
                <a:spcPts val="0"/>
              </a:spcAft>
              <a:buNone/>
            </a:lvl9pPr>
          </a:lstStyle>
          <a:p>
            <a:pPr/>
          </a:p>
        </p:txBody>
      </p:sp>
      <p:sp>
        <p:nvSpPr>
          <p:cNvPr id="6" name="Google Shape;38;p5"/>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kAABonAABgMQAAWSkAABAAAAAmAAAACAAAADywAAD/HwAA"/>
              </a:ext>
            </a:extLst>
          </p:cNvSpPr>
          <p:nvPr>
            <p:ph type="ftr" idx="11"/>
          </p:nvPr>
        </p:nvSpPr>
        <p:spPr>
          <a:noFill/>
          <a:ln>
            <a:noFill/>
          </a:ln>
        </p:spPr>
        <p:txBody>
          <a:bodyPr vert="horz" wrap="square" lIns="91440" tIns="45720" rIns="91440" bIns="45720" numCol="1" spcCol="215900" anchor="ctr">
            <a:prstTxWarp prst="textNoShape">
              <a:avLst/>
            </a:prstTxWarp>
          </a:bodyPr>
          <a:lstStyle>
            <a:lvl1pPr algn="ctr">
              <a:spcBef>
                <a:spcPts val="0"/>
              </a:spcBef>
              <a:spcAft>
                <a:spcPts val="0"/>
              </a:spcAft>
              <a:buNone/>
            </a:lvl1pPr>
            <a:lvl2pPr algn="l">
              <a:spcBef>
                <a:spcPts val="0"/>
              </a:spcBef>
              <a:spcAft>
                <a:spcPts val="0"/>
              </a:spcAft>
              <a:buNone/>
            </a:lvl2pPr>
            <a:lvl3pPr algn="l">
              <a:spcBef>
                <a:spcPts val="0"/>
              </a:spcBef>
              <a:spcAft>
                <a:spcPts val="0"/>
              </a:spcAft>
              <a:buNone/>
            </a:lvl3pPr>
            <a:lvl4pPr algn="l">
              <a:spcBef>
                <a:spcPts val="0"/>
              </a:spcBef>
              <a:spcAft>
                <a:spcPts val="0"/>
              </a:spcAft>
              <a:buNone/>
            </a:lvl4pPr>
            <a:lvl5pPr algn="l">
              <a:spcBef>
                <a:spcPts val="0"/>
              </a:spcBef>
              <a:spcAft>
                <a:spcPts val="0"/>
              </a:spcAft>
              <a:buNone/>
            </a:lvl5pPr>
            <a:lvl6pPr algn="l">
              <a:spcBef>
                <a:spcPts val="0"/>
              </a:spcBef>
              <a:spcAft>
                <a:spcPts val="0"/>
              </a:spcAft>
              <a:buNone/>
            </a:lvl6pPr>
            <a:lvl7pPr algn="l">
              <a:spcBef>
                <a:spcPts val="0"/>
              </a:spcBef>
              <a:spcAft>
                <a:spcPts val="0"/>
              </a:spcAft>
              <a:buNone/>
            </a:lvl7pPr>
            <a:lvl8pPr algn="l">
              <a:spcBef>
                <a:spcPts val="0"/>
              </a:spcBef>
              <a:spcAft>
                <a:spcPts val="0"/>
              </a:spcAft>
              <a:buNone/>
            </a:lvl8pPr>
            <a:lvl9pPr algn="l">
              <a:spcBef>
                <a:spcPts val="0"/>
              </a:spcBef>
              <a:spcAft>
                <a:spcPts val="0"/>
              </a:spcAft>
              <a:buNone/>
            </a:lvl9pPr>
          </a:lstStyle>
          <a:p>
            <a:pPr/>
          </a:p>
        </p:txBody>
      </p:sp>
      <p:sp>
        <p:nvSpPr>
          <p:cNvPr id="7" name="Google Shape;39;p5"/>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DUAABonAABARwAAWSkAABAAAAAmAAAACAAAADywAAD/HwAA"/>
              </a:ext>
            </a:extLst>
          </p:cNvSpPr>
          <p:nvPr>
            <p:ph type="sldNum" idx="12"/>
          </p:nvPr>
        </p:nvSpPr>
        <p:spPr>
          <a:noFill/>
          <a:ln>
            <a:noFill/>
          </a:ln>
        </p:spPr>
        <p:txBody>
          <a:bodyPr vert="horz" wrap="square" lIns="91440" tIns="45720" rIns="91440" bIns="45720" numCol="1" spcCol="215900" anchor="ctr">
            <a:prstTxWarp prst="textNoShape">
              <a:avLst/>
            </a:prstTxWarp>
          </a:bodyPr>
          <a:lstStyle>
            <a:lvl1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1pPr>
            <a:lvl2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2pPr>
            <a:lvl3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3pPr>
            <a:lvl4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4pPr>
            <a:lvl5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5pPr>
            <a:lvl6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6pPr>
            <a:lvl7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7pPr>
            <a:lvl8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8pPr>
            <a:lvl9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9pPr>
          </a:lstStyle>
          <a:p>
            <a:pPr marL="0" indent="0" algn="r">
              <a:spcBef>
                <a:spcPts val="0"/>
              </a:spcBef>
              <a:spcAft>
                <a:spcPts val="0"/>
              </a:spcAft>
              <a:buNone/>
            </a:pPr>
            <a:fld id="{3C259971-3FD1-706F-9F9D-C93AD7D3699C}" type="slidenum">
              <a:rPr lang="en-us" cap="none"/>
              <a:t>‹#›</a:t>
            </a:fld>
          </a:p>
        </p:txBody>
      </p:sp>
    </p:spTree>
  </p:cSld>
  <p:clrMapOvr>
    <a:masterClrMapping/>
  </p:clrMapOvr>
  <p:hf hdr="0" ftr="0" dt="0"/>
</p:sldLayout>
</file>

<file path=ppt/slideLayouts/slideLayout5.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PhAnim="0" type="twoTxTwoObj">
  <p:cSld name="TWO_OBJECTS_WITH_TEXT">
    <p:spTree>
      <p:nvGrpSpPr>
        <p:cNvPr id="1" name=""/>
        <p:cNvGrpSpPr/>
        <p:nvPr/>
      </p:nvGrpSpPr>
      <p:grpSpPr>
        <a:xfrm>
          <a:off x="0" y="0"/>
          <a:ext cx="0" cy="0"/>
          <a:chOff x="0" y="0"/>
          <a:chExt cx="0" cy="0"/>
        </a:xfrm>
      </p:grpSpPr>
      <p:sp>
        <p:nvSpPr>
          <p:cNvPr id="2" name="Google Shape;41;p6"/>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K1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X///9ARwAAvQYAABAAAAAmAAAACAAAADywAAD/HwAA"/>
              </a:ext>
            </a:extLst>
          </p:cNvSpPr>
          <p:nvPr>
            <p:ph type="title"/>
          </p:nvPr>
        </p:nvSpPr>
        <p:spPr>
          <a:noFill/>
          <a:ln>
            <a:noFill/>
          </a:ln>
        </p:spPr>
        <p:txBody>
          <a:bodyPr vert="horz" wrap="square" lIns="91440" tIns="45720" rIns="91440" bIns="45720" numCol="1" spcCol="215900" anchor="ctr">
            <a:prstTxWarp prst="textNoShape">
              <a:avLst/>
            </a:prstTxWarp>
          </a:bodyPr>
          <a:lstStyle>
            <a:lvl1pPr algn="ctr">
              <a:spcBef>
                <a:spcPts val="0"/>
              </a:spcBef>
              <a:spcAft>
                <a:spcPts val="0"/>
              </a:spcAft>
              <a:buNone/>
            </a:lvl1pPr>
            <a:lvl2pPr algn="ctr">
              <a:spcBef>
                <a:spcPts val="0"/>
              </a:spcBef>
              <a:spcAft>
                <a:spcPts val="0"/>
              </a:spcAft>
              <a:buNone/>
            </a:lvl2pPr>
            <a:lvl3pPr algn="ctr">
              <a:spcBef>
                <a:spcPts val="0"/>
              </a:spcBef>
              <a:spcAft>
                <a:spcPts val="0"/>
              </a:spcAft>
              <a:buNone/>
            </a:lvl3pPr>
            <a:lvl4pPr algn="ctr">
              <a:spcBef>
                <a:spcPts val="0"/>
              </a:spcBef>
              <a:spcAft>
                <a:spcPts val="0"/>
              </a:spcAft>
              <a:buNone/>
            </a:lvl4pPr>
            <a:lvl5pPr algn="ctr">
              <a:spcBef>
                <a:spcPts val="0"/>
              </a:spcBef>
              <a:spcAft>
                <a:spcPts val="0"/>
              </a:spcAft>
              <a:buNone/>
            </a:lvl5pPr>
            <a:lvl6pPr algn="ctr">
              <a:spcBef>
                <a:spcPts val="0"/>
              </a:spcBef>
              <a:spcAft>
                <a:spcPts val="0"/>
              </a:spcAft>
              <a:buNone/>
            </a:lvl6pPr>
            <a:lvl7pPr algn="ctr">
              <a:spcBef>
                <a:spcPts val="0"/>
              </a:spcBef>
              <a:spcAft>
                <a:spcPts val="0"/>
              </a:spcAft>
              <a:buNone/>
            </a:lvl7pPr>
            <a:lvl8pPr algn="ctr">
              <a:spcBef>
                <a:spcPts val="0"/>
              </a:spcBef>
              <a:spcAft>
                <a:spcPts val="0"/>
              </a:spcAft>
              <a:buNone/>
            </a:lvl8pPr>
            <a:lvl9pPr algn="ctr">
              <a:spcBef>
                <a:spcPts val="0"/>
              </a:spcBef>
              <a:spcAft>
                <a:spcPts val="0"/>
              </a:spcAft>
              <a:buNone/>
            </a:lvl9pPr>
          </a:lstStyle>
          <a:p>
            <a:pPr/>
          </a:p>
        </p:txBody>
      </p:sp>
      <p:sp>
        <p:nvSpPr>
          <p:cNvPr id="3" name="Google Shape;42;p6"/>
          <p:cNvSpPr>
            <a:spLocks noGrp="1" noChangeArrowheads="1"/>
            <a:extLst>
              <a:ext uri="smNativeData">
                <pr:smNativeData xmlns:pr="smNativeData" xmlns="smNativeData" val="SMDATA_15_VL+6ah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K1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HIJAADjJAAAYQ0AABAAAAAmAAAACAAAAL2wAAD/HwAA"/>
              </a:ext>
            </a:extLst>
          </p:cNvSpPr>
          <p:nvPr>
            <p:ph idx="1"/>
          </p:nvPr>
        </p:nvSpPr>
        <p:spPr>
          <a:xfrm>
            <a:off x="609600" y="1535430"/>
            <a:ext cx="5386705" cy="639445"/>
          </a:xfrm>
          <a:noFill/>
          <a:ln>
            <a:noFill/>
          </a:ln>
        </p:spPr>
        <p:txBody>
          <a:bodyPr vert="horz" wrap="square" lIns="91440" tIns="45720" rIns="91440" bIns="45720" numCol="1" spcCol="215900" anchor="b">
            <a:prstTxWarp prst="textNoShape">
              <a:avLst/>
            </a:prstTxWarp>
          </a:bodyPr>
          <a:lstStyle>
            <a:lvl1pPr marL="457200" indent="-228600" algn="l">
              <a:spcBef>
                <a:spcPts val="480"/>
              </a:spcBef>
              <a:spcAft>
                <a:spcPts val="0"/>
              </a:spcAft>
              <a:buNone/>
              <a:defRPr sz="2400" b="1" cap="none"/>
            </a:lvl1pPr>
            <a:lvl2pPr marL="914400" indent="-228600" algn="l">
              <a:spcBef>
                <a:spcPts val="400"/>
              </a:spcBef>
              <a:spcAft>
                <a:spcPts val="0"/>
              </a:spcAft>
              <a:buNone/>
              <a:defRPr sz="2000" b="1" cap="none"/>
            </a:lvl2pPr>
            <a:lvl3pPr marL="1371600" indent="-228600" algn="l">
              <a:spcBef>
                <a:spcPts val="360"/>
              </a:spcBef>
              <a:spcAft>
                <a:spcPts val="0"/>
              </a:spcAft>
              <a:buNone/>
              <a:defRPr sz="1800" b="1" cap="none"/>
            </a:lvl3pPr>
            <a:lvl4pPr marL="1828800" indent="-228600" algn="l">
              <a:spcBef>
                <a:spcPts val="320"/>
              </a:spcBef>
              <a:spcAft>
                <a:spcPts val="0"/>
              </a:spcAft>
              <a:buNone/>
              <a:defRPr sz="1600" b="1" cap="none"/>
            </a:lvl4pPr>
            <a:lvl5pPr marL="2286000" indent="-228600" algn="l">
              <a:spcBef>
                <a:spcPts val="320"/>
              </a:spcBef>
              <a:spcAft>
                <a:spcPts val="0"/>
              </a:spcAft>
              <a:buNone/>
              <a:defRPr sz="1600" b="1" cap="none"/>
            </a:lvl5pPr>
            <a:lvl6pPr marL="2743200" indent="-228600" algn="l">
              <a:spcBef>
                <a:spcPts val="320"/>
              </a:spcBef>
              <a:spcAft>
                <a:spcPts val="0"/>
              </a:spcAft>
              <a:buNone/>
              <a:defRPr sz="1600" b="1" cap="none"/>
            </a:lvl6pPr>
            <a:lvl7pPr marL="3200400" indent="-228600" algn="l">
              <a:spcBef>
                <a:spcPts val="320"/>
              </a:spcBef>
              <a:spcAft>
                <a:spcPts val="0"/>
              </a:spcAft>
              <a:buNone/>
              <a:defRPr sz="1600" b="1" cap="none"/>
            </a:lvl7pPr>
            <a:lvl8pPr marL="3657600" indent="-228600" algn="l">
              <a:spcBef>
                <a:spcPts val="320"/>
              </a:spcBef>
              <a:spcAft>
                <a:spcPts val="0"/>
              </a:spcAft>
              <a:buNone/>
              <a:defRPr sz="1600" b="1" cap="none"/>
            </a:lvl8pPr>
            <a:lvl9pPr marL="4114800" indent="-228600" algn="l">
              <a:spcBef>
                <a:spcPts val="320"/>
              </a:spcBef>
              <a:spcAft>
                <a:spcPts val="0"/>
              </a:spcAft>
              <a:buNone/>
              <a:defRPr sz="1600" b="1" cap="none"/>
            </a:lvl9pPr>
          </a:lstStyle>
          <a:p>
            <a:pPr/>
          </a:p>
        </p:txBody>
      </p:sp>
      <p:sp>
        <p:nvSpPr>
          <p:cNvPr id="4" name="Google Shape;43;p6"/>
          <p:cNvSpPr>
            <a:spLocks noGrp="1" noChangeArrowheads="1"/>
            <a:extLst>
              <a:ext uri="smNativeData">
                <pr:smNativeData xmlns:pr="smNativeData" xmlns="smNativeData" val="SMDATA_15_VL+6ah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K1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GENAADjJAAAsCUAABAAAAAmAAAACAAAAD2wAAD/HwAA"/>
              </a:ext>
            </a:extLst>
          </p:cNvSpPr>
          <p:nvPr>
            <p:ph idx="2"/>
          </p:nvPr>
        </p:nvSpPr>
        <p:spPr>
          <a:xfrm>
            <a:off x="609600" y="2174875"/>
            <a:ext cx="5386705" cy="3951605"/>
          </a:xfrm>
          <a:noFill/>
          <a:ln>
            <a:noFill/>
          </a:ln>
        </p:spPr>
        <p:txBody>
          <a:bodyPr vert="horz" wrap="square" lIns="91440" tIns="45720" rIns="91440" bIns="45720" numCol="1" spcCol="215900" anchor="t">
            <a:prstTxWarp prst="textNoShape">
              <a:avLst/>
            </a:prstTxWarp>
          </a:bodyPr>
          <a:lstStyle>
            <a:lvl1pPr marL="457200" indent="-381000" algn="l">
              <a:spcBef>
                <a:spcPts val="480"/>
              </a:spcBef>
              <a:spcAft>
                <a:spcPts val="0"/>
              </a:spcAft>
              <a:buClr>
                <a:srgbClr val="000000"/>
              </a:buClr>
              <a:buSzPts val="2400"/>
              <a:buChar char="•"/>
              <a:defRPr sz="2400" cap="none"/>
            </a:lvl1pPr>
            <a:lvl2pPr marL="914400" indent="-355600" algn="l">
              <a:spcBef>
                <a:spcPts val="400"/>
              </a:spcBef>
              <a:spcAft>
                <a:spcPts val="0"/>
              </a:spcAft>
              <a:buClr>
                <a:srgbClr val="000000"/>
              </a:buClr>
              <a:buSzPts val="2000"/>
              <a:buChar char="–"/>
              <a:defRPr sz="2000" cap="none"/>
            </a:lvl2pPr>
            <a:lvl3pPr marL="1371600" indent="-342900" algn="l">
              <a:spcBef>
                <a:spcPts val="360"/>
              </a:spcBef>
              <a:spcAft>
                <a:spcPts val="0"/>
              </a:spcAft>
              <a:buClr>
                <a:srgbClr val="000000"/>
              </a:buClr>
              <a:buSzPts val="1800"/>
              <a:buChar char="•"/>
              <a:defRPr sz="1800" cap="none"/>
            </a:lvl3pPr>
            <a:lvl4pPr marL="1828800" indent="-330200" algn="l">
              <a:spcBef>
                <a:spcPts val="320"/>
              </a:spcBef>
              <a:spcAft>
                <a:spcPts val="0"/>
              </a:spcAft>
              <a:buClr>
                <a:srgbClr val="000000"/>
              </a:buClr>
              <a:buSzPts val="1600"/>
              <a:buChar char="–"/>
              <a:defRPr sz="1600" cap="none"/>
            </a:lvl4pPr>
            <a:lvl5pPr marL="2286000" indent="-330200" algn="l">
              <a:spcBef>
                <a:spcPts val="320"/>
              </a:spcBef>
              <a:spcAft>
                <a:spcPts val="0"/>
              </a:spcAft>
              <a:buClr>
                <a:srgbClr val="000000"/>
              </a:buClr>
              <a:buSzPts val="1600"/>
              <a:buChar char="»"/>
              <a:defRPr sz="1600" cap="none"/>
            </a:lvl5pPr>
            <a:lvl6pPr marL="2743200" indent="-330200" algn="l">
              <a:spcBef>
                <a:spcPts val="320"/>
              </a:spcBef>
              <a:spcAft>
                <a:spcPts val="0"/>
              </a:spcAft>
              <a:buClr>
                <a:srgbClr val="000000"/>
              </a:buClr>
              <a:buSzPts val="1600"/>
              <a:buChar char="•"/>
              <a:defRPr sz="1600" cap="none"/>
            </a:lvl6pPr>
            <a:lvl7pPr marL="3200400" indent="-330200" algn="l">
              <a:spcBef>
                <a:spcPts val="320"/>
              </a:spcBef>
              <a:spcAft>
                <a:spcPts val="0"/>
              </a:spcAft>
              <a:buClr>
                <a:srgbClr val="000000"/>
              </a:buClr>
              <a:buSzPts val="1600"/>
              <a:buChar char="•"/>
              <a:defRPr sz="1600" cap="none"/>
            </a:lvl7pPr>
            <a:lvl8pPr marL="3657600" indent="-330200" algn="l">
              <a:spcBef>
                <a:spcPts val="320"/>
              </a:spcBef>
              <a:spcAft>
                <a:spcPts val="0"/>
              </a:spcAft>
              <a:buClr>
                <a:srgbClr val="000000"/>
              </a:buClr>
              <a:buSzPts val="1600"/>
              <a:buChar char="•"/>
              <a:defRPr sz="1600" cap="none"/>
            </a:lvl8pPr>
            <a:lvl9pPr marL="4114800" indent="-330200" algn="l">
              <a:spcBef>
                <a:spcPts val="320"/>
              </a:spcBef>
              <a:spcAft>
                <a:spcPts val="0"/>
              </a:spcAft>
              <a:buClr>
                <a:srgbClr val="000000"/>
              </a:buClr>
              <a:buSzPts val="1600"/>
              <a:buChar char="•"/>
              <a:defRPr sz="1600" cap="none"/>
            </a:lvl9pPr>
          </a:lstStyle>
          <a:p>
            <a:pPr/>
          </a:p>
        </p:txBody>
      </p:sp>
      <p:sp>
        <p:nvSpPr>
          <p:cNvPr id="5" name="Google Shape;44;p6"/>
          <p:cNvSpPr>
            <a:spLocks noGrp="1" noChangeArrowheads="1"/>
            <a:extLst>
              <a:ext uri="smNativeData">
                <pr:smNativeData xmlns:pr="smNativeData" xmlns="smNativeData" val="SMDATA_15_VL+6ah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K1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GSYAAHIJAABARwAAYQ0AABAAAAAmAAAACAAAAL2wAAD/HwAA"/>
              </a:ext>
            </a:extLst>
          </p:cNvSpPr>
          <p:nvPr>
            <p:ph idx="3"/>
          </p:nvPr>
        </p:nvSpPr>
        <p:spPr>
          <a:xfrm>
            <a:off x="6193155" y="1535430"/>
            <a:ext cx="5389245" cy="639445"/>
          </a:xfrm>
          <a:noFill/>
          <a:ln>
            <a:noFill/>
          </a:ln>
        </p:spPr>
        <p:txBody>
          <a:bodyPr vert="horz" wrap="square" lIns="91440" tIns="45720" rIns="91440" bIns="45720" numCol="1" spcCol="215900" anchor="b">
            <a:prstTxWarp prst="textNoShape">
              <a:avLst/>
            </a:prstTxWarp>
          </a:bodyPr>
          <a:lstStyle>
            <a:lvl1pPr marL="457200" indent="-228600" algn="l">
              <a:spcBef>
                <a:spcPts val="480"/>
              </a:spcBef>
              <a:spcAft>
                <a:spcPts val="0"/>
              </a:spcAft>
              <a:buNone/>
              <a:defRPr sz="2400" b="1" cap="none"/>
            </a:lvl1pPr>
            <a:lvl2pPr marL="914400" indent="-228600" algn="l">
              <a:spcBef>
                <a:spcPts val="400"/>
              </a:spcBef>
              <a:spcAft>
                <a:spcPts val="0"/>
              </a:spcAft>
              <a:buNone/>
              <a:defRPr sz="2000" b="1" cap="none"/>
            </a:lvl2pPr>
            <a:lvl3pPr marL="1371600" indent="-228600" algn="l">
              <a:spcBef>
                <a:spcPts val="360"/>
              </a:spcBef>
              <a:spcAft>
                <a:spcPts val="0"/>
              </a:spcAft>
              <a:buNone/>
              <a:defRPr sz="1800" b="1" cap="none"/>
            </a:lvl3pPr>
            <a:lvl4pPr marL="1828800" indent="-228600" algn="l">
              <a:spcBef>
                <a:spcPts val="320"/>
              </a:spcBef>
              <a:spcAft>
                <a:spcPts val="0"/>
              </a:spcAft>
              <a:buNone/>
              <a:defRPr sz="1600" b="1" cap="none"/>
            </a:lvl4pPr>
            <a:lvl5pPr marL="2286000" indent="-228600" algn="l">
              <a:spcBef>
                <a:spcPts val="320"/>
              </a:spcBef>
              <a:spcAft>
                <a:spcPts val="0"/>
              </a:spcAft>
              <a:buNone/>
              <a:defRPr sz="1600" b="1" cap="none"/>
            </a:lvl5pPr>
            <a:lvl6pPr marL="2743200" indent="-228600" algn="l">
              <a:spcBef>
                <a:spcPts val="320"/>
              </a:spcBef>
              <a:spcAft>
                <a:spcPts val="0"/>
              </a:spcAft>
              <a:buNone/>
              <a:defRPr sz="1600" b="1" cap="none"/>
            </a:lvl6pPr>
            <a:lvl7pPr marL="3200400" indent="-228600" algn="l">
              <a:spcBef>
                <a:spcPts val="320"/>
              </a:spcBef>
              <a:spcAft>
                <a:spcPts val="0"/>
              </a:spcAft>
              <a:buNone/>
              <a:defRPr sz="1600" b="1" cap="none"/>
            </a:lvl7pPr>
            <a:lvl8pPr marL="3657600" indent="-228600" algn="l">
              <a:spcBef>
                <a:spcPts val="320"/>
              </a:spcBef>
              <a:spcAft>
                <a:spcPts val="0"/>
              </a:spcAft>
              <a:buNone/>
              <a:defRPr sz="1600" b="1" cap="none"/>
            </a:lvl8pPr>
            <a:lvl9pPr marL="4114800" indent="-228600" algn="l">
              <a:spcBef>
                <a:spcPts val="320"/>
              </a:spcBef>
              <a:spcAft>
                <a:spcPts val="0"/>
              </a:spcAft>
              <a:buNone/>
              <a:defRPr sz="1600" b="1" cap="none"/>
            </a:lvl9pPr>
          </a:lstStyle>
          <a:p>
            <a:pPr/>
          </a:p>
        </p:txBody>
      </p:sp>
      <p:sp>
        <p:nvSpPr>
          <p:cNvPr id="6" name="Google Shape;45;p6"/>
          <p:cNvSpPr>
            <a:spLocks noGrp="1" noChangeArrowheads="1"/>
            <a:extLst>
              <a:ext uri="smNativeData">
                <pr:smNativeData xmlns:pr="smNativeData" xmlns="smNativeData" val="SMDATA_15_VL+6ah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K1u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GSYAAGENAABARwAAsCUAABAAAAAmAAAACAAAAD2wAAD/HwAA"/>
              </a:ext>
            </a:extLst>
          </p:cNvSpPr>
          <p:nvPr>
            <p:ph idx="4"/>
          </p:nvPr>
        </p:nvSpPr>
        <p:spPr>
          <a:xfrm>
            <a:off x="6193155" y="2174875"/>
            <a:ext cx="5389245" cy="3951605"/>
          </a:xfrm>
          <a:noFill/>
          <a:ln>
            <a:noFill/>
          </a:ln>
        </p:spPr>
        <p:txBody>
          <a:bodyPr vert="horz" wrap="square" lIns="91440" tIns="45720" rIns="91440" bIns="45720" numCol="1" spcCol="215900" anchor="t">
            <a:prstTxWarp prst="textNoShape">
              <a:avLst/>
            </a:prstTxWarp>
          </a:bodyPr>
          <a:lstStyle>
            <a:lvl1pPr marL="457200" indent="-381000" algn="l">
              <a:spcBef>
                <a:spcPts val="480"/>
              </a:spcBef>
              <a:spcAft>
                <a:spcPts val="0"/>
              </a:spcAft>
              <a:buClr>
                <a:srgbClr val="000000"/>
              </a:buClr>
              <a:buSzPts val="2400"/>
              <a:buChar char="•"/>
              <a:defRPr sz="2400" cap="none"/>
            </a:lvl1pPr>
            <a:lvl2pPr marL="914400" indent="-355600" algn="l">
              <a:spcBef>
                <a:spcPts val="400"/>
              </a:spcBef>
              <a:spcAft>
                <a:spcPts val="0"/>
              </a:spcAft>
              <a:buClr>
                <a:srgbClr val="000000"/>
              </a:buClr>
              <a:buSzPts val="2000"/>
              <a:buChar char="–"/>
              <a:defRPr sz="2000" cap="none"/>
            </a:lvl2pPr>
            <a:lvl3pPr marL="1371600" indent="-342900" algn="l">
              <a:spcBef>
                <a:spcPts val="360"/>
              </a:spcBef>
              <a:spcAft>
                <a:spcPts val="0"/>
              </a:spcAft>
              <a:buClr>
                <a:srgbClr val="000000"/>
              </a:buClr>
              <a:buSzPts val="1800"/>
              <a:buChar char="•"/>
              <a:defRPr sz="1800" cap="none"/>
            </a:lvl3pPr>
            <a:lvl4pPr marL="1828800" indent="-330200" algn="l">
              <a:spcBef>
                <a:spcPts val="320"/>
              </a:spcBef>
              <a:spcAft>
                <a:spcPts val="0"/>
              </a:spcAft>
              <a:buClr>
                <a:srgbClr val="000000"/>
              </a:buClr>
              <a:buSzPts val="1600"/>
              <a:buChar char="–"/>
              <a:defRPr sz="1600" cap="none"/>
            </a:lvl4pPr>
            <a:lvl5pPr marL="2286000" indent="-330200" algn="l">
              <a:spcBef>
                <a:spcPts val="320"/>
              </a:spcBef>
              <a:spcAft>
                <a:spcPts val="0"/>
              </a:spcAft>
              <a:buClr>
                <a:srgbClr val="000000"/>
              </a:buClr>
              <a:buSzPts val="1600"/>
              <a:buChar char="»"/>
              <a:defRPr sz="1600" cap="none"/>
            </a:lvl5pPr>
            <a:lvl6pPr marL="2743200" indent="-330200" algn="l">
              <a:spcBef>
                <a:spcPts val="320"/>
              </a:spcBef>
              <a:spcAft>
                <a:spcPts val="0"/>
              </a:spcAft>
              <a:buClr>
                <a:srgbClr val="000000"/>
              </a:buClr>
              <a:buSzPts val="1600"/>
              <a:buChar char="•"/>
              <a:defRPr sz="1600" cap="none"/>
            </a:lvl6pPr>
            <a:lvl7pPr marL="3200400" indent="-330200" algn="l">
              <a:spcBef>
                <a:spcPts val="320"/>
              </a:spcBef>
              <a:spcAft>
                <a:spcPts val="0"/>
              </a:spcAft>
              <a:buClr>
                <a:srgbClr val="000000"/>
              </a:buClr>
              <a:buSzPts val="1600"/>
              <a:buChar char="•"/>
              <a:defRPr sz="1600" cap="none"/>
            </a:lvl7pPr>
            <a:lvl8pPr marL="3657600" indent="-330200" algn="l">
              <a:spcBef>
                <a:spcPts val="320"/>
              </a:spcBef>
              <a:spcAft>
                <a:spcPts val="0"/>
              </a:spcAft>
              <a:buClr>
                <a:srgbClr val="000000"/>
              </a:buClr>
              <a:buSzPts val="1600"/>
              <a:buChar char="•"/>
              <a:defRPr sz="1600" cap="none"/>
            </a:lvl8pPr>
            <a:lvl9pPr marL="4114800" indent="-330200" algn="l">
              <a:spcBef>
                <a:spcPts val="320"/>
              </a:spcBef>
              <a:spcAft>
                <a:spcPts val="0"/>
              </a:spcAft>
              <a:buClr>
                <a:srgbClr val="000000"/>
              </a:buClr>
              <a:buSzPts val="1600"/>
              <a:buChar char="•"/>
              <a:defRPr sz="1600" cap="none"/>
            </a:lvl9pPr>
          </a:lstStyle>
          <a:p>
            <a:pPr/>
          </a:p>
        </p:txBody>
      </p:sp>
      <p:sp>
        <p:nvSpPr>
          <p:cNvPr id="7" name="Google Shape;46;p6"/>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onAABAFQAAWSkAABAAAAAmAAAACAAAADywAAD/HwAA"/>
              </a:ext>
            </a:extLst>
          </p:cNvSpPr>
          <p:nvPr>
            <p:ph type="dt" idx="10"/>
          </p:nvPr>
        </p:nvSpPr>
        <p:spPr>
          <a:noFill/>
          <a:ln>
            <a:noFill/>
          </a:ln>
        </p:spPr>
        <p:txBody>
          <a:bodyPr vert="horz" wrap="square" lIns="91440" tIns="45720" rIns="91440" bIns="45720" numCol="1" spcCol="215900" anchor="ctr">
            <a:prstTxWarp prst="textNoShape">
              <a:avLst/>
            </a:prstTxWarp>
          </a:bodyPr>
          <a:lstStyle>
            <a:lvl1pPr algn="l">
              <a:spcBef>
                <a:spcPts val="0"/>
              </a:spcBef>
              <a:spcAft>
                <a:spcPts val="0"/>
              </a:spcAft>
              <a:buNone/>
            </a:lvl1pPr>
            <a:lvl2pPr algn="l">
              <a:spcBef>
                <a:spcPts val="0"/>
              </a:spcBef>
              <a:spcAft>
                <a:spcPts val="0"/>
              </a:spcAft>
              <a:buNone/>
            </a:lvl2pPr>
            <a:lvl3pPr algn="l">
              <a:spcBef>
                <a:spcPts val="0"/>
              </a:spcBef>
              <a:spcAft>
                <a:spcPts val="0"/>
              </a:spcAft>
              <a:buNone/>
            </a:lvl3pPr>
            <a:lvl4pPr algn="l">
              <a:spcBef>
                <a:spcPts val="0"/>
              </a:spcBef>
              <a:spcAft>
                <a:spcPts val="0"/>
              </a:spcAft>
              <a:buNone/>
            </a:lvl4pPr>
            <a:lvl5pPr algn="l">
              <a:spcBef>
                <a:spcPts val="0"/>
              </a:spcBef>
              <a:spcAft>
                <a:spcPts val="0"/>
              </a:spcAft>
              <a:buNone/>
            </a:lvl5pPr>
            <a:lvl6pPr algn="l">
              <a:spcBef>
                <a:spcPts val="0"/>
              </a:spcBef>
              <a:spcAft>
                <a:spcPts val="0"/>
              </a:spcAft>
              <a:buNone/>
            </a:lvl6pPr>
            <a:lvl7pPr algn="l">
              <a:spcBef>
                <a:spcPts val="0"/>
              </a:spcBef>
              <a:spcAft>
                <a:spcPts val="0"/>
              </a:spcAft>
              <a:buNone/>
            </a:lvl7pPr>
            <a:lvl8pPr algn="l">
              <a:spcBef>
                <a:spcPts val="0"/>
              </a:spcBef>
              <a:spcAft>
                <a:spcPts val="0"/>
              </a:spcAft>
              <a:buNone/>
            </a:lvl8pPr>
            <a:lvl9pPr algn="l">
              <a:spcBef>
                <a:spcPts val="0"/>
              </a:spcBef>
              <a:spcAft>
                <a:spcPts val="0"/>
              </a:spcAft>
              <a:buNone/>
            </a:lvl9pPr>
          </a:lstStyle>
          <a:p>
            <a:pPr/>
          </a:p>
        </p:txBody>
      </p:sp>
      <p:sp>
        <p:nvSpPr>
          <p:cNvPr id="8" name="Google Shape;47;p6"/>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K1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kAABonAABgMQAAWSkAABAAAAAmAAAACAAAADywAAD/HwAA"/>
              </a:ext>
            </a:extLst>
          </p:cNvSpPr>
          <p:nvPr>
            <p:ph type="ftr" idx="11"/>
          </p:nvPr>
        </p:nvSpPr>
        <p:spPr>
          <a:noFill/>
          <a:ln>
            <a:noFill/>
          </a:ln>
        </p:spPr>
        <p:txBody>
          <a:bodyPr vert="horz" wrap="square" lIns="91440" tIns="45720" rIns="91440" bIns="45720" numCol="1" spcCol="215900" anchor="ctr">
            <a:prstTxWarp prst="textNoShape">
              <a:avLst/>
            </a:prstTxWarp>
          </a:bodyPr>
          <a:lstStyle>
            <a:lvl1pPr algn="ctr">
              <a:spcBef>
                <a:spcPts val="0"/>
              </a:spcBef>
              <a:spcAft>
                <a:spcPts val="0"/>
              </a:spcAft>
              <a:buNone/>
            </a:lvl1pPr>
            <a:lvl2pPr algn="l">
              <a:spcBef>
                <a:spcPts val="0"/>
              </a:spcBef>
              <a:spcAft>
                <a:spcPts val="0"/>
              </a:spcAft>
              <a:buNone/>
            </a:lvl2pPr>
            <a:lvl3pPr algn="l">
              <a:spcBef>
                <a:spcPts val="0"/>
              </a:spcBef>
              <a:spcAft>
                <a:spcPts val="0"/>
              </a:spcAft>
              <a:buNone/>
            </a:lvl3pPr>
            <a:lvl4pPr algn="l">
              <a:spcBef>
                <a:spcPts val="0"/>
              </a:spcBef>
              <a:spcAft>
                <a:spcPts val="0"/>
              </a:spcAft>
              <a:buNone/>
            </a:lvl4pPr>
            <a:lvl5pPr algn="l">
              <a:spcBef>
                <a:spcPts val="0"/>
              </a:spcBef>
              <a:spcAft>
                <a:spcPts val="0"/>
              </a:spcAft>
              <a:buNone/>
            </a:lvl5pPr>
            <a:lvl6pPr algn="l">
              <a:spcBef>
                <a:spcPts val="0"/>
              </a:spcBef>
              <a:spcAft>
                <a:spcPts val="0"/>
              </a:spcAft>
              <a:buNone/>
            </a:lvl6pPr>
            <a:lvl7pPr algn="l">
              <a:spcBef>
                <a:spcPts val="0"/>
              </a:spcBef>
              <a:spcAft>
                <a:spcPts val="0"/>
              </a:spcAft>
              <a:buNone/>
            </a:lvl7pPr>
            <a:lvl8pPr algn="l">
              <a:spcBef>
                <a:spcPts val="0"/>
              </a:spcBef>
              <a:spcAft>
                <a:spcPts val="0"/>
              </a:spcAft>
              <a:buNone/>
            </a:lvl8pPr>
            <a:lvl9pPr algn="l">
              <a:spcBef>
                <a:spcPts val="0"/>
              </a:spcBef>
              <a:spcAft>
                <a:spcPts val="0"/>
              </a:spcAft>
              <a:buNone/>
            </a:lvl9pPr>
          </a:lstStyle>
          <a:p>
            <a:pPr/>
          </a:p>
        </p:txBody>
      </p:sp>
      <p:sp>
        <p:nvSpPr>
          <p:cNvPr id="9" name="Google Shape;48;p6"/>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K1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DUAABonAABARwAAWSkAABAAAAAmAAAACAAAADywAAD/HwAA"/>
              </a:ext>
            </a:extLst>
          </p:cNvSpPr>
          <p:nvPr>
            <p:ph type="sldNum" idx="12"/>
          </p:nvPr>
        </p:nvSpPr>
        <p:spPr>
          <a:noFill/>
          <a:ln>
            <a:noFill/>
          </a:ln>
        </p:spPr>
        <p:txBody>
          <a:bodyPr vert="horz" wrap="square" lIns="91440" tIns="45720" rIns="91440" bIns="45720" numCol="1" spcCol="215900" anchor="ctr">
            <a:prstTxWarp prst="textNoShape">
              <a:avLst/>
            </a:prstTxWarp>
          </a:bodyPr>
          <a:lstStyle>
            <a:lvl1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1pPr>
            <a:lvl2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2pPr>
            <a:lvl3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3pPr>
            <a:lvl4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4pPr>
            <a:lvl5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5pPr>
            <a:lvl6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6pPr>
            <a:lvl7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7pPr>
            <a:lvl8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8pPr>
            <a:lvl9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9pPr>
          </a:lstStyle>
          <a:p>
            <a:pPr marL="0" indent="0" algn="r">
              <a:spcBef>
                <a:spcPts val="0"/>
              </a:spcBef>
              <a:spcAft>
                <a:spcPts val="0"/>
              </a:spcAft>
              <a:buNone/>
            </a:pPr>
            <a:fld id="{3C25F2DC-92D1-7004-9F9D-6451BCD36931}" type="slidenum">
              <a:rPr lang="en-us" cap="none"/>
              <a:t>‹#›</a:t>
            </a:fld>
          </a:p>
        </p:txBody>
      </p:sp>
    </p:spTree>
  </p:cSld>
  <p:clrMapOvr>
    <a:masterClrMapping/>
  </p:clrMapOvr>
  <p:hf hdr="0" ftr="0" dt="0"/>
</p:sldLayout>
</file>

<file path=ppt/slideLayouts/slideLayout6.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PhAnim="0" type="titleOnly">
  <p:cSld name="TITLE_ONLY">
    <p:spTree>
      <p:nvGrpSpPr>
        <p:cNvPr id="1" name=""/>
        <p:cNvGrpSpPr/>
        <p:nvPr/>
      </p:nvGrpSpPr>
      <p:grpSpPr>
        <a:xfrm>
          <a:off x="0" y="0"/>
          <a:ext cx="0" cy="0"/>
          <a:chOff x="0" y="0"/>
          <a:chExt cx="0" cy="0"/>
        </a:xfrm>
      </p:grpSpPr>
      <p:sp>
        <p:nvSpPr>
          <p:cNvPr id="2" name="Google Shape;50;p7"/>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K1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X///9ARwAAvQYAABAAAAAmAAAACAAAADywAAD/HwAA"/>
              </a:ext>
            </a:extLst>
          </p:cNvSpPr>
          <p:nvPr>
            <p:ph type="title"/>
          </p:nvPr>
        </p:nvSpPr>
        <p:spPr>
          <a:noFill/>
          <a:ln>
            <a:noFill/>
          </a:ln>
        </p:spPr>
        <p:txBody>
          <a:bodyPr vert="horz" wrap="square" lIns="91440" tIns="45720" rIns="91440" bIns="45720" numCol="1" spcCol="215900" anchor="ctr">
            <a:prstTxWarp prst="textNoShape">
              <a:avLst/>
            </a:prstTxWarp>
          </a:bodyPr>
          <a:lstStyle>
            <a:lvl1pPr algn="ctr">
              <a:spcBef>
                <a:spcPts val="0"/>
              </a:spcBef>
              <a:spcAft>
                <a:spcPts val="0"/>
              </a:spcAft>
              <a:buNone/>
            </a:lvl1pPr>
            <a:lvl2pPr algn="ctr">
              <a:spcBef>
                <a:spcPts val="0"/>
              </a:spcBef>
              <a:spcAft>
                <a:spcPts val="0"/>
              </a:spcAft>
              <a:buNone/>
            </a:lvl2pPr>
            <a:lvl3pPr algn="ctr">
              <a:spcBef>
                <a:spcPts val="0"/>
              </a:spcBef>
              <a:spcAft>
                <a:spcPts val="0"/>
              </a:spcAft>
              <a:buNone/>
            </a:lvl3pPr>
            <a:lvl4pPr algn="ctr">
              <a:spcBef>
                <a:spcPts val="0"/>
              </a:spcBef>
              <a:spcAft>
                <a:spcPts val="0"/>
              </a:spcAft>
              <a:buNone/>
            </a:lvl4pPr>
            <a:lvl5pPr algn="ctr">
              <a:spcBef>
                <a:spcPts val="0"/>
              </a:spcBef>
              <a:spcAft>
                <a:spcPts val="0"/>
              </a:spcAft>
              <a:buNone/>
            </a:lvl5pPr>
            <a:lvl6pPr algn="ctr">
              <a:spcBef>
                <a:spcPts val="0"/>
              </a:spcBef>
              <a:spcAft>
                <a:spcPts val="0"/>
              </a:spcAft>
              <a:buNone/>
            </a:lvl6pPr>
            <a:lvl7pPr algn="ctr">
              <a:spcBef>
                <a:spcPts val="0"/>
              </a:spcBef>
              <a:spcAft>
                <a:spcPts val="0"/>
              </a:spcAft>
              <a:buNone/>
            </a:lvl7pPr>
            <a:lvl8pPr algn="ctr">
              <a:spcBef>
                <a:spcPts val="0"/>
              </a:spcBef>
              <a:spcAft>
                <a:spcPts val="0"/>
              </a:spcAft>
              <a:buNone/>
            </a:lvl8pPr>
            <a:lvl9pPr algn="ctr">
              <a:spcBef>
                <a:spcPts val="0"/>
              </a:spcBef>
              <a:spcAft>
                <a:spcPts val="0"/>
              </a:spcAft>
              <a:buNone/>
            </a:lvl9pPr>
          </a:lstStyle>
          <a:p>
            <a:pPr/>
          </a:p>
        </p:txBody>
      </p:sp>
      <p:sp>
        <p:nvSpPr>
          <p:cNvPr id="3" name="Google Shape;51;p7"/>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K1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onAABAFQAAWSkAABAAAAAmAAAACAAAADywAAD/HwAA"/>
              </a:ext>
            </a:extLst>
          </p:cNvSpPr>
          <p:nvPr>
            <p:ph type="dt" idx="10"/>
          </p:nvPr>
        </p:nvSpPr>
        <p:spPr>
          <a:noFill/>
          <a:ln>
            <a:noFill/>
          </a:ln>
        </p:spPr>
        <p:txBody>
          <a:bodyPr vert="horz" wrap="square" lIns="91440" tIns="45720" rIns="91440" bIns="45720" numCol="1" spcCol="215900" anchor="ctr">
            <a:prstTxWarp prst="textNoShape">
              <a:avLst/>
            </a:prstTxWarp>
          </a:bodyPr>
          <a:lstStyle>
            <a:lvl1pPr algn="l">
              <a:spcBef>
                <a:spcPts val="0"/>
              </a:spcBef>
              <a:spcAft>
                <a:spcPts val="0"/>
              </a:spcAft>
              <a:buNone/>
            </a:lvl1pPr>
            <a:lvl2pPr algn="l">
              <a:spcBef>
                <a:spcPts val="0"/>
              </a:spcBef>
              <a:spcAft>
                <a:spcPts val="0"/>
              </a:spcAft>
              <a:buNone/>
            </a:lvl2pPr>
            <a:lvl3pPr algn="l">
              <a:spcBef>
                <a:spcPts val="0"/>
              </a:spcBef>
              <a:spcAft>
                <a:spcPts val="0"/>
              </a:spcAft>
              <a:buNone/>
            </a:lvl3pPr>
            <a:lvl4pPr algn="l">
              <a:spcBef>
                <a:spcPts val="0"/>
              </a:spcBef>
              <a:spcAft>
                <a:spcPts val="0"/>
              </a:spcAft>
              <a:buNone/>
            </a:lvl4pPr>
            <a:lvl5pPr algn="l">
              <a:spcBef>
                <a:spcPts val="0"/>
              </a:spcBef>
              <a:spcAft>
                <a:spcPts val="0"/>
              </a:spcAft>
              <a:buNone/>
            </a:lvl5pPr>
            <a:lvl6pPr algn="l">
              <a:spcBef>
                <a:spcPts val="0"/>
              </a:spcBef>
              <a:spcAft>
                <a:spcPts val="0"/>
              </a:spcAft>
              <a:buNone/>
            </a:lvl6pPr>
            <a:lvl7pPr algn="l">
              <a:spcBef>
                <a:spcPts val="0"/>
              </a:spcBef>
              <a:spcAft>
                <a:spcPts val="0"/>
              </a:spcAft>
              <a:buNone/>
            </a:lvl7pPr>
            <a:lvl8pPr algn="l">
              <a:spcBef>
                <a:spcPts val="0"/>
              </a:spcBef>
              <a:spcAft>
                <a:spcPts val="0"/>
              </a:spcAft>
              <a:buNone/>
            </a:lvl8pPr>
            <a:lvl9pPr algn="l">
              <a:spcBef>
                <a:spcPts val="0"/>
              </a:spcBef>
              <a:spcAft>
                <a:spcPts val="0"/>
              </a:spcAft>
              <a:buNone/>
            </a:lvl9pPr>
          </a:lstStyle>
          <a:p>
            <a:pPr/>
          </a:p>
        </p:txBody>
      </p:sp>
      <p:sp>
        <p:nvSpPr>
          <p:cNvPr id="4" name="Google Shape;52;p7"/>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K1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kAABonAABgMQAAWSkAABAAAAAmAAAACAAAADywAAD/HwAA"/>
              </a:ext>
            </a:extLst>
          </p:cNvSpPr>
          <p:nvPr>
            <p:ph type="ftr" idx="11"/>
          </p:nvPr>
        </p:nvSpPr>
        <p:spPr>
          <a:noFill/>
          <a:ln>
            <a:noFill/>
          </a:ln>
        </p:spPr>
        <p:txBody>
          <a:bodyPr vert="horz" wrap="square" lIns="91440" tIns="45720" rIns="91440" bIns="45720" numCol="1" spcCol="215900" anchor="ctr">
            <a:prstTxWarp prst="textNoShape">
              <a:avLst/>
            </a:prstTxWarp>
          </a:bodyPr>
          <a:lstStyle>
            <a:lvl1pPr algn="ctr">
              <a:spcBef>
                <a:spcPts val="0"/>
              </a:spcBef>
              <a:spcAft>
                <a:spcPts val="0"/>
              </a:spcAft>
              <a:buNone/>
            </a:lvl1pPr>
            <a:lvl2pPr algn="l">
              <a:spcBef>
                <a:spcPts val="0"/>
              </a:spcBef>
              <a:spcAft>
                <a:spcPts val="0"/>
              </a:spcAft>
              <a:buNone/>
            </a:lvl2pPr>
            <a:lvl3pPr algn="l">
              <a:spcBef>
                <a:spcPts val="0"/>
              </a:spcBef>
              <a:spcAft>
                <a:spcPts val="0"/>
              </a:spcAft>
              <a:buNone/>
            </a:lvl3pPr>
            <a:lvl4pPr algn="l">
              <a:spcBef>
                <a:spcPts val="0"/>
              </a:spcBef>
              <a:spcAft>
                <a:spcPts val="0"/>
              </a:spcAft>
              <a:buNone/>
            </a:lvl4pPr>
            <a:lvl5pPr algn="l">
              <a:spcBef>
                <a:spcPts val="0"/>
              </a:spcBef>
              <a:spcAft>
                <a:spcPts val="0"/>
              </a:spcAft>
              <a:buNone/>
            </a:lvl5pPr>
            <a:lvl6pPr algn="l">
              <a:spcBef>
                <a:spcPts val="0"/>
              </a:spcBef>
              <a:spcAft>
                <a:spcPts val="0"/>
              </a:spcAft>
              <a:buNone/>
            </a:lvl6pPr>
            <a:lvl7pPr algn="l">
              <a:spcBef>
                <a:spcPts val="0"/>
              </a:spcBef>
              <a:spcAft>
                <a:spcPts val="0"/>
              </a:spcAft>
              <a:buNone/>
            </a:lvl7pPr>
            <a:lvl8pPr algn="l">
              <a:spcBef>
                <a:spcPts val="0"/>
              </a:spcBef>
              <a:spcAft>
                <a:spcPts val="0"/>
              </a:spcAft>
              <a:buNone/>
            </a:lvl8pPr>
            <a:lvl9pPr algn="l">
              <a:spcBef>
                <a:spcPts val="0"/>
              </a:spcBef>
              <a:spcAft>
                <a:spcPts val="0"/>
              </a:spcAft>
              <a:buNone/>
            </a:lvl9pPr>
          </a:lstStyle>
          <a:p>
            <a:pPr/>
          </a:p>
        </p:txBody>
      </p:sp>
      <p:sp>
        <p:nvSpPr>
          <p:cNvPr id="5" name="Google Shape;53;p7"/>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K1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DUAABonAABARwAAWSkAABAAAAAmAAAACAAAADywAAD/HwAA"/>
              </a:ext>
            </a:extLst>
          </p:cNvSpPr>
          <p:nvPr>
            <p:ph type="sldNum" idx="12"/>
          </p:nvPr>
        </p:nvSpPr>
        <p:spPr>
          <a:noFill/>
          <a:ln>
            <a:noFill/>
          </a:ln>
        </p:spPr>
        <p:txBody>
          <a:bodyPr vert="horz" wrap="square" lIns="91440" tIns="45720" rIns="91440" bIns="45720" numCol="1" spcCol="215900" anchor="ctr">
            <a:prstTxWarp prst="textNoShape">
              <a:avLst/>
            </a:prstTxWarp>
          </a:bodyPr>
          <a:lstStyle>
            <a:lvl1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1pPr>
            <a:lvl2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2pPr>
            <a:lvl3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3pPr>
            <a:lvl4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4pPr>
            <a:lvl5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5pPr>
            <a:lvl6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6pPr>
            <a:lvl7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7pPr>
            <a:lvl8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8pPr>
            <a:lvl9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9pPr>
          </a:lstStyle>
          <a:p>
            <a:pPr marL="0" indent="0" algn="r">
              <a:spcBef>
                <a:spcPts val="0"/>
              </a:spcBef>
              <a:spcAft>
                <a:spcPts val="0"/>
              </a:spcAft>
              <a:buNone/>
            </a:pPr>
            <a:fld id="{3C258A5B-15D1-707C-9F9D-E329C4D369B6}" type="slidenum">
              <a:rPr lang="en-us" cap="none"/>
              <a:t>‹#›</a:t>
            </a:fld>
          </a:p>
        </p:txBody>
      </p:sp>
    </p:spTree>
  </p:cSld>
  <p:clrMapOvr>
    <a:masterClrMapping/>
  </p:clrMapOvr>
  <p:hf hdr="0" ftr="0" dt="0"/>
</p:sldLayout>
</file>

<file path=ppt/slideLayouts/slideLayout7.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PhAnim="0" type="blank">
  <p:cSld name="BLANK">
    <p:spTree>
      <p:nvGrpSpPr>
        <p:cNvPr id="1" name=""/>
        <p:cNvGrpSpPr/>
        <p:nvPr/>
      </p:nvGrpSpPr>
      <p:grpSpPr>
        <a:xfrm>
          <a:off x="0" y="0"/>
          <a:ext cx="0" cy="0"/>
          <a:chOff x="0" y="0"/>
          <a:chExt cx="0" cy="0"/>
        </a:xfrm>
      </p:grpSpPr>
      <p:sp>
        <p:nvSpPr>
          <p:cNvPr id="2" name="Google Shape;55;p8"/>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onAABAFQAAWSkAABAAAAAmAAAACAAAADywAAD/HwAA"/>
              </a:ext>
            </a:extLst>
          </p:cNvSpPr>
          <p:nvPr>
            <p:ph type="dt" idx="10"/>
          </p:nvPr>
        </p:nvSpPr>
        <p:spPr>
          <a:noFill/>
          <a:ln>
            <a:noFill/>
          </a:ln>
        </p:spPr>
        <p:txBody>
          <a:bodyPr vert="horz" wrap="square" lIns="91440" tIns="45720" rIns="91440" bIns="45720" numCol="1" spcCol="215900" anchor="ctr">
            <a:prstTxWarp prst="textNoShape">
              <a:avLst/>
            </a:prstTxWarp>
          </a:bodyPr>
          <a:lstStyle>
            <a:lvl1pPr algn="l">
              <a:spcBef>
                <a:spcPts val="0"/>
              </a:spcBef>
              <a:spcAft>
                <a:spcPts val="0"/>
              </a:spcAft>
              <a:buNone/>
            </a:lvl1pPr>
            <a:lvl2pPr algn="l">
              <a:spcBef>
                <a:spcPts val="0"/>
              </a:spcBef>
              <a:spcAft>
                <a:spcPts val="0"/>
              </a:spcAft>
              <a:buNone/>
            </a:lvl2pPr>
            <a:lvl3pPr algn="l">
              <a:spcBef>
                <a:spcPts val="0"/>
              </a:spcBef>
              <a:spcAft>
                <a:spcPts val="0"/>
              </a:spcAft>
              <a:buNone/>
            </a:lvl3pPr>
            <a:lvl4pPr algn="l">
              <a:spcBef>
                <a:spcPts val="0"/>
              </a:spcBef>
              <a:spcAft>
                <a:spcPts val="0"/>
              </a:spcAft>
              <a:buNone/>
            </a:lvl4pPr>
            <a:lvl5pPr algn="l">
              <a:spcBef>
                <a:spcPts val="0"/>
              </a:spcBef>
              <a:spcAft>
                <a:spcPts val="0"/>
              </a:spcAft>
              <a:buNone/>
            </a:lvl5pPr>
            <a:lvl6pPr algn="l">
              <a:spcBef>
                <a:spcPts val="0"/>
              </a:spcBef>
              <a:spcAft>
                <a:spcPts val="0"/>
              </a:spcAft>
              <a:buNone/>
            </a:lvl6pPr>
            <a:lvl7pPr algn="l">
              <a:spcBef>
                <a:spcPts val="0"/>
              </a:spcBef>
              <a:spcAft>
                <a:spcPts val="0"/>
              </a:spcAft>
              <a:buNone/>
            </a:lvl7pPr>
            <a:lvl8pPr algn="l">
              <a:spcBef>
                <a:spcPts val="0"/>
              </a:spcBef>
              <a:spcAft>
                <a:spcPts val="0"/>
              </a:spcAft>
              <a:buNone/>
            </a:lvl8pPr>
            <a:lvl9pPr algn="l">
              <a:spcBef>
                <a:spcPts val="0"/>
              </a:spcBef>
              <a:spcAft>
                <a:spcPts val="0"/>
              </a:spcAft>
              <a:buNone/>
            </a:lvl9pPr>
          </a:lstStyle>
          <a:p>
            <a:pPr/>
          </a:p>
        </p:txBody>
      </p:sp>
      <p:sp>
        <p:nvSpPr>
          <p:cNvPr id="3" name="Google Shape;56;p8"/>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K1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kAABonAABgMQAAWSkAABAAAAAmAAAACAAAADywAAD/HwAA"/>
              </a:ext>
            </a:extLst>
          </p:cNvSpPr>
          <p:nvPr>
            <p:ph type="ftr" idx="11"/>
          </p:nvPr>
        </p:nvSpPr>
        <p:spPr>
          <a:noFill/>
          <a:ln>
            <a:noFill/>
          </a:ln>
        </p:spPr>
        <p:txBody>
          <a:bodyPr vert="horz" wrap="square" lIns="91440" tIns="45720" rIns="91440" bIns="45720" numCol="1" spcCol="215900" anchor="ctr">
            <a:prstTxWarp prst="textNoShape">
              <a:avLst/>
            </a:prstTxWarp>
          </a:bodyPr>
          <a:lstStyle>
            <a:lvl1pPr algn="ctr">
              <a:spcBef>
                <a:spcPts val="0"/>
              </a:spcBef>
              <a:spcAft>
                <a:spcPts val="0"/>
              </a:spcAft>
              <a:buNone/>
            </a:lvl1pPr>
            <a:lvl2pPr algn="l">
              <a:spcBef>
                <a:spcPts val="0"/>
              </a:spcBef>
              <a:spcAft>
                <a:spcPts val="0"/>
              </a:spcAft>
              <a:buNone/>
            </a:lvl2pPr>
            <a:lvl3pPr algn="l">
              <a:spcBef>
                <a:spcPts val="0"/>
              </a:spcBef>
              <a:spcAft>
                <a:spcPts val="0"/>
              </a:spcAft>
              <a:buNone/>
            </a:lvl3pPr>
            <a:lvl4pPr algn="l">
              <a:spcBef>
                <a:spcPts val="0"/>
              </a:spcBef>
              <a:spcAft>
                <a:spcPts val="0"/>
              </a:spcAft>
              <a:buNone/>
            </a:lvl4pPr>
            <a:lvl5pPr algn="l">
              <a:spcBef>
                <a:spcPts val="0"/>
              </a:spcBef>
              <a:spcAft>
                <a:spcPts val="0"/>
              </a:spcAft>
              <a:buNone/>
            </a:lvl5pPr>
            <a:lvl6pPr algn="l">
              <a:spcBef>
                <a:spcPts val="0"/>
              </a:spcBef>
              <a:spcAft>
                <a:spcPts val="0"/>
              </a:spcAft>
              <a:buNone/>
            </a:lvl6pPr>
            <a:lvl7pPr algn="l">
              <a:spcBef>
                <a:spcPts val="0"/>
              </a:spcBef>
              <a:spcAft>
                <a:spcPts val="0"/>
              </a:spcAft>
              <a:buNone/>
            </a:lvl7pPr>
            <a:lvl8pPr algn="l">
              <a:spcBef>
                <a:spcPts val="0"/>
              </a:spcBef>
              <a:spcAft>
                <a:spcPts val="0"/>
              </a:spcAft>
              <a:buNone/>
            </a:lvl8pPr>
            <a:lvl9pPr algn="l">
              <a:spcBef>
                <a:spcPts val="0"/>
              </a:spcBef>
              <a:spcAft>
                <a:spcPts val="0"/>
              </a:spcAft>
              <a:buNone/>
            </a:lvl9pPr>
          </a:lstStyle>
          <a:p>
            <a:pPr/>
          </a:p>
        </p:txBody>
      </p:sp>
      <p:sp>
        <p:nvSpPr>
          <p:cNvPr id="4" name="Google Shape;57;p8"/>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K1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DUAABonAABARwAAWSkAABAAAAAmAAAACAAAADywAAD/HwAA"/>
              </a:ext>
            </a:extLst>
          </p:cNvSpPr>
          <p:nvPr>
            <p:ph type="sldNum" idx="12"/>
          </p:nvPr>
        </p:nvSpPr>
        <p:spPr>
          <a:noFill/>
          <a:ln>
            <a:noFill/>
          </a:ln>
        </p:spPr>
        <p:txBody>
          <a:bodyPr vert="horz" wrap="square" lIns="91440" tIns="45720" rIns="91440" bIns="45720" numCol="1" spcCol="215900" anchor="ctr">
            <a:prstTxWarp prst="textNoShape">
              <a:avLst/>
            </a:prstTxWarp>
          </a:bodyPr>
          <a:lstStyle>
            <a:lvl1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1pPr>
            <a:lvl2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2pPr>
            <a:lvl3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3pPr>
            <a:lvl4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4pPr>
            <a:lvl5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5pPr>
            <a:lvl6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6pPr>
            <a:lvl7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7pPr>
            <a:lvl8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8pPr>
            <a:lvl9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9pPr>
          </a:lstStyle>
          <a:p>
            <a:pPr marL="0" indent="0" algn="r">
              <a:spcBef>
                <a:spcPts val="0"/>
              </a:spcBef>
              <a:spcAft>
                <a:spcPts val="0"/>
              </a:spcAft>
              <a:buNone/>
            </a:pPr>
            <a:fld id="{3C25CFFE-B0D1-7039-9F9D-466C81D36913}" type="slidenum">
              <a:rPr lang="en-us" cap="none"/>
              <a:t>‹#›</a:t>
            </a:fld>
          </a:p>
        </p:txBody>
      </p:sp>
    </p:spTree>
  </p:cSld>
  <p:clrMapOvr>
    <a:masterClrMapping/>
  </p:clrMapOvr>
  <p:hf hdr="0" ftr="0" dt="0"/>
</p:sldLayout>
</file>

<file path=ppt/slideLayouts/slideLayout8.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PhAnim="0" type="objTx">
  <p:cSld name="OBJECT_WITH_CAPTION_TEXT">
    <p:spTree>
      <p:nvGrpSpPr>
        <p:cNvPr id="1" name=""/>
        <p:cNvGrpSpPr/>
        <p:nvPr/>
      </p:nvGrpSpPr>
      <p:grpSpPr>
        <a:xfrm>
          <a:off x="0" y="0"/>
          <a:ext cx="0" cy="0"/>
          <a:chOff x="0" y="0"/>
          <a:chExt cx="0" cy="0"/>
        </a:xfrm>
      </p:grpSpPr>
      <p:sp>
        <p:nvSpPr>
          <p:cNvPr id="2" name="Google Shape;59;p9"/>
          <p:cNvSpPr>
            <a:spLocks noGrp="1" noChangeArrowheads="1"/>
            <a:extLst>
              <a:ext uri="smNativeData">
                <pr:smNativeData xmlns:pr="smNativeData" xmlns="smNativeData" val="SMDATA_15_VL+6ah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4BAABtHAAA1AgAABAAAAAmAAAACAAAAL2wAAD/HwAA"/>
              </a:ext>
            </a:extLst>
          </p:cNvSpPr>
          <p:nvPr>
            <p:ph type="title"/>
          </p:nvPr>
        </p:nvSpPr>
        <p:spPr>
          <a:xfrm>
            <a:off x="609600" y="273050"/>
            <a:ext cx="4011295" cy="1162050"/>
          </a:xfrm>
          <a:noFill/>
          <a:ln>
            <a:noFill/>
          </a:ln>
        </p:spPr>
        <p:txBody>
          <a:bodyPr vert="horz" wrap="square" lIns="91440" tIns="45720" rIns="91440" bIns="45720" numCol="1" spcCol="215900" anchor="b">
            <a:prstTxWarp prst="textNoShape">
              <a:avLst/>
            </a:prstTxWarp>
          </a:bodyPr>
          <a:lstStyle>
            <a:lvl1pPr algn="l">
              <a:spcBef>
                <a:spcPts val="0"/>
              </a:spcBef>
              <a:spcAft>
                <a:spcPts val="0"/>
              </a:spcAft>
              <a:buNone/>
              <a:defRPr sz="2000" b="1" cap="none"/>
            </a:lvl1pPr>
            <a:lvl2pPr algn="ctr">
              <a:spcBef>
                <a:spcPts val="0"/>
              </a:spcBef>
              <a:spcAft>
                <a:spcPts val="0"/>
              </a:spcAft>
              <a:buNone/>
            </a:lvl2pPr>
            <a:lvl3pPr algn="ctr">
              <a:spcBef>
                <a:spcPts val="0"/>
              </a:spcBef>
              <a:spcAft>
                <a:spcPts val="0"/>
              </a:spcAft>
              <a:buNone/>
            </a:lvl3pPr>
            <a:lvl4pPr algn="ctr">
              <a:spcBef>
                <a:spcPts val="0"/>
              </a:spcBef>
              <a:spcAft>
                <a:spcPts val="0"/>
              </a:spcAft>
              <a:buNone/>
            </a:lvl4pPr>
            <a:lvl5pPr algn="ctr">
              <a:spcBef>
                <a:spcPts val="0"/>
              </a:spcBef>
              <a:spcAft>
                <a:spcPts val="0"/>
              </a:spcAft>
              <a:buNone/>
            </a:lvl5pPr>
            <a:lvl6pPr algn="ctr">
              <a:spcBef>
                <a:spcPts val="0"/>
              </a:spcBef>
              <a:spcAft>
                <a:spcPts val="0"/>
              </a:spcAft>
              <a:buNone/>
            </a:lvl6pPr>
            <a:lvl7pPr algn="ctr">
              <a:spcBef>
                <a:spcPts val="0"/>
              </a:spcBef>
              <a:spcAft>
                <a:spcPts val="0"/>
              </a:spcAft>
              <a:buNone/>
            </a:lvl7pPr>
            <a:lvl8pPr algn="ctr">
              <a:spcBef>
                <a:spcPts val="0"/>
              </a:spcBef>
              <a:spcAft>
                <a:spcPts val="0"/>
              </a:spcAft>
              <a:buNone/>
            </a:lvl8pPr>
            <a:lvl9pPr algn="ctr">
              <a:spcBef>
                <a:spcPts val="0"/>
              </a:spcBef>
              <a:spcAft>
                <a:spcPts val="0"/>
              </a:spcAft>
              <a:buNone/>
            </a:lvl9pPr>
          </a:lstStyle>
          <a:p>
            <a:pPr/>
          </a:p>
        </p:txBody>
      </p:sp>
      <p:sp>
        <p:nvSpPr>
          <p:cNvPr id="3" name="Google Shape;60;p9"/>
          <p:cNvSpPr>
            <a:spLocks noGrp="1" noChangeArrowheads="1"/>
            <a:extLst>
              <a:ext uri="smNativeData">
                <pr:smNativeData xmlns:pr="smNativeData" xmlns="smNativeData" val="SMDATA_15_VL+6ah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0AAK4BAABARwAAsCUAABAAAAAmAAAACAAAAD2wAAD/HwAA"/>
              </a:ext>
            </a:extLst>
          </p:cNvSpPr>
          <p:nvPr>
            <p:ph idx="1"/>
          </p:nvPr>
        </p:nvSpPr>
        <p:spPr>
          <a:xfrm>
            <a:off x="4766945" y="273050"/>
            <a:ext cx="6815455" cy="5853430"/>
          </a:xfrm>
          <a:noFill/>
          <a:ln>
            <a:noFill/>
          </a:ln>
        </p:spPr>
        <p:txBody>
          <a:bodyPr vert="horz" wrap="square" lIns="91440" tIns="45720" rIns="91440" bIns="45720" numCol="1" spcCol="215900" anchor="t">
            <a:prstTxWarp prst="textNoShape">
              <a:avLst/>
            </a:prstTxWarp>
          </a:bodyPr>
          <a:lstStyle>
            <a:lvl1pPr marL="457200" indent="-431800" algn="l">
              <a:spcBef>
                <a:spcPts val="640"/>
              </a:spcBef>
              <a:spcAft>
                <a:spcPts val="0"/>
              </a:spcAft>
              <a:buClr>
                <a:srgbClr val="000000"/>
              </a:buClr>
              <a:buSzPts val="3200"/>
              <a:buChar char="•"/>
              <a:defRPr sz="3200" cap="none"/>
            </a:lvl1pPr>
            <a:lvl2pPr marL="914400" indent="-406400" algn="l">
              <a:spcBef>
                <a:spcPts val="560"/>
              </a:spcBef>
              <a:spcAft>
                <a:spcPts val="0"/>
              </a:spcAft>
              <a:buClr>
                <a:srgbClr val="000000"/>
              </a:buClr>
              <a:buSzPts val="2800"/>
              <a:buChar char="–"/>
              <a:defRPr sz="2800" cap="none"/>
            </a:lvl2pPr>
            <a:lvl3pPr marL="1371600" indent="-381000" algn="l">
              <a:spcBef>
                <a:spcPts val="480"/>
              </a:spcBef>
              <a:spcAft>
                <a:spcPts val="0"/>
              </a:spcAft>
              <a:buClr>
                <a:srgbClr val="000000"/>
              </a:buClr>
              <a:buSzPts val="2400"/>
              <a:buChar char="•"/>
              <a:defRPr sz="2400" cap="none"/>
            </a:lvl3pPr>
            <a:lvl4pPr marL="1828800" indent="-355600" algn="l">
              <a:spcBef>
                <a:spcPts val="400"/>
              </a:spcBef>
              <a:spcAft>
                <a:spcPts val="0"/>
              </a:spcAft>
              <a:buClr>
                <a:srgbClr val="000000"/>
              </a:buClr>
              <a:buSzPts val="2000"/>
              <a:buChar char="–"/>
              <a:defRPr sz="2000" cap="none"/>
            </a:lvl4pPr>
            <a:lvl5pPr marL="2286000" indent="-355600" algn="l">
              <a:spcBef>
                <a:spcPts val="400"/>
              </a:spcBef>
              <a:spcAft>
                <a:spcPts val="0"/>
              </a:spcAft>
              <a:buClr>
                <a:srgbClr val="000000"/>
              </a:buClr>
              <a:buSzPts val="2000"/>
              <a:buChar char="»"/>
              <a:defRPr sz="2000" cap="none"/>
            </a:lvl5pPr>
            <a:lvl6pPr marL="2743200" indent="-355600" algn="l">
              <a:spcBef>
                <a:spcPts val="400"/>
              </a:spcBef>
              <a:spcAft>
                <a:spcPts val="0"/>
              </a:spcAft>
              <a:buClr>
                <a:srgbClr val="000000"/>
              </a:buClr>
              <a:buSzPts val="2000"/>
              <a:buChar char="•"/>
              <a:defRPr sz="2000" cap="none"/>
            </a:lvl6pPr>
            <a:lvl7pPr marL="3200400" indent="-355600" algn="l">
              <a:spcBef>
                <a:spcPts val="400"/>
              </a:spcBef>
              <a:spcAft>
                <a:spcPts val="0"/>
              </a:spcAft>
              <a:buClr>
                <a:srgbClr val="000000"/>
              </a:buClr>
              <a:buSzPts val="2000"/>
              <a:buChar char="•"/>
              <a:defRPr sz="2000" cap="none"/>
            </a:lvl7pPr>
            <a:lvl8pPr marL="3657600" indent="-355600" algn="l">
              <a:spcBef>
                <a:spcPts val="400"/>
              </a:spcBef>
              <a:spcAft>
                <a:spcPts val="0"/>
              </a:spcAft>
              <a:buClr>
                <a:srgbClr val="000000"/>
              </a:buClr>
              <a:buSzPts val="2000"/>
              <a:buChar char="•"/>
              <a:defRPr sz="2000" cap="none"/>
            </a:lvl8pPr>
            <a:lvl9pPr marL="4114800" indent="-355600" algn="l">
              <a:spcBef>
                <a:spcPts val="400"/>
              </a:spcBef>
              <a:spcAft>
                <a:spcPts val="0"/>
              </a:spcAft>
              <a:buClr>
                <a:srgbClr val="000000"/>
              </a:buClr>
              <a:buSzPts val="2000"/>
              <a:buChar char="•"/>
              <a:defRPr sz="2000" cap="none"/>
            </a:lvl9pPr>
          </a:lstStyle>
          <a:p>
            <a:pPr/>
          </a:p>
        </p:txBody>
      </p:sp>
      <p:sp>
        <p:nvSpPr>
          <p:cNvPr id="4" name="Google Shape;61;p9"/>
          <p:cNvSpPr>
            <a:spLocks noGrp="1" noChangeArrowheads="1"/>
            <a:extLst>
              <a:ext uri="smNativeData">
                <pr:smNativeData xmlns:pr="smNativeData" xmlns="smNativeData" val="SMDATA_15_VL+6ah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QIAABtHAAAsCUAABAAAAAmAAAACAAAAD2wAAD/HwAA"/>
              </a:ext>
            </a:extLst>
          </p:cNvSpPr>
          <p:nvPr>
            <p:ph idx="2"/>
          </p:nvPr>
        </p:nvSpPr>
        <p:spPr>
          <a:xfrm>
            <a:off x="609600" y="1435100"/>
            <a:ext cx="4011295" cy="4691380"/>
          </a:xfrm>
          <a:noFill/>
          <a:ln>
            <a:noFill/>
          </a:ln>
        </p:spPr>
        <p:txBody>
          <a:bodyPr vert="horz" wrap="square" lIns="91440" tIns="45720" rIns="91440" bIns="45720" numCol="1" spcCol="215900" anchor="t">
            <a:prstTxWarp prst="textNoShape">
              <a:avLst/>
            </a:prstTxWarp>
          </a:bodyPr>
          <a:lstStyle>
            <a:lvl1pPr marL="457200" indent="-228600" algn="l">
              <a:spcBef>
                <a:spcPts val="280"/>
              </a:spcBef>
              <a:spcAft>
                <a:spcPts val="0"/>
              </a:spcAft>
              <a:buNone/>
              <a:defRPr sz="1400" cap="none"/>
            </a:lvl1pPr>
            <a:lvl2pPr marL="914400" indent="-228600" algn="l">
              <a:spcBef>
                <a:spcPts val="240"/>
              </a:spcBef>
              <a:spcAft>
                <a:spcPts val="0"/>
              </a:spcAft>
              <a:buNone/>
              <a:defRPr sz="1200" cap="none"/>
            </a:lvl2pPr>
            <a:lvl3pPr marL="1371600" indent="-228600" algn="l">
              <a:spcBef>
                <a:spcPts val="200"/>
              </a:spcBef>
              <a:spcAft>
                <a:spcPts val="0"/>
              </a:spcAft>
              <a:buNone/>
              <a:defRPr sz="1000" cap="none"/>
            </a:lvl3pPr>
            <a:lvl4pPr marL="1828800" indent="-228600" algn="l">
              <a:spcBef>
                <a:spcPts val="180"/>
              </a:spcBef>
              <a:spcAft>
                <a:spcPts val="0"/>
              </a:spcAft>
              <a:buNone/>
              <a:defRPr sz="900" cap="none"/>
            </a:lvl4pPr>
            <a:lvl5pPr marL="2286000" indent="-228600" algn="l">
              <a:spcBef>
                <a:spcPts val="180"/>
              </a:spcBef>
              <a:spcAft>
                <a:spcPts val="0"/>
              </a:spcAft>
              <a:buNone/>
              <a:defRPr sz="900" cap="none"/>
            </a:lvl5pPr>
            <a:lvl6pPr marL="2743200" indent="-228600" algn="l">
              <a:spcBef>
                <a:spcPts val="180"/>
              </a:spcBef>
              <a:spcAft>
                <a:spcPts val="0"/>
              </a:spcAft>
              <a:buNone/>
              <a:defRPr sz="900" cap="none"/>
            </a:lvl6pPr>
            <a:lvl7pPr marL="3200400" indent="-228600" algn="l">
              <a:spcBef>
                <a:spcPts val="180"/>
              </a:spcBef>
              <a:spcAft>
                <a:spcPts val="0"/>
              </a:spcAft>
              <a:buNone/>
              <a:defRPr sz="900" cap="none"/>
            </a:lvl7pPr>
            <a:lvl8pPr marL="3657600" indent="-228600" algn="l">
              <a:spcBef>
                <a:spcPts val="180"/>
              </a:spcBef>
              <a:spcAft>
                <a:spcPts val="0"/>
              </a:spcAft>
              <a:buNone/>
              <a:defRPr sz="900" cap="none"/>
            </a:lvl8pPr>
            <a:lvl9pPr marL="4114800" indent="-228600" algn="l">
              <a:spcBef>
                <a:spcPts val="180"/>
              </a:spcBef>
              <a:spcAft>
                <a:spcPts val="0"/>
              </a:spcAft>
              <a:buNone/>
              <a:defRPr sz="900" cap="none"/>
            </a:lvl9pPr>
          </a:lstStyle>
          <a:p>
            <a:pPr/>
          </a:p>
        </p:txBody>
      </p:sp>
      <p:sp>
        <p:nvSpPr>
          <p:cNvPr id="5" name="Google Shape;62;p9"/>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onAABAFQAAWSkAABAAAAAmAAAACAAAADywAAD/HwAA"/>
              </a:ext>
            </a:extLst>
          </p:cNvSpPr>
          <p:nvPr>
            <p:ph type="dt" idx="10"/>
          </p:nvPr>
        </p:nvSpPr>
        <p:spPr>
          <a:noFill/>
          <a:ln>
            <a:noFill/>
          </a:ln>
        </p:spPr>
        <p:txBody>
          <a:bodyPr vert="horz" wrap="square" lIns="91440" tIns="45720" rIns="91440" bIns="45720" numCol="1" spcCol="215900" anchor="ctr">
            <a:prstTxWarp prst="textNoShape">
              <a:avLst/>
            </a:prstTxWarp>
          </a:bodyPr>
          <a:lstStyle>
            <a:lvl1pPr algn="l">
              <a:spcBef>
                <a:spcPts val="0"/>
              </a:spcBef>
              <a:spcAft>
                <a:spcPts val="0"/>
              </a:spcAft>
              <a:buNone/>
            </a:lvl1pPr>
            <a:lvl2pPr algn="l">
              <a:spcBef>
                <a:spcPts val="0"/>
              </a:spcBef>
              <a:spcAft>
                <a:spcPts val="0"/>
              </a:spcAft>
              <a:buNone/>
            </a:lvl2pPr>
            <a:lvl3pPr algn="l">
              <a:spcBef>
                <a:spcPts val="0"/>
              </a:spcBef>
              <a:spcAft>
                <a:spcPts val="0"/>
              </a:spcAft>
              <a:buNone/>
            </a:lvl3pPr>
            <a:lvl4pPr algn="l">
              <a:spcBef>
                <a:spcPts val="0"/>
              </a:spcBef>
              <a:spcAft>
                <a:spcPts val="0"/>
              </a:spcAft>
              <a:buNone/>
            </a:lvl4pPr>
            <a:lvl5pPr algn="l">
              <a:spcBef>
                <a:spcPts val="0"/>
              </a:spcBef>
              <a:spcAft>
                <a:spcPts val="0"/>
              </a:spcAft>
              <a:buNone/>
            </a:lvl5pPr>
            <a:lvl6pPr algn="l">
              <a:spcBef>
                <a:spcPts val="0"/>
              </a:spcBef>
              <a:spcAft>
                <a:spcPts val="0"/>
              </a:spcAft>
              <a:buNone/>
            </a:lvl6pPr>
            <a:lvl7pPr algn="l">
              <a:spcBef>
                <a:spcPts val="0"/>
              </a:spcBef>
              <a:spcAft>
                <a:spcPts val="0"/>
              </a:spcAft>
              <a:buNone/>
            </a:lvl7pPr>
            <a:lvl8pPr algn="l">
              <a:spcBef>
                <a:spcPts val="0"/>
              </a:spcBef>
              <a:spcAft>
                <a:spcPts val="0"/>
              </a:spcAft>
              <a:buNone/>
            </a:lvl8pPr>
            <a:lvl9pPr algn="l">
              <a:spcBef>
                <a:spcPts val="0"/>
              </a:spcBef>
              <a:spcAft>
                <a:spcPts val="0"/>
              </a:spcAft>
              <a:buNone/>
            </a:lvl9pPr>
          </a:lstStyle>
          <a:p>
            <a:pPr/>
          </a:p>
        </p:txBody>
      </p:sp>
      <p:sp>
        <p:nvSpPr>
          <p:cNvPr id="6" name="Google Shape;63;p9"/>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kAABonAABgMQAAWSkAABAAAAAmAAAACAAAADywAAD/HwAA"/>
              </a:ext>
            </a:extLst>
          </p:cNvSpPr>
          <p:nvPr>
            <p:ph type="ftr" idx="11"/>
          </p:nvPr>
        </p:nvSpPr>
        <p:spPr>
          <a:noFill/>
          <a:ln>
            <a:noFill/>
          </a:ln>
        </p:spPr>
        <p:txBody>
          <a:bodyPr vert="horz" wrap="square" lIns="91440" tIns="45720" rIns="91440" bIns="45720" numCol="1" spcCol="215900" anchor="ctr">
            <a:prstTxWarp prst="textNoShape">
              <a:avLst/>
            </a:prstTxWarp>
          </a:bodyPr>
          <a:lstStyle>
            <a:lvl1pPr algn="ctr">
              <a:spcBef>
                <a:spcPts val="0"/>
              </a:spcBef>
              <a:spcAft>
                <a:spcPts val="0"/>
              </a:spcAft>
              <a:buNone/>
            </a:lvl1pPr>
            <a:lvl2pPr algn="l">
              <a:spcBef>
                <a:spcPts val="0"/>
              </a:spcBef>
              <a:spcAft>
                <a:spcPts val="0"/>
              </a:spcAft>
              <a:buNone/>
            </a:lvl2pPr>
            <a:lvl3pPr algn="l">
              <a:spcBef>
                <a:spcPts val="0"/>
              </a:spcBef>
              <a:spcAft>
                <a:spcPts val="0"/>
              </a:spcAft>
              <a:buNone/>
            </a:lvl3pPr>
            <a:lvl4pPr algn="l">
              <a:spcBef>
                <a:spcPts val="0"/>
              </a:spcBef>
              <a:spcAft>
                <a:spcPts val="0"/>
              </a:spcAft>
              <a:buNone/>
            </a:lvl4pPr>
            <a:lvl5pPr algn="l">
              <a:spcBef>
                <a:spcPts val="0"/>
              </a:spcBef>
              <a:spcAft>
                <a:spcPts val="0"/>
              </a:spcAft>
              <a:buNone/>
            </a:lvl5pPr>
            <a:lvl6pPr algn="l">
              <a:spcBef>
                <a:spcPts val="0"/>
              </a:spcBef>
              <a:spcAft>
                <a:spcPts val="0"/>
              </a:spcAft>
              <a:buNone/>
            </a:lvl6pPr>
            <a:lvl7pPr algn="l">
              <a:spcBef>
                <a:spcPts val="0"/>
              </a:spcBef>
              <a:spcAft>
                <a:spcPts val="0"/>
              </a:spcAft>
              <a:buNone/>
            </a:lvl7pPr>
            <a:lvl8pPr algn="l">
              <a:spcBef>
                <a:spcPts val="0"/>
              </a:spcBef>
              <a:spcAft>
                <a:spcPts val="0"/>
              </a:spcAft>
              <a:buNone/>
            </a:lvl8pPr>
            <a:lvl9pPr algn="l">
              <a:spcBef>
                <a:spcPts val="0"/>
              </a:spcBef>
              <a:spcAft>
                <a:spcPts val="0"/>
              </a:spcAft>
              <a:buNone/>
            </a:lvl9pPr>
          </a:lstStyle>
          <a:p>
            <a:pPr/>
          </a:p>
        </p:txBody>
      </p:sp>
      <p:sp>
        <p:nvSpPr>
          <p:cNvPr id="7" name="Google Shape;64;p9"/>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K1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DUAABonAABARwAAWSkAABAAAAAmAAAACAAAADywAAD/HwAA"/>
              </a:ext>
            </a:extLst>
          </p:cNvSpPr>
          <p:nvPr>
            <p:ph type="sldNum" idx="12"/>
          </p:nvPr>
        </p:nvSpPr>
        <p:spPr>
          <a:noFill/>
          <a:ln>
            <a:noFill/>
          </a:ln>
        </p:spPr>
        <p:txBody>
          <a:bodyPr vert="horz" wrap="square" lIns="91440" tIns="45720" rIns="91440" bIns="45720" numCol="1" spcCol="215900" anchor="ctr">
            <a:prstTxWarp prst="textNoShape">
              <a:avLst/>
            </a:prstTxWarp>
          </a:bodyPr>
          <a:lstStyle>
            <a:lvl1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1pPr>
            <a:lvl2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2pPr>
            <a:lvl3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3pPr>
            <a:lvl4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4pPr>
            <a:lvl5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5pPr>
            <a:lvl6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6pPr>
            <a:lvl7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7pPr>
            <a:lvl8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8pPr>
            <a:lvl9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9pPr>
          </a:lstStyle>
          <a:p>
            <a:pPr marL="0" indent="0" algn="r">
              <a:spcBef>
                <a:spcPts val="0"/>
              </a:spcBef>
              <a:spcAft>
                <a:spcPts val="0"/>
              </a:spcAft>
              <a:buNone/>
            </a:pPr>
            <a:fld id="{3C25DBED-A3D1-702D-9F9D-557895D36900}" type="slidenum">
              <a:rPr lang="en-us" cap="none"/>
              <a:t>‹#›</a:t>
            </a:fld>
          </a:p>
        </p:txBody>
      </p:sp>
    </p:spTree>
  </p:cSld>
  <p:clrMapOvr>
    <a:masterClrMapping/>
  </p:clrMapOvr>
  <p:hf hdr="0" ftr="0" dt="0"/>
</p:sldLayout>
</file>

<file path=ppt/slideLayouts/slideLayout9.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PhAnim="0" type="picTx">
  <p:cSld name="PICTURE_WITH_CAPTION_TEXT">
    <p:spTree>
      <p:nvGrpSpPr>
        <p:cNvPr id="1" name=""/>
        <p:cNvGrpSpPr/>
        <p:nvPr/>
      </p:nvGrpSpPr>
      <p:grpSpPr>
        <a:xfrm>
          <a:off x="0" y="0"/>
          <a:ext cx="0" cy="0"/>
          <a:chOff x="0" y="0"/>
          <a:chExt cx="0" cy="0"/>
        </a:xfrm>
      </p:grpSpPr>
      <p:sp>
        <p:nvSpPr>
          <p:cNvPr id="2" name="Google Shape;66;p10"/>
          <p:cNvSpPr>
            <a:spLocks noGrp="1" noChangeArrowheads="1"/>
            <a:extLst>
              <a:ext uri="smNativeData">
                <pr:smNativeData xmlns:pr="smNativeData" xmlns="smNativeData" val="SMDATA_15_VL+6ah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sw4AAIgdAACzOwAABSEAABAAAAAmAAAACAAAAL2wAAD/HwAA"/>
              </a:ext>
            </a:extLst>
          </p:cNvSpPr>
          <p:nvPr>
            <p:ph type="title"/>
          </p:nvPr>
        </p:nvSpPr>
        <p:spPr>
          <a:xfrm>
            <a:off x="2389505" y="4800600"/>
            <a:ext cx="7315200" cy="567055"/>
          </a:xfrm>
          <a:noFill/>
          <a:ln>
            <a:noFill/>
          </a:ln>
        </p:spPr>
        <p:txBody>
          <a:bodyPr vert="horz" wrap="square" lIns="91440" tIns="45720" rIns="91440" bIns="45720" numCol="1" spcCol="215900" anchor="b">
            <a:prstTxWarp prst="textNoShape">
              <a:avLst/>
            </a:prstTxWarp>
          </a:bodyPr>
          <a:lstStyle>
            <a:lvl1pPr algn="l">
              <a:spcBef>
                <a:spcPts val="0"/>
              </a:spcBef>
              <a:spcAft>
                <a:spcPts val="0"/>
              </a:spcAft>
              <a:buNone/>
              <a:defRPr sz="2000" b="1" cap="none"/>
            </a:lvl1pPr>
            <a:lvl2pPr algn="ctr">
              <a:spcBef>
                <a:spcPts val="0"/>
              </a:spcBef>
              <a:spcAft>
                <a:spcPts val="0"/>
              </a:spcAft>
              <a:buNone/>
            </a:lvl2pPr>
            <a:lvl3pPr algn="ctr">
              <a:spcBef>
                <a:spcPts val="0"/>
              </a:spcBef>
              <a:spcAft>
                <a:spcPts val="0"/>
              </a:spcAft>
              <a:buNone/>
            </a:lvl3pPr>
            <a:lvl4pPr algn="ctr">
              <a:spcBef>
                <a:spcPts val="0"/>
              </a:spcBef>
              <a:spcAft>
                <a:spcPts val="0"/>
              </a:spcAft>
              <a:buNone/>
            </a:lvl4pPr>
            <a:lvl5pPr algn="ctr">
              <a:spcBef>
                <a:spcPts val="0"/>
              </a:spcBef>
              <a:spcAft>
                <a:spcPts val="0"/>
              </a:spcAft>
              <a:buNone/>
            </a:lvl5pPr>
            <a:lvl6pPr algn="ctr">
              <a:spcBef>
                <a:spcPts val="0"/>
              </a:spcBef>
              <a:spcAft>
                <a:spcPts val="0"/>
              </a:spcAft>
              <a:buNone/>
            </a:lvl6pPr>
            <a:lvl7pPr algn="ctr">
              <a:spcBef>
                <a:spcPts val="0"/>
              </a:spcBef>
              <a:spcAft>
                <a:spcPts val="0"/>
              </a:spcAft>
              <a:buNone/>
            </a:lvl7pPr>
            <a:lvl8pPr algn="ctr">
              <a:spcBef>
                <a:spcPts val="0"/>
              </a:spcBef>
              <a:spcAft>
                <a:spcPts val="0"/>
              </a:spcAft>
              <a:buNone/>
            </a:lvl8pPr>
            <a:lvl9pPr algn="ctr">
              <a:spcBef>
                <a:spcPts val="0"/>
              </a:spcBef>
              <a:spcAft>
                <a:spcPts val="0"/>
              </a:spcAft>
              <a:buNone/>
            </a:lvl9pPr>
          </a:lstStyle>
          <a:p>
            <a:pPr/>
          </a:p>
        </p:txBody>
      </p:sp>
      <p:sp>
        <p:nvSpPr>
          <p:cNvPr id="3" name="Google Shape;67;p10"/>
          <p:cNvSpPr>
            <a:spLocks noGrp="1" noChangeArrowheads="1"/>
            <a:extLst>
              <a:ext uri="smNativeData">
                <pr:smNativeData xmlns:pr="smNativeData" xmlns="smNativeData" val="SMDATA_15_VL+6ah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sw4AAMUDAACzOwAAFR0AABAAAAAmAAAACAAAAIGAAAD/HwAA"/>
              </a:ext>
            </a:extLst>
          </p:cNvSpPr>
          <p:nvPr>
            <p:ph type="pic" idx="2"/>
          </p:nvPr>
        </p:nvSpPr>
        <p:spPr>
          <a:xfrm>
            <a:off x="2389505" y="612775"/>
            <a:ext cx="7315200" cy="4114800"/>
          </a:xfrm>
          <a:noFill/>
          <a:ln>
            <a:noFill/>
          </a:ln>
        </p:spPr>
      </p:sp>
      <p:sp>
        <p:nvSpPr>
          <p:cNvPr id="4" name="Google Shape;68;p10"/>
          <p:cNvSpPr>
            <a:spLocks noGrp="1" noChangeArrowheads="1"/>
            <a:extLst>
              <a:ext uri="smNativeData">
                <pr:smNativeData xmlns:pr="smNativeData" xmlns="smNativeData" val="SMDATA_15_VL+6ah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990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sw4AAAUhAACzOwAA+CUAABAAAAAmAAAACAAAAD2wAAD/HwAA"/>
              </a:ext>
            </a:extLst>
          </p:cNvSpPr>
          <p:nvPr>
            <p:ph idx="1"/>
          </p:nvPr>
        </p:nvSpPr>
        <p:spPr>
          <a:xfrm>
            <a:off x="2389505" y="5367655"/>
            <a:ext cx="7315200" cy="804545"/>
          </a:xfrm>
          <a:noFill/>
          <a:ln>
            <a:noFill/>
          </a:ln>
        </p:spPr>
        <p:txBody>
          <a:bodyPr vert="horz" wrap="square" lIns="91440" tIns="45720" rIns="91440" bIns="45720" numCol="1" spcCol="215900" anchor="t">
            <a:prstTxWarp prst="textNoShape">
              <a:avLst/>
            </a:prstTxWarp>
          </a:bodyPr>
          <a:lstStyle>
            <a:lvl1pPr marL="457200" indent="-228600" algn="l">
              <a:spcBef>
                <a:spcPts val="280"/>
              </a:spcBef>
              <a:spcAft>
                <a:spcPts val="0"/>
              </a:spcAft>
              <a:buNone/>
              <a:defRPr sz="1400" cap="none"/>
            </a:lvl1pPr>
            <a:lvl2pPr marL="914400" indent="-228600" algn="l">
              <a:spcBef>
                <a:spcPts val="240"/>
              </a:spcBef>
              <a:spcAft>
                <a:spcPts val="0"/>
              </a:spcAft>
              <a:buNone/>
              <a:defRPr sz="1200" cap="none"/>
            </a:lvl2pPr>
            <a:lvl3pPr marL="1371600" indent="-228600" algn="l">
              <a:spcBef>
                <a:spcPts val="200"/>
              </a:spcBef>
              <a:spcAft>
                <a:spcPts val="0"/>
              </a:spcAft>
              <a:buNone/>
              <a:defRPr sz="1000" cap="none"/>
            </a:lvl3pPr>
            <a:lvl4pPr marL="1828800" indent="-228600" algn="l">
              <a:spcBef>
                <a:spcPts val="180"/>
              </a:spcBef>
              <a:spcAft>
                <a:spcPts val="0"/>
              </a:spcAft>
              <a:buNone/>
              <a:defRPr sz="900" cap="none"/>
            </a:lvl4pPr>
            <a:lvl5pPr marL="2286000" indent="-228600" algn="l">
              <a:spcBef>
                <a:spcPts val="180"/>
              </a:spcBef>
              <a:spcAft>
                <a:spcPts val="0"/>
              </a:spcAft>
              <a:buNone/>
              <a:defRPr sz="900" cap="none"/>
            </a:lvl5pPr>
            <a:lvl6pPr marL="2743200" indent="-228600" algn="l">
              <a:spcBef>
                <a:spcPts val="180"/>
              </a:spcBef>
              <a:spcAft>
                <a:spcPts val="0"/>
              </a:spcAft>
              <a:buNone/>
              <a:defRPr sz="900" cap="none"/>
            </a:lvl6pPr>
            <a:lvl7pPr marL="3200400" indent="-228600" algn="l">
              <a:spcBef>
                <a:spcPts val="180"/>
              </a:spcBef>
              <a:spcAft>
                <a:spcPts val="0"/>
              </a:spcAft>
              <a:buNone/>
              <a:defRPr sz="900" cap="none"/>
            </a:lvl7pPr>
            <a:lvl8pPr marL="3657600" indent="-228600" algn="l">
              <a:spcBef>
                <a:spcPts val="180"/>
              </a:spcBef>
              <a:spcAft>
                <a:spcPts val="0"/>
              </a:spcAft>
              <a:buNone/>
              <a:defRPr sz="900" cap="none"/>
            </a:lvl8pPr>
            <a:lvl9pPr marL="4114800" indent="-228600" algn="l">
              <a:spcBef>
                <a:spcPts val="180"/>
              </a:spcBef>
              <a:spcAft>
                <a:spcPts val="0"/>
              </a:spcAft>
              <a:buNone/>
              <a:defRPr sz="900" cap="none"/>
            </a:lvl9pPr>
          </a:lstStyle>
          <a:p>
            <a:pPr/>
          </a:p>
        </p:txBody>
      </p:sp>
      <p:sp>
        <p:nvSpPr>
          <p:cNvPr id="5" name="Google Shape;69;p10"/>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v7/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onAABAFQAAWSkAABAAAAAmAAAACAAAADywAAD/HwAA"/>
              </a:ext>
            </a:extLst>
          </p:cNvSpPr>
          <p:nvPr>
            <p:ph type="dt" idx="10"/>
          </p:nvPr>
        </p:nvSpPr>
        <p:spPr>
          <a:noFill/>
          <a:ln>
            <a:noFill/>
          </a:ln>
        </p:spPr>
        <p:txBody>
          <a:bodyPr vert="horz" wrap="square" lIns="91440" tIns="45720" rIns="91440" bIns="45720" numCol="1" spcCol="215900" anchor="ctr">
            <a:prstTxWarp prst="textNoShape">
              <a:avLst/>
            </a:prstTxWarp>
          </a:bodyPr>
          <a:lstStyle>
            <a:lvl1pPr algn="l">
              <a:spcBef>
                <a:spcPts val="0"/>
              </a:spcBef>
              <a:spcAft>
                <a:spcPts val="0"/>
              </a:spcAft>
              <a:buNone/>
            </a:lvl1pPr>
            <a:lvl2pPr algn="l">
              <a:spcBef>
                <a:spcPts val="0"/>
              </a:spcBef>
              <a:spcAft>
                <a:spcPts val="0"/>
              </a:spcAft>
              <a:buNone/>
            </a:lvl2pPr>
            <a:lvl3pPr algn="l">
              <a:spcBef>
                <a:spcPts val="0"/>
              </a:spcBef>
              <a:spcAft>
                <a:spcPts val="0"/>
              </a:spcAft>
              <a:buNone/>
            </a:lvl3pPr>
            <a:lvl4pPr algn="l">
              <a:spcBef>
                <a:spcPts val="0"/>
              </a:spcBef>
              <a:spcAft>
                <a:spcPts val="0"/>
              </a:spcAft>
              <a:buNone/>
            </a:lvl4pPr>
            <a:lvl5pPr algn="l">
              <a:spcBef>
                <a:spcPts val="0"/>
              </a:spcBef>
              <a:spcAft>
                <a:spcPts val="0"/>
              </a:spcAft>
              <a:buNone/>
            </a:lvl5pPr>
            <a:lvl6pPr algn="l">
              <a:spcBef>
                <a:spcPts val="0"/>
              </a:spcBef>
              <a:spcAft>
                <a:spcPts val="0"/>
              </a:spcAft>
              <a:buNone/>
            </a:lvl6pPr>
            <a:lvl7pPr algn="l">
              <a:spcBef>
                <a:spcPts val="0"/>
              </a:spcBef>
              <a:spcAft>
                <a:spcPts val="0"/>
              </a:spcAft>
              <a:buNone/>
            </a:lvl7pPr>
            <a:lvl8pPr algn="l">
              <a:spcBef>
                <a:spcPts val="0"/>
              </a:spcBef>
              <a:spcAft>
                <a:spcPts val="0"/>
              </a:spcAft>
              <a:buNone/>
            </a:lvl8pPr>
            <a:lvl9pPr algn="l">
              <a:spcBef>
                <a:spcPts val="0"/>
              </a:spcBef>
              <a:spcAft>
                <a:spcPts val="0"/>
              </a:spcAft>
              <a:buNone/>
            </a:lvl9pPr>
          </a:lstStyle>
          <a:p>
            <a:pPr/>
          </a:p>
        </p:txBody>
      </p:sp>
      <p:sp>
        <p:nvSpPr>
          <p:cNvPr id="6" name="Google Shape;70;p10"/>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kAABonAABgMQAAWSkAABAAAAAmAAAACAAAADywAAD/HwAA"/>
              </a:ext>
            </a:extLst>
          </p:cNvSpPr>
          <p:nvPr>
            <p:ph type="ftr" idx="11"/>
          </p:nvPr>
        </p:nvSpPr>
        <p:spPr>
          <a:noFill/>
          <a:ln>
            <a:noFill/>
          </a:ln>
        </p:spPr>
        <p:txBody>
          <a:bodyPr vert="horz" wrap="square" lIns="91440" tIns="45720" rIns="91440" bIns="45720" numCol="1" spcCol="215900" anchor="ctr">
            <a:prstTxWarp prst="textNoShape">
              <a:avLst/>
            </a:prstTxWarp>
          </a:bodyPr>
          <a:lstStyle>
            <a:lvl1pPr algn="ctr">
              <a:spcBef>
                <a:spcPts val="0"/>
              </a:spcBef>
              <a:spcAft>
                <a:spcPts val="0"/>
              </a:spcAft>
              <a:buNone/>
            </a:lvl1pPr>
            <a:lvl2pPr algn="l">
              <a:spcBef>
                <a:spcPts val="0"/>
              </a:spcBef>
              <a:spcAft>
                <a:spcPts val="0"/>
              </a:spcAft>
              <a:buNone/>
            </a:lvl2pPr>
            <a:lvl3pPr algn="l">
              <a:spcBef>
                <a:spcPts val="0"/>
              </a:spcBef>
              <a:spcAft>
                <a:spcPts val="0"/>
              </a:spcAft>
              <a:buNone/>
            </a:lvl3pPr>
            <a:lvl4pPr algn="l">
              <a:spcBef>
                <a:spcPts val="0"/>
              </a:spcBef>
              <a:spcAft>
                <a:spcPts val="0"/>
              </a:spcAft>
              <a:buNone/>
            </a:lvl4pPr>
            <a:lvl5pPr algn="l">
              <a:spcBef>
                <a:spcPts val="0"/>
              </a:spcBef>
              <a:spcAft>
                <a:spcPts val="0"/>
              </a:spcAft>
              <a:buNone/>
            </a:lvl5pPr>
            <a:lvl6pPr algn="l">
              <a:spcBef>
                <a:spcPts val="0"/>
              </a:spcBef>
              <a:spcAft>
                <a:spcPts val="0"/>
              </a:spcAft>
              <a:buNone/>
            </a:lvl6pPr>
            <a:lvl7pPr algn="l">
              <a:spcBef>
                <a:spcPts val="0"/>
              </a:spcBef>
              <a:spcAft>
                <a:spcPts val="0"/>
              </a:spcAft>
              <a:buNone/>
            </a:lvl7pPr>
            <a:lvl8pPr algn="l">
              <a:spcBef>
                <a:spcPts val="0"/>
              </a:spcBef>
              <a:spcAft>
                <a:spcPts val="0"/>
              </a:spcAft>
              <a:buNone/>
            </a:lvl8pPr>
            <a:lvl9pPr algn="l">
              <a:spcBef>
                <a:spcPts val="0"/>
              </a:spcBef>
              <a:spcAft>
                <a:spcPts val="0"/>
              </a:spcAft>
              <a:buNone/>
            </a:lvl9pPr>
          </a:lstStyle>
          <a:p>
            <a:pPr/>
          </a:p>
        </p:txBody>
      </p:sp>
      <p:sp>
        <p:nvSpPr>
          <p:cNvPr id="7" name="Google Shape;71;p10"/>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v7/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DUAABonAABARwAAWSkAABAAAAAmAAAACAAAADywAAD/HwAA"/>
              </a:ext>
            </a:extLst>
          </p:cNvSpPr>
          <p:nvPr>
            <p:ph type="sldNum" idx="12"/>
          </p:nvPr>
        </p:nvSpPr>
        <p:spPr>
          <a:noFill/>
          <a:ln>
            <a:noFill/>
          </a:ln>
        </p:spPr>
        <p:txBody>
          <a:bodyPr vert="horz" wrap="square" lIns="91440" tIns="45720" rIns="91440" bIns="45720" numCol="1" spcCol="215900" anchor="ctr">
            <a:prstTxWarp prst="textNoShape">
              <a:avLst/>
            </a:prstTxWarp>
          </a:bodyPr>
          <a:lstStyle>
            <a:lvl1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1pPr>
            <a:lvl2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2pPr>
            <a:lvl3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3pPr>
            <a:lvl4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4pPr>
            <a:lvl5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5pPr>
            <a:lvl6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6pPr>
            <a:lvl7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7pPr>
            <a:lvl8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8pPr>
            <a:lvl9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9pPr>
          </a:lstStyle>
          <a:p>
            <a:pPr marL="0" indent="0" algn="r">
              <a:spcBef>
                <a:spcPts val="0"/>
              </a:spcBef>
              <a:spcAft>
                <a:spcPts val="0"/>
              </a:spcAft>
              <a:buNone/>
            </a:pPr>
            <a:fld id="{3C258085-CBD1-7076-9F9D-3D23CED36968}" type="slidenum">
              <a:rPr lang="en-us" cap="none"/>
              <a:t>‹#›</a:t>
            </a:fld>
          </a:p>
        </p:txBody>
      </p:sp>
    </p:spTree>
  </p:cSld>
  <p:clrMapOvr>
    <a:masterClrMapping/>
  </p:clrMapOvr>
  <p:hf hdr="0" ftr="0" dt="0"/>
</p:sldLayout>
</file>

<file path=ppt/slideLayouts/slideLayout10.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PhAnim="0" type="vertTx">
  <p:cSld name="VERTICAL_TEXT">
    <p:spTree>
      <p:nvGrpSpPr>
        <p:cNvPr id="1" name=""/>
        <p:cNvGrpSpPr/>
        <p:nvPr/>
      </p:nvGrpSpPr>
      <p:grpSpPr>
        <a:xfrm>
          <a:off x="0" y="0"/>
          <a:ext cx="0" cy="0"/>
          <a:chOff x="0" y="0"/>
          <a:chExt cx="0" cy="0"/>
        </a:xfrm>
      </p:grpSpPr>
      <p:sp>
        <p:nvSpPr>
          <p:cNvPr id="2" name="Google Shape;73;p11"/>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v7/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X///9ARwAAvQYAABAAAAAmAAAACAAAADywAAD/HwAA"/>
              </a:ext>
            </a:extLst>
          </p:cNvSpPr>
          <p:nvPr>
            <p:ph type="title"/>
          </p:nvPr>
        </p:nvSpPr>
        <p:spPr>
          <a:noFill/>
          <a:ln>
            <a:noFill/>
          </a:ln>
        </p:spPr>
        <p:txBody>
          <a:bodyPr vert="horz" wrap="square" lIns="91440" tIns="45720" rIns="91440" bIns="45720" numCol="1" spcCol="215900" anchor="ctr">
            <a:prstTxWarp prst="textNoShape">
              <a:avLst/>
            </a:prstTxWarp>
          </a:bodyPr>
          <a:lstStyle>
            <a:lvl1pPr algn="ctr">
              <a:spcBef>
                <a:spcPts val="0"/>
              </a:spcBef>
              <a:spcAft>
                <a:spcPts val="0"/>
              </a:spcAft>
              <a:buNone/>
            </a:lvl1pPr>
            <a:lvl2pPr algn="ctr">
              <a:spcBef>
                <a:spcPts val="0"/>
              </a:spcBef>
              <a:spcAft>
                <a:spcPts val="0"/>
              </a:spcAft>
              <a:buNone/>
            </a:lvl2pPr>
            <a:lvl3pPr algn="ctr">
              <a:spcBef>
                <a:spcPts val="0"/>
              </a:spcBef>
              <a:spcAft>
                <a:spcPts val="0"/>
              </a:spcAft>
              <a:buNone/>
            </a:lvl3pPr>
            <a:lvl4pPr algn="ctr">
              <a:spcBef>
                <a:spcPts val="0"/>
              </a:spcBef>
              <a:spcAft>
                <a:spcPts val="0"/>
              </a:spcAft>
              <a:buNone/>
            </a:lvl4pPr>
            <a:lvl5pPr algn="ctr">
              <a:spcBef>
                <a:spcPts val="0"/>
              </a:spcBef>
              <a:spcAft>
                <a:spcPts val="0"/>
              </a:spcAft>
              <a:buNone/>
            </a:lvl5pPr>
            <a:lvl6pPr algn="ctr">
              <a:spcBef>
                <a:spcPts val="0"/>
              </a:spcBef>
              <a:spcAft>
                <a:spcPts val="0"/>
              </a:spcAft>
              <a:buNone/>
            </a:lvl6pPr>
            <a:lvl7pPr algn="ctr">
              <a:spcBef>
                <a:spcPts val="0"/>
              </a:spcBef>
              <a:spcAft>
                <a:spcPts val="0"/>
              </a:spcAft>
              <a:buNone/>
            </a:lvl7pPr>
            <a:lvl8pPr algn="ctr">
              <a:spcBef>
                <a:spcPts val="0"/>
              </a:spcBef>
              <a:spcAft>
                <a:spcPts val="0"/>
              </a:spcAft>
              <a:buNone/>
            </a:lvl8pPr>
            <a:lvl9pPr algn="ctr">
              <a:spcBef>
                <a:spcPts val="0"/>
              </a:spcBef>
              <a:spcAft>
                <a:spcPts val="0"/>
              </a:spcAft>
              <a:buNone/>
            </a:lvl9pPr>
          </a:lstStyle>
          <a:p>
            <a:pPr/>
          </a:p>
        </p:txBody>
      </p:sp>
      <p:sp>
        <p:nvSpPr>
          <p:cNvPr id="3" name="Google Shape;74;p11"/>
          <p:cNvSpPr>
            <a:spLocks noGrp="1" noChangeArrowheads="1"/>
            <a:extLst>
              <a:ext uri="smNativeData">
                <pr:smNativeData xmlns:pr="smNativeData" xmlns="smNativeData" val="SMDATA_15_VL+6ah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v7/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0GAABARwAAsCUAABAAAAAmAAAACAAAADyyAAD/HwAA"/>
              </a:ext>
            </a:extLst>
          </p:cNvSpPr>
          <p:nvPr>
            <p:ph idx="1"/>
          </p:nvPr>
        </p:nvSpPr>
        <p:spPr>
          <a:xfrm rot="5400000">
            <a:off x="3580130" y="-1875155"/>
            <a:ext cx="5031105" cy="10972800"/>
          </a:xfrm>
          <a:noFill/>
          <a:ln>
            <a:noFill/>
          </a:ln>
        </p:spPr>
        <p:txBody>
          <a:bodyPr vert="horz" wrap="square" lIns="91440" tIns="45720" rIns="91440" bIns="45720" numCol="1" spcCol="215900" anchor="t">
            <a:prstTxWarp prst="textNoShape">
              <a:avLst/>
            </a:prstTxWarp>
          </a:bodyPr>
          <a:lstStyle>
            <a:lvl1pPr marL="457200" indent="-342900" algn="l">
              <a:spcBef>
                <a:spcPts val="360"/>
              </a:spcBef>
              <a:spcAft>
                <a:spcPts val="0"/>
              </a:spcAft>
              <a:buClr>
                <a:srgbClr val="000000"/>
              </a:buClr>
              <a:buSzPts val="1800"/>
              <a:buChar char="•"/>
            </a:lvl1pPr>
            <a:lvl2pPr marL="914400" indent="-342900" algn="l">
              <a:spcBef>
                <a:spcPts val="360"/>
              </a:spcBef>
              <a:spcAft>
                <a:spcPts val="0"/>
              </a:spcAft>
              <a:buClr>
                <a:srgbClr val="000000"/>
              </a:buClr>
              <a:buSzPts val="1800"/>
              <a:buChar char="–"/>
            </a:lvl2pPr>
            <a:lvl3pPr marL="1371600" indent="-342900" algn="l">
              <a:spcBef>
                <a:spcPts val="360"/>
              </a:spcBef>
              <a:spcAft>
                <a:spcPts val="0"/>
              </a:spcAft>
              <a:buClr>
                <a:srgbClr val="000000"/>
              </a:buClr>
              <a:buSzPts val="1800"/>
              <a:buChar char="•"/>
            </a:lvl3pPr>
            <a:lvl4pPr marL="1828800" indent="-342900" algn="l">
              <a:spcBef>
                <a:spcPts val="360"/>
              </a:spcBef>
              <a:spcAft>
                <a:spcPts val="0"/>
              </a:spcAft>
              <a:buClr>
                <a:srgbClr val="000000"/>
              </a:buClr>
              <a:buSzPts val="1800"/>
              <a:buChar char="–"/>
            </a:lvl4pPr>
            <a:lvl5pPr marL="2286000" indent="-342900" algn="l">
              <a:spcBef>
                <a:spcPts val="360"/>
              </a:spcBef>
              <a:spcAft>
                <a:spcPts val="0"/>
              </a:spcAft>
              <a:buClr>
                <a:srgbClr val="000000"/>
              </a:buClr>
              <a:buSzPts val="1800"/>
              <a:buChar char="»"/>
            </a:lvl5pPr>
            <a:lvl6pPr marL="2743200" indent="-342900" algn="l">
              <a:spcBef>
                <a:spcPts val="360"/>
              </a:spcBef>
              <a:spcAft>
                <a:spcPts val="0"/>
              </a:spcAft>
              <a:buClr>
                <a:srgbClr val="000000"/>
              </a:buClr>
              <a:buSzPts val="1800"/>
              <a:buChar char="•"/>
            </a:lvl6pPr>
            <a:lvl7pPr marL="3200400" indent="-342900" algn="l">
              <a:spcBef>
                <a:spcPts val="360"/>
              </a:spcBef>
              <a:spcAft>
                <a:spcPts val="0"/>
              </a:spcAft>
              <a:buClr>
                <a:srgbClr val="000000"/>
              </a:buClr>
              <a:buSzPts val="1800"/>
              <a:buChar char="•"/>
            </a:lvl7pPr>
            <a:lvl8pPr marL="3657600" indent="-342900" algn="l">
              <a:spcBef>
                <a:spcPts val="360"/>
              </a:spcBef>
              <a:spcAft>
                <a:spcPts val="0"/>
              </a:spcAft>
              <a:buClr>
                <a:srgbClr val="000000"/>
              </a:buClr>
              <a:buSzPts val="1800"/>
              <a:buChar char="•"/>
            </a:lvl8pPr>
            <a:lvl9pPr marL="4114800" indent="-342900" algn="l">
              <a:spcBef>
                <a:spcPts val="360"/>
              </a:spcBef>
              <a:spcAft>
                <a:spcPts val="0"/>
              </a:spcAft>
              <a:buClr>
                <a:srgbClr val="000000"/>
              </a:buClr>
              <a:buSzPts val="1800"/>
              <a:buChar char="•"/>
            </a:lvl9pPr>
          </a:lstStyle>
          <a:p>
            <a:pPr/>
          </a:p>
        </p:txBody>
      </p:sp>
      <p:sp>
        <p:nvSpPr>
          <p:cNvPr id="4" name="Google Shape;75;p11"/>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9OR1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onAABAFQAAWSkAABAAAAAmAAAACAAAADywAAD/HwAA"/>
              </a:ext>
            </a:extLst>
          </p:cNvSpPr>
          <p:nvPr>
            <p:ph type="dt" idx="10"/>
          </p:nvPr>
        </p:nvSpPr>
        <p:spPr>
          <a:noFill/>
          <a:ln>
            <a:noFill/>
          </a:ln>
        </p:spPr>
        <p:txBody>
          <a:bodyPr vert="horz" wrap="square" lIns="91440" tIns="45720" rIns="91440" bIns="45720" numCol="1" spcCol="215900" anchor="ctr">
            <a:prstTxWarp prst="textNoShape">
              <a:avLst/>
            </a:prstTxWarp>
          </a:bodyPr>
          <a:lstStyle>
            <a:lvl1pPr algn="l">
              <a:spcBef>
                <a:spcPts val="0"/>
              </a:spcBef>
              <a:spcAft>
                <a:spcPts val="0"/>
              </a:spcAft>
              <a:buNone/>
            </a:lvl1pPr>
            <a:lvl2pPr algn="l">
              <a:spcBef>
                <a:spcPts val="0"/>
              </a:spcBef>
              <a:spcAft>
                <a:spcPts val="0"/>
              </a:spcAft>
              <a:buNone/>
            </a:lvl2pPr>
            <a:lvl3pPr algn="l">
              <a:spcBef>
                <a:spcPts val="0"/>
              </a:spcBef>
              <a:spcAft>
                <a:spcPts val="0"/>
              </a:spcAft>
              <a:buNone/>
            </a:lvl3pPr>
            <a:lvl4pPr algn="l">
              <a:spcBef>
                <a:spcPts val="0"/>
              </a:spcBef>
              <a:spcAft>
                <a:spcPts val="0"/>
              </a:spcAft>
              <a:buNone/>
            </a:lvl4pPr>
            <a:lvl5pPr algn="l">
              <a:spcBef>
                <a:spcPts val="0"/>
              </a:spcBef>
              <a:spcAft>
                <a:spcPts val="0"/>
              </a:spcAft>
              <a:buNone/>
            </a:lvl5pPr>
            <a:lvl6pPr algn="l">
              <a:spcBef>
                <a:spcPts val="0"/>
              </a:spcBef>
              <a:spcAft>
                <a:spcPts val="0"/>
              </a:spcAft>
              <a:buNone/>
            </a:lvl6pPr>
            <a:lvl7pPr algn="l">
              <a:spcBef>
                <a:spcPts val="0"/>
              </a:spcBef>
              <a:spcAft>
                <a:spcPts val="0"/>
              </a:spcAft>
              <a:buNone/>
            </a:lvl7pPr>
            <a:lvl8pPr algn="l">
              <a:spcBef>
                <a:spcPts val="0"/>
              </a:spcBef>
              <a:spcAft>
                <a:spcPts val="0"/>
              </a:spcAft>
              <a:buNone/>
            </a:lvl8pPr>
            <a:lvl9pPr algn="l">
              <a:spcBef>
                <a:spcPts val="0"/>
              </a:spcBef>
              <a:spcAft>
                <a:spcPts val="0"/>
              </a:spcAft>
              <a:buNone/>
            </a:lvl9pPr>
          </a:lstStyle>
          <a:p>
            <a:pPr/>
          </a:p>
        </p:txBody>
      </p:sp>
      <p:sp>
        <p:nvSpPr>
          <p:cNvPr id="5" name="Google Shape;76;p11"/>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kF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kAABonAABgMQAAWSkAABAAAAAmAAAACAAAADywAAD/HwAA"/>
              </a:ext>
            </a:extLst>
          </p:cNvSpPr>
          <p:nvPr>
            <p:ph type="ftr" idx="11"/>
          </p:nvPr>
        </p:nvSpPr>
        <p:spPr>
          <a:noFill/>
          <a:ln>
            <a:noFill/>
          </a:ln>
        </p:spPr>
        <p:txBody>
          <a:bodyPr vert="horz" wrap="square" lIns="91440" tIns="45720" rIns="91440" bIns="45720" numCol="1" spcCol="215900" anchor="ctr">
            <a:prstTxWarp prst="textNoShape">
              <a:avLst/>
            </a:prstTxWarp>
          </a:bodyPr>
          <a:lstStyle>
            <a:lvl1pPr algn="ctr">
              <a:spcBef>
                <a:spcPts val="0"/>
              </a:spcBef>
              <a:spcAft>
                <a:spcPts val="0"/>
              </a:spcAft>
              <a:buNone/>
            </a:lvl1pPr>
            <a:lvl2pPr algn="l">
              <a:spcBef>
                <a:spcPts val="0"/>
              </a:spcBef>
              <a:spcAft>
                <a:spcPts val="0"/>
              </a:spcAft>
              <a:buNone/>
            </a:lvl2pPr>
            <a:lvl3pPr algn="l">
              <a:spcBef>
                <a:spcPts val="0"/>
              </a:spcBef>
              <a:spcAft>
                <a:spcPts val="0"/>
              </a:spcAft>
              <a:buNone/>
            </a:lvl3pPr>
            <a:lvl4pPr algn="l">
              <a:spcBef>
                <a:spcPts val="0"/>
              </a:spcBef>
              <a:spcAft>
                <a:spcPts val="0"/>
              </a:spcAft>
              <a:buNone/>
            </a:lvl4pPr>
            <a:lvl5pPr algn="l">
              <a:spcBef>
                <a:spcPts val="0"/>
              </a:spcBef>
              <a:spcAft>
                <a:spcPts val="0"/>
              </a:spcAft>
              <a:buNone/>
            </a:lvl5pPr>
            <a:lvl6pPr algn="l">
              <a:spcBef>
                <a:spcPts val="0"/>
              </a:spcBef>
              <a:spcAft>
                <a:spcPts val="0"/>
              </a:spcAft>
              <a:buNone/>
            </a:lvl6pPr>
            <a:lvl7pPr algn="l">
              <a:spcBef>
                <a:spcPts val="0"/>
              </a:spcBef>
              <a:spcAft>
                <a:spcPts val="0"/>
              </a:spcAft>
              <a:buNone/>
            </a:lvl7pPr>
            <a:lvl8pPr algn="l">
              <a:spcBef>
                <a:spcPts val="0"/>
              </a:spcBef>
              <a:spcAft>
                <a:spcPts val="0"/>
              </a:spcAft>
              <a:buNone/>
            </a:lvl8pPr>
            <a:lvl9pPr algn="l">
              <a:spcBef>
                <a:spcPts val="0"/>
              </a:spcBef>
              <a:spcAft>
                <a:spcPts val="0"/>
              </a:spcAft>
              <a:buNone/>
            </a:lvl9pPr>
          </a:lstStyle>
          <a:p>
            <a:pPr/>
          </a:p>
        </p:txBody>
      </p:sp>
      <p:sp>
        <p:nvSpPr>
          <p:cNvPr id="6" name="Google Shape;77;p11"/>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Ii7Pm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DUAABonAABARwAAWSkAABAAAAAmAAAACAAAADywAAD/HwAA"/>
              </a:ext>
            </a:extLst>
          </p:cNvSpPr>
          <p:nvPr>
            <p:ph type="sldNum" idx="12"/>
          </p:nvPr>
        </p:nvSpPr>
        <p:spPr>
          <a:noFill/>
          <a:ln>
            <a:noFill/>
          </a:ln>
        </p:spPr>
        <p:txBody>
          <a:bodyPr vert="horz" wrap="square" lIns="91440" tIns="45720" rIns="91440" bIns="45720" numCol="1" spcCol="215900" anchor="ctr">
            <a:prstTxWarp prst="textNoShape">
              <a:avLst/>
            </a:prstTxWarp>
          </a:bodyPr>
          <a:lstStyle>
            <a:lvl1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1pPr>
            <a:lvl2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2pPr>
            <a:lvl3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3pPr>
            <a:lvl4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4pPr>
            <a:lvl5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5pPr>
            <a:lvl6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6pPr>
            <a:lvl7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7pPr>
            <a:lvl8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8pPr>
            <a:lvl9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9pPr>
          </a:lstStyle>
          <a:p>
            <a:pPr marL="0" indent="0" algn="r">
              <a:spcBef>
                <a:spcPts val="0"/>
              </a:spcBef>
              <a:spcAft>
                <a:spcPts val="0"/>
              </a:spcAft>
              <a:buNone/>
            </a:pPr>
            <a:fld id="{3C259CA4-EAD1-706A-9F9D-1C3FD2D36949}" type="slidenum">
              <a:rPr lang="en-us" cap="none"/>
              <a:t>‹#›</a:t>
            </a:fld>
          </a:p>
        </p:txBody>
      </p:sp>
    </p:spTree>
  </p:cSld>
  <p:clrMapOvr>
    <a:masterClrMapping/>
  </p:clrMapOvr>
  <p:hf hdr="0" ftr="0" dt="0"/>
</p:sldLayout>
</file>

<file path=ppt/slideLayouts/slideLayout11.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PhAnim="0" type="vertTitleAndTx">
  <p:cSld name="VERTICAL_TITLE_AND_VERTICAL_TEXT">
    <p:spTree>
      <p:nvGrpSpPr>
        <p:cNvPr id="1" name=""/>
        <p:cNvGrpSpPr/>
        <p:nvPr/>
      </p:nvGrpSpPr>
      <p:grpSpPr>
        <a:xfrm>
          <a:off x="0" y="0"/>
          <a:ext cx="0" cy="0"/>
          <a:chOff x="0" y="0"/>
          <a:chExt cx="0" cy="0"/>
        </a:xfrm>
      </p:grpSpPr>
      <p:sp>
        <p:nvSpPr>
          <p:cNvPr id="2" name="Google Shape;79;p12"/>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YDYAALEBAABARwAAsCUAABAAAAAmAAAACAAAAD2yAAD/HwAA"/>
              </a:ext>
            </a:extLst>
          </p:cNvSpPr>
          <p:nvPr>
            <p:ph type="title"/>
          </p:nvPr>
        </p:nvSpPr>
        <p:spPr>
          <a:xfrm rot="5400000">
            <a:off x="7285355" y="1828800"/>
            <a:ext cx="5851525" cy="2743200"/>
          </a:xfrm>
          <a:noFill/>
          <a:ln>
            <a:noFill/>
          </a:ln>
        </p:spPr>
        <p:txBody>
          <a:bodyPr vert="horz" wrap="square" lIns="91440" tIns="45720" rIns="91440" bIns="45720" numCol="1" spcCol="215900" anchor="ctr">
            <a:prstTxWarp prst="textNoShape">
              <a:avLst/>
            </a:prstTxWarp>
          </a:bodyPr>
          <a:lstStyle>
            <a:lvl1pPr algn="ctr">
              <a:spcBef>
                <a:spcPts val="0"/>
              </a:spcBef>
              <a:spcAft>
                <a:spcPts val="0"/>
              </a:spcAft>
              <a:buNone/>
            </a:lvl1pPr>
            <a:lvl2pPr algn="ctr">
              <a:spcBef>
                <a:spcPts val="0"/>
              </a:spcBef>
              <a:spcAft>
                <a:spcPts val="0"/>
              </a:spcAft>
              <a:buNone/>
            </a:lvl2pPr>
            <a:lvl3pPr algn="ctr">
              <a:spcBef>
                <a:spcPts val="0"/>
              </a:spcBef>
              <a:spcAft>
                <a:spcPts val="0"/>
              </a:spcAft>
              <a:buNone/>
            </a:lvl3pPr>
            <a:lvl4pPr algn="ctr">
              <a:spcBef>
                <a:spcPts val="0"/>
              </a:spcBef>
              <a:spcAft>
                <a:spcPts val="0"/>
              </a:spcAft>
              <a:buNone/>
            </a:lvl4pPr>
            <a:lvl5pPr algn="ctr">
              <a:spcBef>
                <a:spcPts val="0"/>
              </a:spcBef>
              <a:spcAft>
                <a:spcPts val="0"/>
              </a:spcAft>
              <a:buNone/>
            </a:lvl5pPr>
            <a:lvl6pPr algn="ctr">
              <a:spcBef>
                <a:spcPts val="0"/>
              </a:spcBef>
              <a:spcAft>
                <a:spcPts val="0"/>
              </a:spcAft>
              <a:buNone/>
            </a:lvl6pPr>
            <a:lvl7pPr algn="ctr">
              <a:spcBef>
                <a:spcPts val="0"/>
              </a:spcBef>
              <a:spcAft>
                <a:spcPts val="0"/>
              </a:spcAft>
              <a:buNone/>
            </a:lvl7pPr>
            <a:lvl8pPr algn="ctr">
              <a:spcBef>
                <a:spcPts val="0"/>
              </a:spcBef>
              <a:spcAft>
                <a:spcPts val="0"/>
              </a:spcAft>
              <a:buNone/>
            </a:lvl8pPr>
            <a:lvl9pPr algn="ctr">
              <a:spcBef>
                <a:spcPts val="0"/>
              </a:spcBef>
              <a:spcAft>
                <a:spcPts val="0"/>
              </a:spcAft>
              <a:buNone/>
            </a:lvl9pPr>
          </a:lstStyle>
          <a:p>
            <a:pPr/>
          </a:p>
        </p:txBody>
      </p:sp>
      <p:sp>
        <p:nvSpPr>
          <p:cNvPr id="3" name="Google Shape;80;p12"/>
          <p:cNvSpPr>
            <a:spLocks noGrp="1" noChangeArrowheads="1"/>
            <a:extLst>
              <a:ext uri="smNativeData">
                <pr:smNativeData xmlns:pr="smNativeData" xmlns="smNativeData" val="SMDATA_15_VL+6ah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Q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EBAAAgNQAAsCUAABAAAAAmAAAACAAAAD2yAAD/HwAA"/>
              </a:ext>
            </a:extLst>
          </p:cNvSpPr>
          <p:nvPr>
            <p:ph idx="1"/>
          </p:nvPr>
        </p:nvSpPr>
        <p:spPr>
          <a:xfrm rot="5400000">
            <a:off x="1696720" y="-812165"/>
            <a:ext cx="5851525" cy="8026400"/>
          </a:xfrm>
          <a:noFill/>
          <a:ln>
            <a:noFill/>
          </a:ln>
        </p:spPr>
        <p:txBody>
          <a:bodyPr vert="horz" wrap="square" lIns="91440" tIns="45720" rIns="91440" bIns="45720" numCol="1" spcCol="215900" anchor="t">
            <a:prstTxWarp prst="textNoShape">
              <a:avLst/>
            </a:prstTxWarp>
          </a:bodyPr>
          <a:lstStyle>
            <a:lvl1pPr marL="457200" indent="-342900" algn="l">
              <a:spcBef>
                <a:spcPts val="360"/>
              </a:spcBef>
              <a:spcAft>
                <a:spcPts val="0"/>
              </a:spcAft>
              <a:buClr>
                <a:srgbClr val="000000"/>
              </a:buClr>
              <a:buSzPts val="1800"/>
              <a:buChar char="•"/>
            </a:lvl1pPr>
            <a:lvl2pPr marL="914400" indent="-342900" algn="l">
              <a:spcBef>
                <a:spcPts val="360"/>
              </a:spcBef>
              <a:spcAft>
                <a:spcPts val="0"/>
              </a:spcAft>
              <a:buClr>
                <a:srgbClr val="000000"/>
              </a:buClr>
              <a:buSzPts val="1800"/>
              <a:buChar char="–"/>
            </a:lvl2pPr>
            <a:lvl3pPr marL="1371600" indent="-342900" algn="l">
              <a:spcBef>
                <a:spcPts val="360"/>
              </a:spcBef>
              <a:spcAft>
                <a:spcPts val="0"/>
              </a:spcAft>
              <a:buClr>
                <a:srgbClr val="000000"/>
              </a:buClr>
              <a:buSzPts val="1800"/>
              <a:buChar char="•"/>
            </a:lvl3pPr>
            <a:lvl4pPr marL="1828800" indent="-342900" algn="l">
              <a:spcBef>
                <a:spcPts val="360"/>
              </a:spcBef>
              <a:spcAft>
                <a:spcPts val="0"/>
              </a:spcAft>
              <a:buClr>
                <a:srgbClr val="000000"/>
              </a:buClr>
              <a:buSzPts val="1800"/>
              <a:buChar char="–"/>
            </a:lvl4pPr>
            <a:lvl5pPr marL="2286000" indent="-342900" algn="l">
              <a:spcBef>
                <a:spcPts val="360"/>
              </a:spcBef>
              <a:spcAft>
                <a:spcPts val="0"/>
              </a:spcAft>
              <a:buClr>
                <a:srgbClr val="000000"/>
              </a:buClr>
              <a:buSzPts val="1800"/>
              <a:buChar char="»"/>
            </a:lvl5pPr>
            <a:lvl6pPr marL="2743200" indent="-342900" algn="l">
              <a:spcBef>
                <a:spcPts val="360"/>
              </a:spcBef>
              <a:spcAft>
                <a:spcPts val="0"/>
              </a:spcAft>
              <a:buClr>
                <a:srgbClr val="000000"/>
              </a:buClr>
              <a:buSzPts val="1800"/>
              <a:buChar char="•"/>
            </a:lvl6pPr>
            <a:lvl7pPr marL="3200400" indent="-342900" algn="l">
              <a:spcBef>
                <a:spcPts val="360"/>
              </a:spcBef>
              <a:spcAft>
                <a:spcPts val="0"/>
              </a:spcAft>
              <a:buClr>
                <a:srgbClr val="000000"/>
              </a:buClr>
              <a:buSzPts val="1800"/>
              <a:buChar char="•"/>
            </a:lvl7pPr>
            <a:lvl8pPr marL="3657600" indent="-342900" algn="l">
              <a:spcBef>
                <a:spcPts val="360"/>
              </a:spcBef>
              <a:spcAft>
                <a:spcPts val="0"/>
              </a:spcAft>
              <a:buClr>
                <a:srgbClr val="000000"/>
              </a:buClr>
              <a:buSzPts val="1800"/>
              <a:buChar char="•"/>
            </a:lvl8pPr>
            <a:lvl9pPr marL="4114800" indent="-342900" algn="l">
              <a:spcBef>
                <a:spcPts val="360"/>
              </a:spcBef>
              <a:spcAft>
                <a:spcPts val="0"/>
              </a:spcAft>
              <a:buClr>
                <a:srgbClr val="000000"/>
              </a:buClr>
              <a:buSzPts val="1800"/>
              <a:buChar char="•"/>
            </a:lvl9pPr>
          </a:lstStyle>
          <a:p>
            <a:pPr/>
          </a:p>
        </p:txBody>
      </p:sp>
      <p:sp>
        <p:nvSpPr>
          <p:cNvPr id="4" name="Google Shape;81;p12"/>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onAABAFQAAWSkAABAAAAAmAAAACAAAADywAAD/HwAA"/>
              </a:ext>
            </a:extLst>
          </p:cNvSpPr>
          <p:nvPr>
            <p:ph type="dt" idx="10"/>
          </p:nvPr>
        </p:nvSpPr>
        <p:spPr>
          <a:noFill/>
          <a:ln>
            <a:noFill/>
          </a:ln>
        </p:spPr>
        <p:txBody>
          <a:bodyPr vert="horz" wrap="square" lIns="91440" tIns="45720" rIns="91440" bIns="45720" numCol="1" spcCol="215900" anchor="ctr">
            <a:prstTxWarp prst="textNoShape">
              <a:avLst/>
            </a:prstTxWarp>
          </a:bodyPr>
          <a:lstStyle>
            <a:lvl1pPr algn="l">
              <a:spcBef>
                <a:spcPts val="0"/>
              </a:spcBef>
              <a:spcAft>
                <a:spcPts val="0"/>
              </a:spcAft>
              <a:buNone/>
            </a:lvl1pPr>
            <a:lvl2pPr algn="l">
              <a:spcBef>
                <a:spcPts val="0"/>
              </a:spcBef>
              <a:spcAft>
                <a:spcPts val="0"/>
              </a:spcAft>
              <a:buNone/>
            </a:lvl2pPr>
            <a:lvl3pPr algn="l">
              <a:spcBef>
                <a:spcPts val="0"/>
              </a:spcBef>
              <a:spcAft>
                <a:spcPts val="0"/>
              </a:spcAft>
              <a:buNone/>
            </a:lvl3pPr>
            <a:lvl4pPr algn="l">
              <a:spcBef>
                <a:spcPts val="0"/>
              </a:spcBef>
              <a:spcAft>
                <a:spcPts val="0"/>
              </a:spcAft>
              <a:buNone/>
            </a:lvl4pPr>
            <a:lvl5pPr algn="l">
              <a:spcBef>
                <a:spcPts val="0"/>
              </a:spcBef>
              <a:spcAft>
                <a:spcPts val="0"/>
              </a:spcAft>
              <a:buNone/>
            </a:lvl5pPr>
            <a:lvl6pPr algn="l">
              <a:spcBef>
                <a:spcPts val="0"/>
              </a:spcBef>
              <a:spcAft>
                <a:spcPts val="0"/>
              </a:spcAft>
              <a:buNone/>
            </a:lvl6pPr>
            <a:lvl7pPr algn="l">
              <a:spcBef>
                <a:spcPts val="0"/>
              </a:spcBef>
              <a:spcAft>
                <a:spcPts val="0"/>
              </a:spcAft>
              <a:buNone/>
            </a:lvl7pPr>
            <a:lvl8pPr algn="l">
              <a:spcBef>
                <a:spcPts val="0"/>
              </a:spcBef>
              <a:spcAft>
                <a:spcPts val="0"/>
              </a:spcAft>
              <a:buNone/>
            </a:lvl8pPr>
            <a:lvl9pPr algn="l">
              <a:spcBef>
                <a:spcPts val="0"/>
              </a:spcBef>
              <a:spcAft>
                <a:spcPts val="0"/>
              </a:spcAft>
              <a:buNone/>
            </a:lvl9pPr>
          </a:lstStyle>
          <a:p>
            <a:pPr/>
          </a:p>
        </p:txBody>
      </p:sp>
      <p:sp>
        <p:nvSpPr>
          <p:cNvPr id="5" name="Google Shape;82;p12"/>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JZtbB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kAABonAABgMQAAWSkAABAAAAAmAAAACAAAADywAAD/HwAA"/>
              </a:ext>
            </a:extLst>
          </p:cNvSpPr>
          <p:nvPr>
            <p:ph type="ftr" idx="11"/>
          </p:nvPr>
        </p:nvSpPr>
        <p:spPr>
          <a:noFill/>
          <a:ln>
            <a:noFill/>
          </a:ln>
        </p:spPr>
        <p:txBody>
          <a:bodyPr vert="horz" wrap="square" lIns="91440" tIns="45720" rIns="91440" bIns="45720" numCol="1" spcCol="215900" anchor="ctr">
            <a:prstTxWarp prst="textNoShape">
              <a:avLst/>
            </a:prstTxWarp>
          </a:bodyPr>
          <a:lstStyle>
            <a:lvl1pPr algn="ctr">
              <a:spcBef>
                <a:spcPts val="0"/>
              </a:spcBef>
              <a:spcAft>
                <a:spcPts val="0"/>
              </a:spcAft>
              <a:buNone/>
            </a:lvl1pPr>
            <a:lvl2pPr algn="l">
              <a:spcBef>
                <a:spcPts val="0"/>
              </a:spcBef>
              <a:spcAft>
                <a:spcPts val="0"/>
              </a:spcAft>
              <a:buNone/>
            </a:lvl2pPr>
            <a:lvl3pPr algn="l">
              <a:spcBef>
                <a:spcPts val="0"/>
              </a:spcBef>
              <a:spcAft>
                <a:spcPts val="0"/>
              </a:spcAft>
              <a:buNone/>
            </a:lvl3pPr>
            <a:lvl4pPr algn="l">
              <a:spcBef>
                <a:spcPts val="0"/>
              </a:spcBef>
              <a:spcAft>
                <a:spcPts val="0"/>
              </a:spcAft>
              <a:buNone/>
            </a:lvl4pPr>
            <a:lvl5pPr algn="l">
              <a:spcBef>
                <a:spcPts val="0"/>
              </a:spcBef>
              <a:spcAft>
                <a:spcPts val="0"/>
              </a:spcAft>
              <a:buNone/>
            </a:lvl5pPr>
            <a:lvl6pPr algn="l">
              <a:spcBef>
                <a:spcPts val="0"/>
              </a:spcBef>
              <a:spcAft>
                <a:spcPts val="0"/>
              </a:spcAft>
              <a:buNone/>
            </a:lvl6pPr>
            <a:lvl7pPr algn="l">
              <a:spcBef>
                <a:spcPts val="0"/>
              </a:spcBef>
              <a:spcAft>
                <a:spcPts val="0"/>
              </a:spcAft>
              <a:buNone/>
            </a:lvl7pPr>
            <a:lvl8pPr algn="l">
              <a:spcBef>
                <a:spcPts val="0"/>
              </a:spcBef>
              <a:spcAft>
                <a:spcPts val="0"/>
              </a:spcAft>
              <a:buNone/>
            </a:lvl8pPr>
            <a:lvl9pPr algn="l">
              <a:spcBef>
                <a:spcPts val="0"/>
              </a:spcBef>
              <a:spcAft>
                <a:spcPts val="0"/>
              </a:spcAft>
              <a:buNone/>
            </a:lvl9pPr>
          </a:lstStyle>
          <a:p>
            <a:pPr/>
          </a:p>
        </p:txBody>
      </p:sp>
      <p:sp>
        <p:nvSpPr>
          <p:cNvPr id="6" name="Google Shape;83;p12"/>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DUAABonAABARwAAWSkAABAAAAAmAAAACAAAADywAAD/HwAA"/>
              </a:ext>
            </a:extLst>
          </p:cNvSpPr>
          <p:nvPr>
            <p:ph type="sldNum" idx="12"/>
          </p:nvPr>
        </p:nvSpPr>
        <p:spPr>
          <a:noFill/>
          <a:ln>
            <a:noFill/>
          </a:ln>
        </p:spPr>
        <p:txBody>
          <a:bodyPr vert="horz" wrap="square" lIns="91440" tIns="45720" rIns="91440" bIns="45720" numCol="1" spcCol="215900" anchor="ctr">
            <a:prstTxWarp prst="textNoShape">
              <a:avLst/>
            </a:prstTxWarp>
          </a:bodyPr>
          <a:lstStyle>
            <a:lvl1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1pPr>
            <a:lvl2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2pPr>
            <a:lvl3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3pPr>
            <a:lvl4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4pPr>
            <a:lvl5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5pPr>
            <a:lvl6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6pPr>
            <a:lvl7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7pPr>
            <a:lvl8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8pPr>
            <a:lvl9pPr marL="0" indent="0" algn="r">
              <a:spcBef>
                <a:spcPts val="0"/>
              </a:spcBef>
              <a:spcAft>
                <a:spcPts val="0"/>
              </a:spcAft>
              <a:buNone/>
              <a:defRPr sz="1200" cap="none">
                <a:solidFill>
                  <a:srgbClr val="898989"/>
                </a:solidFill>
                <a:latin typeface="Oswald" pitchFamily="0" charset="0"/>
                <a:ea typeface="Arial" pitchFamily="2" charset="0"/>
                <a:cs typeface="Arial" pitchFamily="2" charset="0"/>
              </a:defRPr>
            </a:lvl9pPr>
          </a:lstStyle>
          <a:p>
            <a:pPr marL="0" indent="0" algn="r">
              <a:spcBef>
                <a:spcPts val="0"/>
              </a:spcBef>
              <a:spcAft>
                <a:spcPts val="0"/>
              </a:spcAft>
              <a:buNone/>
            </a:pPr>
            <a:fld id="{3C25C8BE-F0D1-703E-9F9D-066B86D36953}" type="slidenum">
              <a:rPr lang="en-us" cap="none"/>
              <a:t>‹#›</a:t>
            </a:fld>
          </a:p>
        </p:txBody>
      </p:sp>
    </p:spTree>
  </p:cSld>
  <p:clrMapOvr>
    <a:masterClrMapping/>
  </p:clrMapOvr>
  <p:hf hdr="0" ftr="0" dt="0"/>
</p:sldLayout>
</file>

<file path=ppt/slideMasters/_rels/slideMaster1.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cSld>
    <p:bg>
      <p:bgPr>
        <a:solidFill>
          <a:srgbClr val="FFFFFF"/>
        </a:solidFill>
        <a:effectLst/>
      </p:bgPr>
    </p:bg>
    <p:spTree>
      <p:nvGrpSpPr>
        <p:cNvPr id="1" name=""/>
        <p:cNvGrpSpPr/>
        <p:nvPr/>
      </p:nvGrpSpPr>
      <p:grpSpPr>
        <a:xfrm>
          <a:off x="0" y="0"/>
          <a:ext cx="0" cy="0"/>
          <a:chOff x="0" y="0"/>
          <a:chExt cx="0" cy="0"/>
        </a:xfrm>
      </p:grpSpPr>
      <p:sp>
        <p:nvSpPr>
          <p:cNvPr id="2" name="Google Shape;10;p1"/>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QAO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X///9ARwAAvQYAABAAAAAmAAAACAAAAL2/AAD/HwAA"/>
              </a:ext>
            </a:extLst>
          </p:cNvSpPr>
          <p:nvPr>
            <p:ph type="title"/>
          </p:nvPr>
        </p:nvSpPr>
        <p:spPr>
          <a:xfrm>
            <a:off x="609600" y="-47625"/>
            <a:ext cx="10972800" cy="1143000"/>
          </a:xfrm>
          <a:prstGeom prst="rect">
            <a:avLst/>
          </a:prstGeom>
          <a:noFill/>
          <a:ln>
            <a:noFill/>
          </a:ln>
        </p:spPr>
        <p:txBody>
          <a:bodyPr vert="horz" wrap="square" lIns="91440" tIns="45720" rIns="91440" bIns="45720" numCol="1" spcCol="215900" anchor="ctr">
            <a:prstTxWarp prst="textNoShape">
              <a:avLst/>
            </a:prstTxWarp>
          </a:bodyPr>
          <a:lstStyle>
            <a:lvl1pPr marR="0" algn="ctr">
              <a:spcBef>
                <a:spcPts val="0"/>
              </a:spcBef>
              <a:spcAft>
                <a:spcPts val="0"/>
              </a:spcAft>
              <a:buNone/>
              <a:defRPr sz="4400" b="0" i="0" u="none" strike="noStrike" cap="none">
                <a:solidFill>
                  <a:srgbClr val="000000"/>
                </a:solidFill>
                <a:latin typeface="Oswald" pitchFamily="0" charset="0"/>
                <a:ea typeface="Arial" pitchFamily="2" charset="0"/>
                <a:cs typeface="Arial" pitchFamily="2" charset="0"/>
              </a:defRPr>
            </a:lvl1pPr>
            <a:lvl2pPr marR="0" algn="ctr">
              <a:spcBef>
                <a:spcPts val="0"/>
              </a:spcBef>
              <a:spcAft>
                <a:spcPts val="0"/>
              </a:spcAft>
              <a:buNone/>
              <a:defRPr sz="4400" b="0" i="0" u="none" strike="noStrike" cap="none">
                <a:solidFill>
                  <a:srgbClr val="000000"/>
                </a:solidFill>
                <a:latin typeface="Oswald" pitchFamily="0" charset="0"/>
                <a:ea typeface="Arial" pitchFamily="2" charset="0"/>
                <a:cs typeface="Arial" pitchFamily="2" charset="0"/>
              </a:defRPr>
            </a:lvl2pPr>
            <a:lvl3pPr marR="0" algn="ctr">
              <a:spcBef>
                <a:spcPts val="0"/>
              </a:spcBef>
              <a:spcAft>
                <a:spcPts val="0"/>
              </a:spcAft>
              <a:buNone/>
              <a:defRPr sz="4400" b="0" i="0" u="none" strike="noStrike" cap="none">
                <a:solidFill>
                  <a:srgbClr val="000000"/>
                </a:solidFill>
                <a:latin typeface="Oswald" pitchFamily="0" charset="0"/>
                <a:ea typeface="Arial" pitchFamily="2" charset="0"/>
                <a:cs typeface="Arial" pitchFamily="2" charset="0"/>
              </a:defRPr>
            </a:lvl3pPr>
            <a:lvl4pPr marR="0" algn="ctr">
              <a:spcBef>
                <a:spcPts val="0"/>
              </a:spcBef>
              <a:spcAft>
                <a:spcPts val="0"/>
              </a:spcAft>
              <a:buNone/>
              <a:defRPr sz="4400" b="0" i="0" u="none" strike="noStrike" cap="none">
                <a:solidFill>
                  <a:srgbClr val="000000"/>
                </a:solidFill>
                <a:latin typeface="Oswald" pitchFamily="0" charset="0"/>
                <a:ea typeface="Arial" pitchFamily="2" charset="0"/>
                <a:cs typeface="Arial" pitchFamily="2" charset="0"/>
              </a:defRPr>
            </a:lvl4pPr>
            <a:lvl5pPr marR="0" algn="ctr">
              <a:spcBef>
                <a:spcPts val="0"/>
              </a:spcBef>
              <a:spcAft>
                <a:spcPts val="0"/>
              </a:spcAft>
              <a:buNone/>
              <a:defRPr sz="4400" b="0" i="0" u="none" strike="noStrike" cap="none">
                <a:solidFill>
                  <a:srgbClr val="000000"/>
                </a:solidFill>
                <a:latin typeface="Oswald" pitchFamily="0" charset="0"/>
                <a:ea typeface="Arial" pitchFamily="2" charset="0"/>
                <a:cs typeface="Arial" pitchFamily="2" charset="0"/>
              </a:defRPr>
            </a:lvl5pPr>
            <a:lvl6pPr marR="0" algn="ctr">
              <a:spcBef>
                <a:spcPts val="0"/>
              </a:spcBef>
              <a:spcAft>
                <a:spcPts val="0"/>
              </a:spcAft>
              <a:buNone/>
              <a:defRPr sz="4400" b="0" i="0" u="none" strike="noStrike" cap="none">
                <a:solidFill>
                  <a:srgbClr val="000000"/>
                </a:solidFill>
                <a:latin typeface="Oswald" pitchFamily="0" charset="0"/>
                <a:ea typeface="Arial" pitchFamily="2" charset="0"/>
                <a:cs typeface="Arial" pitchFamily="2" charset="0"/>
              </a:defRPr>
            </a:lvl6pPr>
            <a:lvl7pPr marR="0" algn="ctr">
              <a:spcBef>
                <a:spcPts val="0"/>
              </a:spcBef>
              <a:spcAft>
                <a:spcPts val="0"/>
              </a:spcAft>
              <a:buNone/>
              <a:defRPr sz="4400" b="0" i="0" u="none" strike="noStrike" cap="none">
                <a:solidFill>
                  <a:srgbClr val="000000"/>
                </a:solidFill>
                <a:latin typeface="Oswald" pitchFamily="0" charset="0"/>
                <a:ea typeface="Arial" pitchFamily="2" charset="0"/>
                <a:cs typeface="Arial" pitchFamily="2" charset="0"/>
              </a:defRPr>
            </a:lvl7pPr>
            <a:lvl8pPr marR="0" algn="ctr">
              <a:spcBef>
                <a:spcPts val="0"/>
              </a:spcBef>
              <a:spcAft>
                <a:spcPts val="0"/>
              </a:spcAft>
              <a:buNone/>
              <a:defRPr sz="4400" b="0" i="0" u="none" strike="noStrike" cap="none">
                <a:solidFill>
                  <a:srgbClr val="000000"/>
                </a:solidFill>
                <a:latin typeface="Oswald" pitchFamily="0" charset="0"/>
                <a:ea typeface="Arial" pitchFamily="2" charset="0"/>
                <a:cs typeface="Arial" pitchFamily="2" charset="0"/>
              </a:defRPr>
            </a:lvl8pPr>
            <a:lvl9pPr marR="0" algn="ctr">
              <a:spcBef>
                <a:spcPts val="0"/>
              </a:spcBef>
              <a:spcAft>
                <a:spcPts val="0"/>
              </a:spcAft>
              <a:buNone/>
              <a:defRPr sz="4400" b="0" i="0" u="none" strike="noStrike" cap="none">
                <a:solidFill>
                  <a:srgbClr val="000000"/>
                </a:solidFill>
                <a:latin typeface="Oswald" pitchFamily="0" charset="0"/>
                <a:ea typeface="Arial" pitchFamily="2" charset="0"/>
                <a:cs typeface="Arial" pitchFamily="2" charset="0"/>
              </a:defRPr>
            </a:lvl9pPr>
          </a:lstStyle>
          <a:p>
            <a:pPr/>
          </a:p>
        </p:txBody>
      </p:sp>
      <p:sp>
        <p:nvSpPr>
          <p:cNvPr id="3" name="Google Shape;11;p1"/>
          <p:cNvSpPr>
            <a:spLocks noGrp="1" noChangeArrowheads="1"/>
            <a:extLst>
              <a:ext uri="smNativeData">
                <pr:smNativeData xmlns:pr="smNativeData" xmlns="smNativeData" val="SMDATA_15_VL+6ah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0GAABARwAAsCUAABAAAAAmAAAACAAAAL2/AAD/HwAA"/>
              </a:ext>
            </a:extLst>
          </p:cNvSpPr>
          <p:nvPr>
            <p:ph type="body" idx="1"/>
          </p:nvPr>
        </p:nvSpPr>
        <p:spPr>
          <a:xfrm>
            <a:off x="609600" y="1095375"/>
            <a:ext cx="10972800" cy="5031105"/>
          </a:xfrm>
          <a:prstGeom prst="rect">
            <a:avLst/>
          </a:prstGeom>
          <a:noFill/>
          <a:ln>
            <a:noFill/>
          </a:ln>
        </p:spPr>
        <p:txBody>
          <a:bodyPr vert="horz" wrap="square" lIns="91440" tIns="45720" rIns="91440" bIns="45720" numCol="1" spcCol="215900" anchor="t">
            <a:prstTxWarp prst="textNoShape">
              <a:avLst/>
            </a:prstTxWarp>
          </a:bodyPr>
          <a:lstStyle>
            <a:lvl1pPr marL="457200" marR="0" indent="-431800" algn="l">
              <a:spcBef>
                <a:spcPts val="640"/>
              </a:spcBef>
              <a:spcAft>
                <a:spcPts val="0"/>
              </a:spcAft>
              <a:buClr>
                <a:srgbClr val="000000"/>
              </a:buClr>
              <a:buSzPts val="3200"/>
              <a:buFont typeface="Arial" pitchFamily="2" charset="0"/>
              <a:buChar char="•"/>
              <a:defRPr sz="3200" b="0" i="0" u="none" strike="noStrike" cap="none">
                <a:solidFill>
                  <a:srgbClr val="000000"/>
                </a:solidFill>
                <a:latin typeface="Oswald" pitchFamily="0" charset="0"/>
                <a:ea typeface="Arial" pitchFamily="2" charset="0"/>
                <a:cs typeface="Arial" pitchFamily="2" charset="0"/>
              </a:defRPr>
            </a:lvl1pPr>
            <a:lvl2pPr marL="914400" marR="0" indent="-406400" algn="l">
              <a:spcBef>
                <a:spcPts val="560"/>
              </a:spcBef>
              <a:spcAft>
                <a:spcPts val="0"/>
              </a:spcAft>
              <a:buClr>
                <a:srgbClr val="000000"/>
              </a:buClr>
              <a:buSzPts val="2800"/>
              <a:buFont typeface="Arial" pitchFamily="2" charset="0"/>
              <a:buChar char="–"/>
              <a:defRPr sz="2800" b="0" i="0" u="none" strike="noStrike" cap="none">
                <a:solidFill>
                  <a:srgbClr val="000000"/>
                </a:solidFill>
                <a:latin typeface="Oswald" pitchFamily="0" charset="0"/>
                <a:ea typeface="Arial" pitchFamily="2" charset="0"/>
                <a:cs typeface="Arial" pitchFamily="2" charset="0"/>
              </a:defRPr>
            </a:lvl2pPr>
            <a:lvl3pPr marL="1371600" marR="0" indent="-381000" algn="l">
              <a:spcBef>
                <a:spcPts val="480"/>
              </a:spcBef>
              <a:spcAft>
                <a:spcPts val="0"/>
              </a:spcAft>
              <a:buClr>
                <a:srgbClr val="000000"/>
              </a:buClr>
              <a:buSzPts val="2400"/>
              <a:buFont typeface="Arial" pitchFamily="2" charset="0"/>
              <a:buChar char="•"/>
              <a:defRPr sz="2400" b="0" i="0" u="none" strike="noStrike" cap="none">
                <a:solidFill>
                  <a:srgbClr val="000000"/>
                </a:solidFill>
                <a:latin typeface="Oswald" pitchFamily="0" charset="0"/>
                <a:ea typeface="Arial" pitchFamily="2" charset="0"/>
                <a:cs typeface="Arial" pitchFamily="2" charset="0"/>
              </a:defRPr>
            </a:lvl3pPr>
            <a:lvl4pPr marL="1828800" marR="0" indent="-355600" algn="l">
              <a:spcBef>
                <a:spcPts val="400"/>
              </a:spcBef>
              <a:spcAft>
                <a:spcPts val="0"/>
              </a:spcAft>
              <a:buClr>
                <a:srgbClr val="000000"/>
              </a:buClr>
              <a:buSzPts val="2000"/>
              <a:buFont typeface="Arial" pitchFamily="2" charset="0"/>
              <a:buChar char="–"/>
              <a:defRPr sz="2000" b="0" i="0" u="none" strike="noStrike" cap="none">
                <a:solidFill>
                  <a:srgbClr val="000000"/>
                </a:solidFill>
                <a:latin typeface="Oswald" pitchFamily="0" charset="0"/>
                <a:ea typeface="Arial" pitchFamily="2" charset="0"/>
                <a:cs typeface="Arial" pitchFamily="2" charset="0"/>
              </a:defRPr>
            </a:lvl4pPr>
            <a:lvl5pPr marL="2286000" marR="0" indent="-355600" algn="l">
              <a:spcBef>
                <a:spcPts val="400"/>
              </a:spcBef>
              <a:spcAft>
                <a:spcPts val="0"/>
              </a:spcAft>
              <a:buClr>
                <a:srgbClr val="000000"/>
              </a:buClr>
              <a:buSzPts val="2000"/>
              <a:buFont typeface="Arial" pitchFamily="2" charset="0"/>
              <a:buChar char="»"/>
              <a:defRPr sz="2000" b="0" i="0" u="none" strike="noStrike" cap="none">
                <a:solidFill>
                  <a:srgbClr val="000000"/>
                </a:solidFill>
                <a:latin typeface="Oswald" pitchFamily="0" charset="0"/>
                <a:ea typeface="Arial" pitchFamily="2" charset="0"/>
                <a:cs typeface="Arial" pitchFamily="2" charset="0"/>
              </a:defRPr>
            </a:lvl5pPr>
            <a:lvl6pPr marL="2743200" marR="0" indent="-355600" algn="l">
              <a:spcBef>
                <a:spcPts val="400"/>
              </a:spcBef>
              <a:spcAft>
                <a:spcPts val="0"/>
              </a:spcAft>
              <a:buClr>
                <a:srgbClr val="000000"/>
              </a:buClr>
              <a:buSzPts val="2000"/>
              <a:buFont typeface="Arial" pitchFamily="2" charset="0"/>
              <a:buChar char="•"/>
              <a:defRPr sz="2000" b="0" i="0" u="none" strike="noStrike" cap="none">
                <a:solidFill>
                  <a:srgbClr val="000000"/>
                </a:solidFill>
                <a:latin typeface="Calibri" pitchFamily="2" charset="0"/>
                <a:ea typeface="Arial" pitchFamily="2" charset="0"/>
                <a:cs typeface="Arial" pitchFamily="2" charset="0"/>
              </a:defRPr>
            </a:lvl6pPr>
            <a:lvl7pPr marL="3200400" marR="0" indent="-355600" algn="l">
              <a:spcBef>
                <a:spcPts val="400"/>
              </a:spcBef>
              <a:spcAft>
                <a:spcPts val="0"/>
              </a:spcAft>
              <a:buClr>
                <a:srgbClr val="000000"/>
              </a:buClr>
              <a:buSzPts val="2000"/>
              <a:buFont typeface="Arial" pitchFamily="2" charset="0"/>
              <a:buChar char="•"/>
              <a:defRPr sz="2000" b="0" i="0" u="none" strike="noStrike" cap="none">
                <a:solidFill>
                  <a:srgbClr val="000000"/>
                </a:solidFill>
                <a:latin typeface="Calibri" pitchFamily="2" charset="0"/>
                <a:ea typeface="Arial" pitchFamily="2" charset="0"/>
                <a:cs typeface="Arial" pitchFamily="2" charset="0"/>
              </a:defRPr>
            </a:lvl7pPr>
            <a:lvl8pPr marL="3657600" marR="0" indent="-355600" algn="l">
              <a:spcBef>
                <a:spcPts val="400"/>
              </a:spcBef>
              <a:spcAft>
                <a:spcPts val="0"/>
              </a:spcAft>
              <a:buClr>
                <a:srgbClr val="000000"/>
              </a:buClr>
              <a:buSzPts val="2000"/>
              <a:buFont typeface="Arial" pitchFamily="2" charset="0"/>
              <a:buChar char="•"/>
              <a:defRPr sz="2000" b="0" i="0" u="none" strike="noStrike" cap="none">
                <a:solidFill>
                  <a:srgbClr val="000000"/>
                </a:solidFill>
                <a:latin typeface="Calibri" pitchFamily="2" charset="0"/>
                <a:ea typeface="Arial" pitchFamily="2" charset="0"/>
                <a:cs typeface="Arial" pitchFamily="2" charset="0"/>
              </a:defRPr>
            </a:lvl8pPr>
            <a:lvl9pPr marL="4114800" marR="0" indent="-355600" algn="l">
              <a:spcBef>
                <a:spcPts val="400"/>
              </a:spcBef>
              <a:spcAft>
                <a:spcPts val="0"/>
              </a:spcAft>
              <a:buClr>
                <a:srgbClr val="000000"/>
              </a:buClr>
              <a:buSzPts val="2000"/>
              <a:buFont typeface="Arial" pitchFamily="2" charset="0"/>
              <a:buChar char="•"/>
              <a:defRPr sz="2000" b="0" i="0" u="none" strike="noStrike" cap="none">
                <a:solidFill>
                  <a:srgbClr val="000000"/>
                </a:solidFill>
                <a:latin typeface="Calibri" pitchFamily="2" charset="0"/>
                <a:ea typeface="Arial" pitchFamily="2" charset="0"/>
                <a:cs typeface="Arial" pitchFamily="2" charset="0"/>
              </a:defRPr>
            </a:lvl9pPr>
          </a:lstStyle>
          <a:p>
            <a:pPr/>
          </a:p>
        </p:txBody>
      </p:sp>
      <p:sp>
        <p:nvSpPr>
          <p:cNvPr id="4" name="Google Shape;12;p1"/>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onAABAFQAAWSkAABAAAAAmAAAACAAAAL2/AAD/HwAA"/>
              </a:ext>
            </a:extLst>
          </p:cNvSpPr>
          <p:nvPr>
            <p:ph type="dt" idx="2"/>
          </p:nvPr>
        </p:nvSpPr>
        <p:spPr>
          <a:xfrm>
            <a:off x="609600" y="6356350"/>
            <a:ext cx="2844800" cy="365125"/>
          </a:xfrm>
          <a:prstGeom prst="rect">
            <a:avLst/>
          </a:prstGeom>
          <a:noFill/>
          <a:ln>
            <a:noFill/>
          </a:ln>
        </p:spPr>
        <p:txBody>
          <a:bodyPr vert="horz" wrap="square" lIns="91440" tIns="45720" rIns="91440" bIns="45720" numCol="1" spcCol="215900" anchor="ctr">
            <a:prstTxWarp prst="textNoShape">
              <a:avLst/>
            </a:prstTxWarp>
          </a:bodyPr>
          <a:lstStyle>
            <a:lvl1pPr marR="0" algn="l">
              <a:spcBef>
                <a:spcPts val="0"/>
              </a:spcBef>
              <a:spcAft>
                <a:spcPts val="0"/>
              </a:spcAft>
              <a:buNone/>
              <a:defRPr sz="1200" b="0" i="0" u="none" strike="noStrike" cap="none">
                <a:solidFill>
                  <a:srgbClr val="898989"/>
                </a:solidFill>
                <a:latin typeface="Oswald" pitchFamily="0" charset="0"/>
                <a:ea typeface="Arial" pitchFamily="2" charset="0"/>
                <a:cs typeface="Arial" pitchFamily="2" charset="0"/>
              </a:defRPr>
            </a:lvl1pPr>
            <a:lvl2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2pPr>
            <a:lvl3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3pPr>
            <a:lvl4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4pPr>
            <a:lvl5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5pPr>
            <a:lvl6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6pPr>
            <a:lvl7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7pPr>
            <a:lvl8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8pPr>
            <a:lvl9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9pPr>
          </a:lstStyle>
          <a:p>
            <a:pPr/>
          </a:p>
        </p:txBody>
      </p:sp>
      <p:sp>
        <p:nvSpPr>
          <p:cNvPr id="5" name="Google Shape;13;p1"/>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QAO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BkAABonAABgMQAAWSkAABAAAAAmAAAACAAAAL2/AAD/HwAA"/>
              </a:ext>
            </a:extLst>
          </p:cNvSpPr>
          <p:nvPr>
            <p:ph type="ftr" idx="3"/>
          </p:nvPr>
        </p:nvSpPr>
        <p:spPr>
          <a:xfrm>
            <a:off x="4165600" y="6356350"/>
            <a:ext cx="3860800" cy="365125"/>
          </a:xfrm>
          <a:prstGeom prst="rect">
            <a:avLst/>
          </a:prstGeom>
          <a:noFill/>
          <a:ln>
            <a:noFill/>
          </a:ln>
        </p:spPr>
        <p:txBody>
          <a:bodyPr vert="horz" wrap="square" lIns="91440" tIns="45720" rIns="91440" bIns="45720" numCol="1" spcCol="215900" anchor="ctr">
            <a:prstTxWarp prst="textNoShape">
              <a:avLst/>
            </a:prstTxWarp>
          </a:bodyPr>
          <a:lstStyle>
            <a:lvl1pPr marR="0" algn="ctr">
              <a:spcBef>
                <a:spcPts val="0"/>
              </a:spcBef>
              <a:spcAft>
                <a:spcPts val="0"/>
              </a:spcAft>
              <a:buNone/>
              <a:defRPr sz="1200" b="0" i="0" u="none" strike="noStrike" cap="none">
                <a:solidFill>
                  <a:srgbClr val="888888"/>
                </a:solidFill>
                <a:latin typeface="Oswald" pitchFamily="0" charset="0"/>
                <a:ea typeface="Arial" pitchFamily="2" charset="0"/>
                <a:cs typeface="Arial" pitchFamily="2" charset="0"/>
              </a:defRPr>
            </a:lvl1pPr>
            <a:lvl2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2pPr>
            <a:lvl3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3pPr>
            <a:lvl4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4pPr>
            <a:lvl5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5pPr>
            <a:lvl6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6pPr>
            <a:lvl7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7pPr>
            <a:lvl8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8pPr>
            <a:lvl9pPr marR="0" algn="l">
              <a:spcBef>
                <a:spcPts val="0"/>
              </a:spcBef>
              <a:spcAft>
                <a:spcPts val="0"/>
              </a:spcAft>
              <a:buNone/>
              <a:defRPr sz="1800" b="0" i="0" u="none" strike="noStrike" cap="none">
                <a:solidFill>
                  <a:srgbClr val="000000"/>
                </a:solidFill>
                <a:latin typeface="Calibri" pitchFamily="2" charset="0"/>
                <a:ea typeface="Arial" pitchFamily="2" charset="0"/>
                <a:cs typeface="Arial" pitchFamily="2" charset="0"/>
              </a:defRPr>
            </a:lvl9pPr>
          </a:lstStyle>
          <a:p>
            <a:pPr/>
          </a:p>
        </p:txBody>
      </p:sp>
      <p:sp>
        <p:nvSpPr>
          <p:cNvPr id="6" name="Google Shape;14;p1"/>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v7/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DUAABonAABARwAAWSkAABAAAAAmAAAACAAAAL2/AAD/HwAA"/>
              </a:ext>
            </a:extLst>
          </p:cNvSpPr>
          <p:nvPr>
            <p:ph type="sldNum" idx="4"/>
          </p:nvPr>
        </p:nvSpPr>
        <p:spPr>
          <a:xfrm>
            <a:off x="8737600" y="6356350"/>
            <a:ext cx="2844800" cy="365125"/>
          </a:xfrm>
          <a:prstGeom prst="rect">
            <a:avLst/>
          </a:prstGeom>
          <a:noFill/>
          <a:ln>
            <a:noFill/>
          </a:ln>
        </p:spPr>
        <p:txBody>
          <a:bodyPr vert="horz" wrap="square" lIns="91440" tIns="45720" rIns="91440" bIns="45720" numCol="1" spcCol="215900" anchor="ctr">
            <a:prstTxWarp prst="textNoShape">
              <a:avLst/>
            </a:prstTxWarp>
          </a:bodyPr>
          <a:lstStyle>
            <a:lvl1pPr marL="0" marR="0" indent="0" algn="r">
              <a:spcBef>
                <a:spcPts val="0"/>
              </a:spcBef>
              <a:spcAft>
                <a:spcPts val="0"/>
              </a:spcAft>
              <a:buNone/>
              <a:defRPr sz="1200" b="0" i="0" u="none" strike="noStrike" cap="none">
                <a:solidFill>
                  <a:srgbClr val="898989"/>
                </a:solidFill>
                <a:latin typeface="Oswald" pitchFamily="0" charset="0"/>
                <a:ea typeface="Arial" pitchFamily="2" charset="0"/>
                <a:cs typeface="Arial" pitchFamily="2" charset="0"/>
              </a:defRPr>
            </a:lvl1pPr>
            <a:lvl2pPr marL="0" marR="0" indent="0" algn="r">
              <a:spcBef>
                <a:spcPts val="0"/>
              </a:spcBef>
              <a:spcAft>
                <a:spcPts val="0"/>
              </a:spcAft>
              <a:buNone/>
              <a:defRPr sz="1200" b="0" i="0" u="none" strike="noStrike" cap="none">
                <a:solidFill>
                  <a:srgbClr val="898989"/>
                </a:solidFill>
                <a:latin typeface="Oswald" pitchFamily="0" charset="0"/>
                <a:ea typeface="Arial" pitchFamily="2" charset="0"/>
                <a:cs typeface="Arial" pitchFamily="2" charset="0"/>
              </a:defRPr>
            </a:lvl2pPr>
            <a:lvl3pPr marL="0" marR="0" indent="0" algn="r">
              <a:spcBef>
                <a:spcPts val="0"/>
              </a:spcBef>
              <a:spcAft>
                <a:spcPts val="0"/>
              </a:spcAft>
              <a:buNone/>
              <a:defRPr sz="1200" b="0" i="0" u="none" strike="noStrike" cap="none">
                <a:solidFill>
                  <a:srgbClr val="898989"/>
                </a:solidFill>
                <a:latin typeface="Oswald" pitchFamily="0" charset="0"/>
                <a:ea typeface="Arial" pitchFamily="2" charset="0"/>
                <a:cs typeface="Arial" pitchFamily="2" charset="0"/>
              </a:defRPr>
            </a:lvl3pPr>
            <a:lvl4pPr marL="0" marR="0" indent="0" algn="r">
              <a:spcBef>
                <a:spcPts val="0"/>
              </a:spcBef>
              <a:spcAft>
                <a:spcPts val="0"/>
              </a:spcAft>
              <a:buNone/>
              <a:defRPr sz="1200" b="0" i="0" u="none" strike="noStrike" cap="none">
                <a:solidFill>
                  <a:srgbClr val="898989"/>
                </a:solidFill>
                <a:latin typeface="Oswald" pitchFamily="0" charset="0"/>
                <a:ea typeface="Arial" pitchFamily="2" charset="0"/>
                <a:cs typeface="Arial" pitchFamily="2" charset="0"/>
              </a:defRPr>
            </a:lvl4pPr>
            <a:lvl5pPr marL="0" marR="0" indent="0" algn="r">
              <a:spcBef>
                <a:spcPts val="0"/>
              </a:spcBef>
              <a:spcAft>
                <a:spcPts val="0"/>
              </a:spcAft>
              <a:buNone/>
              <a:defRPr sz="1200" b="0" i="0" u="none" strike="noStrike" cap="none">
                <a:solidFill>
                  <a:srgbClr val="898989"/>
                </a:solidFill>
                <a:latin typeface="Oswald" pitchFamily="0" charset="0"/>
                <a:ea typeface="Arial" pitchFamily="2" charset="0"/>
                <a:cs typeface="Arial" pitchFamily="2" charset="0"/>
              </a:defRPr>
            </a:lvl5pPr>
            <a:lvl6pPr marL="0" marR="0" indent="0" algn="r">
              <a:spcBef>
                <a:spcPts val="0"/>
              </a:spcBef>
              <a:spcAft>
                <a:spcPts val="0"/>
              </a:spcAft>
              <a:buNone/>
              <a:defRPr sz="1200" b="0" i="0" u="none" strike="noStrike" cap="none">
                <a:solidFill>
                  <a:srgbClr val="898989"/>
                </a:solidFill>
                <a:latin typeface="Oswald" pitchFamily="0" charset="0"/>
                <a:ea typeface="Arial" pitchFamily="2" charset="0"/>
                <a:cs typeface="Arial" pitchFamily="2" charset="0"/>
              </a:defRPr>
            </a:lvl6pPr>
            <a:lvl7pPr marL="0" marR="0" indent="0" algn="r">
              <a:spcBef>
                <a:spcPts val="0"/>
              </a:spcBef>
              <a:spcAft>
                <a:spcPts val="0"/>
              </a:spcAft>
              <a:buNone/>
              <a:defRPr sz="1200" b="0" i="0" u="none" strike="noStrike" cap="none">
                <a:solidFill>
                  <a:srgbClr val="898989"/>
                </a:solidFill>
                <a:latin typeface="Oswald" pitchFamily="0" charset="0"/>
                <a:ea typeface="Arial" pitchFamily="2" charset="0"/>
                <a:cs typeface="Arial" pitchFamily="2" charset="0"/>
              </a:defRPr>
            </a:lvl7pPr>
            <a:lvl8pPr marL="0" marR="0" indent="0" algn="r">
              <a:spcBef>
                <a:spcPts val="0"/>
              </a:spcBef>
              <a:spcAft>
                <a:spcPts val="0"/>
              </a:spcAft>
              <a:buNone/>
              <a:defRPr sz="1200" b="0" i="0" u="none" strike="noStrike" cap="none">
                <a:solidFill>
                  <a:srgbClr val="898989"/>
                </a:solidFill>
                <a:latin typeface="Oswald" pitchFamily="0" charset="0"/>
                <a:ea typeface="Arial" pitchFamily="2" charset="0"/>
                <a:cs typeface="Arial" pitchFamily="2" charset="0"/>
              </a:defRPr>
            </a:lvl8pPr>
            <a:lvl9pPr marL="0" marR="0" indent="0" algn="r">
              <a:spcBef>
                <a:spcPts val="0"/>
              </a:spcBef>
              <a:spcAft>
                <a:spcPts val="0"/>
              </a:spcAft>
              <a:buNone/>
              <a:defRPr sz="1200" b="0" i="0" u="none" strike="noStrike" cap="none">
                <a:solidFill>
                  <a:srgbClr val="898989"/>
                </a:solidFill>
                <a:latin typeface="Oswald" pitchFamily="0" charset="0"/>
                <a:ea typeface="Arial" pitchFamily="2" charset="0"/>
                <a:cs typeface="Arial" pitchFamily="2" charset="0"/>
              </a:defRPr>
            </a:lvl9pPr>
          </a:lstStyle>
          <a:p>
            <a:pPr marL="0" indent="0" algn="r">
              <a:spcBef>
                <a:spcPts val="0"/>
              </a:spcBef>
              <a:spcAft>
                <a:spcPts val="0"/>
              </a:spcAft>
              <a:buNone/>
            </a:pPr>
            <a:fld id="{3C25CA88-C6D1-703C-9F9D-306984D36965}" type="slidenum">
              <a:rPr lang="en-us" cap="none"/>
              <a:t>3</a:t>
            </a:fld>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1pPr>
      <a:lvl2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2pPr>
      <a:lvl3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3pPr>
      <a:lvl4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4pPr>
      <a:lvl5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5pPr>
      <a:lvl6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6pPr>
      <a:lvl7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7pPr>
      <a:lvl8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8pPr>
      <a:lvl9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9pPr>
    </p:titleStyle>
    <p:bodyStyle>
      <a:lvl1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1pPr>
      <a:lvl2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2pPr>
      <a:lvl3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3pPr>
      <a:lvl4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4pPr>
      <a:lvl5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5pPr>
      <a:lvl6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6pPr>
      <a:lvl7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7pPr>
      <a:lvl8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8pPr>
      <a:lvl9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9pPr>
    </p:bodyStyle>
    <p:otherStyle>
      <a:lvl1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1pPr>
      <a:lvl2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2pPr>
      <a:lvl3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3pPr>
      <a:lvl4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4pPr>
      <a:lvl5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5pPr>
      <a:lvl6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6pPr>
      <a:lvl7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7pPr>
      <a:lvl8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8pPr>
      <a:lvl9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2" charset="0"/>
          <a:ea typeface="Arial" pitchFamily="2" charset="0"/>
          <a:cs typeface="Arial" pitchFamily="2" charset="0"/>
        </a:defRPr>
      </a:lvl9pPr>
    </p:otherStyle>
  </p:txStyles>
</p:sldMaster>
</file>

<file path=ppt/slides/_rels/slide1.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Edit1000" Type="http://schemas.openxmlformats.org/officeDocument/2006/relationships/image" Target="../media/sakshiastra-slide3-1000.png"/><Relationship Id="rIdEdit1001" Type="http://schemas.openxmlformats.org/officeDocument/2006/relationships/image" Target="../media/sakshiastra-slide3-1001.png"/><Relationship Id="rIdEdit1002" Type="http://schemas.openxmlformats.org/officeDocument/2006/relationships/image" Target="../media/sakshiastra-slide3-1002.png"/><Relationship Id="rIdEdit1003" Type="http://schemas.openxmlformats.org/officeDocument/2006/relationships/image" Target="../media/sakshiastra-slide3-1003.png"/><Relationship Id="rIdEdit1004" Type="http://schemas.openxmlformats.org/officeDocument/2006/relationships/image" Target="../media/sakshiastra-slide3-1004.png"/><Relationship Id="rIdEdit1005" Type="http://schemas.openxmlformats.org/officeDocument/2006/relationships/image" Target="../media/sakshiastra-slide3-1005.png"/><Relationship Id="rIdEdit1006" Type="http://schemas.openxmlformats.org/officeDocument/2006/relationships/image" Target="../media/sakshiastra-slide3-1006.png"/><Relationship Id="rIdEdit1007" Type="http://schemas.openxmlformats.org/officeDocument/2006/relationships/image" Target="../media/sakshiastra-slide3-1007.png"/><Relationship Id="rIdEdit1008" Type="http://schemas.openxmlformats.org/officeDocument/2006/relationships/image" Target="../media/sakshiastra-slide3-1008.png"/><Relationship Id="rIdEdit1009" Type="http://schemas.openxmlformats.org/officeDocument/2006/relationships/image" Target="../media/sakshiastra-slide3-1009.png"/><Relationship Id="rIdEdit1010" Type="http://schemas.openxmlformats.org/officeDocument/2006/relationships/image" Target="../media/sakshiastra-slide3-1010.png"/><Relationship Id="rIdEdit1011" Type="http://schemas.openxmlformats.org/officeDocument/2006/relationships/image" Target="../media/sakshiastra-slide3-1011.png"/><Relationship Id="rIdEdit1012" Type="http://schemas.openxmlformats.org/officeDocument/2006/relationships/image" Target="../media/sakshiastra-slide3-1012.png"/><Relationship Id="rIdEdit1013" Type="http://schemas.openxmlformats.org/officeDocument/2006/relationships/image" Target="../media/sakshiastra-slide3-1013.png"/><Relationship Id="rIdEdit1014" Type="http://schemas.openxmlformats.org/officeDocument/2006/relationships/image" Target="../media/sakshiastra-slide3-1014.png"/><Relationship Id="rIdEdit1015" Type="http://schemas.openxmlformats.org/officeDocument/2006/relationships/image" Target="../media/sakshiastra-slide3-1015.png"/><Relationship Id="rIdEdit1016" Type="http://schemas.openxmlformats.org/officeDocument/2006/relationships/image" Target="../media/sakshiastra-slide3-1016.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Edit1000" Type="http://schemas.openxmlformats.org/officeDocument/2006/relationships/image" Target="../media/sakshiastra-slide4-1000.png"/><Relationship Id="rIdSourceLink" Type="http://schemas.openxmlformats.org/officeDocument/2006/relationships/hyperlink" Target="https://github.com/nsaharsh11/sakshiastra" TargetMode="Externa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SourceLink" Type="http://schemas.openxmlformats.org/officeDocument/2006/relationships/hyperlink" Target="https://www.kaggle.com/datasets/philipjames11/dark-net-marketplace-drug-data-agora-20142015" TargetMode="External"/></Relationships>
</file>

<file path=ppt/slides/slide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showMasterPhAnim="0">
  <p:cSld>
    <p:bg>
      <p:bgPr>
        <a:solidFill>
          <a:srgbClr val="FFFFFF"/>
        </a:solidFill>
        <a:effectLst/>
      </p:bgPr>
    </p:bg>
    <p:spTree>
      <p:nvGrpSpPr>
        <p:cNvPr id="1" name=""/>
        <p:cNvGrpSpPr/>
        <p:nvPr/>
      </p:nvGrpSpPr>
      <p:grpSpPr>
        <a:xfrm>
          <a:off x="0" y="0"/>
          <a:ext cx="0" cy="0"/>
          <a:chOff x="0" y="0"/>
          <a:chExt cx="0" cy="0"/>
        </a:xfrm>
      </p:grpSpPr>
      <p:sp>
        <p:nvSpPr>
          <p:cNvPr id="2" name="Google Shape;88;p13"/>
          <p:cNvSpPr>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EAAAAAAAA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YAkAAAAAAACgQQAAMCoAABAAAAAmAAAACAAAAP//////////"/>
              </a:ext>
            </a:extLst>
          </p:cNvSpPr>
          <p:nvPr/>
        </p:nvSpPr>
        <p:spPr>
          <a:xfrm>
            <a:off x="1524000" y="0"/>
            <a:ext cx="9144000" cy="6858000"/>
          </a:xfrm>
          <a:prstGeom prst="rect">
            <a:avLst/>
          </a:prstGeom>
          <a:solidFill>
            <a:srgbClr val="FFFFFF"/>
          </a:solidFill>
          <a:ln>
            <a:noFill/>
          </a:ln>
          <a:effectLst/>
        </p:spPr>
        <p:txBody>
          <a:bodyPr vert="horz" wrap="square" lIns="91440" tIns="45720" rIns="91440" bIns="45720" numCol="1" spcCol="215900" anchor="ctr"/>
          <a:lstStyle/>
          <a:p>
            <a:pPr marL="0" marR="0" indent="0" algn="ctr">
              <a:spcBef>
                <a:spcPts val="0"/>
              </a:spcBef>
              <a:spcAft>
                <a:spcPts val="0"/>
              </a:spcAft>
              <a:buNone/>
            </a:pPr>
            <a:endParaRPr sz="1800" cap="none">
              <a:solidFill>
                <a:srgbClr val="FFFFFF"/>
              </a:solidFill>
              <a:latin typeface="Calibri" pitchFamily="2" charset="0"/>
              <a:ea typeface="Calibri" pitchFamily="2" charset="0"/>
              <a:cs typeface="Calibri" pitchFamily="2" charset="0"/>
            </a:endParaRPr>
          </a:p>
        </p:txBody>
      </p:sp>
      <p:sp>
        <p:nvSpPr>
          <p:cNvPr id="3" name="Google Shape;89;p13"/>
          <p:cNvSpPr>
            <a:extLst>
              <a:ext uri="smNativeData">
                <pr:smNativeData xmlns:pr="smNativeData" xmlns="smNativeData" val="SMDATA_15_VL+6ahMAAAAlAAAACwAAAA0AAAAAkAAAAEgAAACQAAAASAAAAAAAAAABAAAAAAAAAAEAAABQAAAAAAAAAAAA4D8AAAAAAADgPwAAAAAAAOA/AAAAAAAA4D8AAAAAAADgPwAAAAAAAOA/AAAAAAAA4D8AAAAAAADgPwAAAAAAAOA/AAAAAAAA4D8CAAAAjAAAAAEAAAAAAAAAf39/AP///whX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WxQ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f39/AP///wEAAAAAAAAAAAAAAAAAAAAAAAAAAAAAAAAAAAAAAAAAAAAAAAJ/f38AH0l9A8zMzADAwP8Af39/AAAAAAAAAAAAAAAAAAAAAAAAAAAAIQAAABgAAAAUAAAAzCIAAD0FAABVPwAA8yQAABAAAAAmAAAACAAAAP//////////"/>
              </a:ext>
            </a:extLst>
          </p:cNvSpPr>
          <p:nvPr/>
        </p:nvSpPr>
        <p:spPr>
          <a:xfrm>
            <a:off x="5656580" y="851535"/>
            <a:ext cx="4638675" cy="5154930"/>
          </a:xfrm>
          <a:custGeom>
            <a:avLst/>
            <a:gdLst/>
            <a:ahLst/>
            <a:cxnLst/>
            <a:rect l="0" t="0" r="4638675" b="5154930"/>
            <a:pathLst>
              <a:path w="4638675" h="5154930">
                <a:moveTo>
                  <a:pt x="272388" y="3125169"/>
                </a:moveTo>
                <a:cubicBezTo>
                  <a:pt x="272388" y="3125169"/>
                  <a:pt x="272388" y="3125169"/>
                  <a:pt x="673712" y="3125169"/>
                </a:cubicBezTo>
                <a:cubicBezTo>
                  <a:pt x="698850" y="3125169"/>
                  <a:pt x="723119" y="3143591"/>
                  <a:pt x="735255" y="3173528"/>
                </a:cubicBezTo>
                <a:cubicBezTo>
                  <a:pt x="735255" y="3173528"/>
                  <a:pt x="735255" y="3173528"/>
                  <a:pt x="936350" y="3635251"/>
                </a:cubicBezTo>
                <a:cubicBezTo>
                  <a:pt x="949352" y="3664037"/>
                  <a:pt x="949352" y="3700882"/>
                  <a:pt x="936350" y="3729668"/>
                </a:cubicBezTo>
                <a:cubicBezTo>
                  <a:pt x="936350" y="3729668"/>
                  <a:pt x="936350" y="3729668"/>
                  <a:pt x="735255" y="4191391"/>
                </a:cubicBezTo>
                <a:cubicBezTo>
                  <a:pt x="723119" y="4221328"/>
                  <a:pt x="698850" y="4239751"/>
                  <a:pt x="673712" y="4239751"/>
                </a:cubicBezTo>
                <a:cubicBezTo>
                  <a:pt x="673712" y="4239751"/>
                  <a:pt x="673712" y="4239751"/>
                  <a:pt x="272388" y="4239751"/>
                </a:cubicBezTo>
                <a:cubicBezTo>
                  <a:pt x="246384" y="4239751"/>
                  <a:pt x="222982" y="4221328"/>
                  <a:pt x="209979" y="4191391"/>
                </a:cubicBezTo>
                <a:cubicBezTo>
                  <a:pt x="209979" y="4191391"/>
                  <a:pt x="209979" y="4191391"/>
                  <a:pt x="9751" y="3729668"/>
                </a:cubicBezTo>
                <a:cubicBezTo>
                  <a:pt x="-3250" y="3700882"/>
                  <a:pt x="-3250" y="3664037"/>
                  <a:pt x="9751" y="3635251"/>
                </a:cubicBezTo>
                <a:cubicBezTo>
                  <a:pt x="9751" y="3635251"/>
                  <a:pt x="9751" y="3635251"/>
                  <a:pt x="209979" y="3173528"/>
                </a:cubicBezTo>
                <a:cubicBezTo>
                  <a:pt x="222982" y="3143591"/>
                  <a:pt x="246384" y="3125169"/>
                  <a:pt x="272388" y="3125169"/>
                </a:cubicBezTo>
                <a:close/>
                <a:moveTo>
                  <a:pt x="1867319" y="570031"/>
                </a:moveTo>
                <a:cubicBezTo>
                  <a:pt x="1867319" y="570031"/>
                  <a:pt x="1867319" y="570031"/>
                  <a:pt x="2073678" y="570031"/>
                </a:cubicBezTo>
                <a:lnTo>
                  <a:pt x="2097751" y="570031"/>
                </a:lnTo>
                <a:lnTo>
                  <a:pt x="2120722" y="622773"/>
                </a:lnTo>
                <a:cubicBezTo>
                  <a:pt x="2152707" y="696212"/>
                  <a:pt x="2189926" y="781669"/>
                  <a:pt x="2233236" y="881111"/>
                </a:cubicBezTo>
                <a:cubicBezTo>
                  <a:pt x="2253148" y="925197"/>
                  <a:pt x="2253148" y="981627"/>
                  <a:pt x="2233236" y="1025713"/>
                </a:cubicBezTo>
                <a:cubicBezTo>
                  <a:pt x="2233236" y="1025713"/>
                  <a:pt x="2233236" y="1025713"/>
                  <a:pt x="1925255" y="1732851"/>
                </a:cubicBezTo>
                <a:cubicBezTo>
                  <a:pt x="1906669" y="1778699"/>
                  <a:pt x="1869500" y="1806914"/>
                  <a:pt x="1831002" y="1806914"/>
                </a:cubicBezTo>
                <a:cubicBezTo>
                  <a:pt x="1831002" y="1806914"/>
                  <a:pt x="1831002" y="1806914"/>
                  <a:pt x="1216366" y="1806914"/>
                </a:cubicBezTo>
                <a:cubicBezTo>
                  <a:pt x="1206410" y="1806914"/>
                  <a:pt x="1196703" y="1805150"/>
                  <a:pt x="1187431" y="1801789"/>
                </a:cubicBezTo>
                <a:lnTo>
                  <a:pt x="1167529" y="1790664"/>
                </a:lnTo>
                <a:lnTo>
                  <a:pt x="1179692" y="1762617"/>
                </a:lnTo>
                <a:cubicBezTo>
                  <a:pt x="1289661" y="1509031"/>
                  <a:pt x="1430422" y="1184439"/>
                  <a:pt x="1610596" y="768962"/>
                </a:cubicBezTo>
                <a:cubicBezTo>
                  <a:pt x="1664079" y="645814"/>
                  <a:pt x="1760351" y="570031"/>
                  <a:pt x="1867319" y="570031"/>
                </a:cubicBezTo>
                <a:close/>
                <a:moveTo>
                  <a:pt x="1179968" y="0"/>
                </a:moveTo>
                <a:cubicBezTo>
                  <a:pt x="1179968" y="0"/>
                  <a:pt x="1179968" y="0"/>
                  <a:pt x="1873274" y="0"/>
                </a:cubicBezTo>
                <a:cubicBezTo>
                  <a:pt x="1916699" y="0"/>
                  <a:pt x="1958627" y="31828"/>
                  <a:pt x="1979591" y="83545"/>
                </a:cubicBezTo>
                <a:cubicBezTo>
                  <a:pt x="1979591" y="83545"/>
                  <a:pt x="1979591" y="83545"/>
                  <a:pt x="2165929" y="511383"/>
                </a:cubicBezTo>
                <a:lnTo>
                  <a:pt x="2186979" y="559716"/>
                </a:lnTo>
                <a:lnTo>
                  <a:pt x="2170415" y="559716"/>
                </a:lnTo>
                <a:lnTo>
                  <a:pt x="2092131" y="559716"/>
                </a:lnTo>
                <a:lnTo>
                  <a:pt x="2058122" y="481631"/>
                </a:lnTo>
                <a:cubicBezTo>
                  <a:pt x="1928193" y="183308"/>
                  <a:pt x="1928193" y="183308"/>
                  <a:pt x="1928193" y="183308"/>
                </a:cubicBezTo>
                <a:cubicBezTo>
                  <a:pt x="1909607" y="137458"/>
                  <a:pt x="1872437" y="109242"/>
                  <a:pt x="1833939" y="109242"/>
                </a:cubicBezTo>
                <a:cubicBezTo>
                  <a:pt x="1219304" y="109242"/>
                  <a:pt x="1219304" y="109242"/>
                  <a:pt x="1219304" y="109242"/>
                </a:cubicBezTo>
                <a:cubicBezTo>
                  <a:pt x="1179479" y="109242"/>
                  <a:pt x="1143636" y="137458"/>
                  <a:pt x="1123724" y="183308"/>
                </a:cubicBezTo>
                <a:cubicBezTo>
                  <a:pt x="817069" y="890444"/>
                  <a:pt x="817069" y="890444"/>
                  <a:pt x="817069" y="890444"/>
                </a:cubicBezTo>
                <a:cubicBezTo>
                  <a:pt x="797157" y="934530"/>
                  <a:pt x="797157" y="990960"/>
                  <a:pt x="817069" y="1035047"/>
                </a:cubicBezTo>
                <a:cubicBezTo>
                  <a:pt x="1123724" y="1742183"/>
                  <a:pt x="1123724" y="1742183"/>
                  <a:pt x="1123724" y="1742183"/>
                </a:cubicBezTo>
                <a:cubicBezTo>
                  <a:pt x="1133680" y="1765108"/>
                  <a:pt x="1147618" y="1783624"/>
                  <a:pt x="1164046" y="1796409"/>
                </a:cubicBezTo>
                <a:lnTo>
                  <a:pt x="1168712" y="1799016"/>
                </a:lnTo>
                <a:lnTo>
                  <a:pt x="1143700" y="1856694"/>
                </a:lnTo>
                <a:lnTo>
                  <a:pt x="1125098" y="1899590"/>
                </a:lnTo>
                <a:lnTo>
                  <a:pt x="1144392" y="1910376"/>
                </a:lnTo>
                <a:cubicBezTo>
                  <a:pt x="1154851" y="1914167"/>
                  <a:pt x="1165801" y="1916156"/>
                  <a:pt x="1177031" y="1916156"/>
                </a:cubicBezTo>
                <a:cubicBezTo>
                  <a:pt x="1870337" y="1916156"/>
                  <a:pt x="1870337" y="1916156"/>
                  <a:pt x="1870337" y="1916156"/>
                </a:cubicBezTo>
                <a:cubicBezTo>
                  <a:pt x="1913762" y="1916156"/>
                  <a:pt x="1955689" y="1884331"/>
                  <a:pt x="1976653" y="1832614"/>
                </a:cubicBezTo>
                <a:cubicBezTo>
                  <a:pt x="2324055" y="1034967"/>
                  <a:pt x="2324055" y="1034967"/>
                  <a:pt x="2324055" y="1034967"/>
                </a:cubicBezTo>
                <a:cubicBezTo>
                  <a:pt x="2346516" y="985239"/>
                  <a:pt x="2346516" y="921586"/>
                  <a:pt x="2324055" y="871857"/>
                </a:cubicBezTo>
                <a:cubicBezTo>
                  <a:pt x="2280630" y="772151"/>
                  <a:pt x="2242633" y="684909"/>
                  <a:pt x="2209385" y="608572"/>
                </a:cubicBezTo>
                <a:lnTo>
                  <a:pt x="2192599" y="570031"/>
                </a:lnTo>
                <a:lnTo>
                  <a:pt x="2270362" y="570031"/>
                </a:lnTo>
                <a:cubicBezTo>
                  <a:pt x="2512189" y="570031"/>
                  <a:pt x="2899112" y="570031"/>
                  <a:pt x="3518187" y="570031"/>
                </a:cubicBezTo>
                <a:cubicBezTo>
                  <a:pt x="3621590" y="570031"/>
                  <a:pt x="3721426" y="645814"/>
                  <a:pt x="3771345" y="768962"/>
                </a:cubicBezTo>
                <a:cubicBezTo>
                  <a:pt x="3771345" y="768962"/>
                  <a:pt x="3771345" y="768962"/>
                  <a:pt x="4598562" y="2668285"/>
                </a:cubicBezTo>
                <a:cubicBezTo>
                  <a:pt x="4652046" y="2786697"/>
                  <a:pt x="4652046" y="2938264"/>
                  <a:pt x="4598562" y="3056676"/>
                </a:cubicBezTo>
                <a:cubicBezTo>
                  <a:pt x="4598562" y="3056676"/>
                  <a:pt x="4598562" y="3056676"/>
                  <a:pt x="3771345" y="4955999"/>
                </a:cubicBezTo>
                <a:cubicBezTo>
                  <a:pt x="3721426" y="5079148"/>
                  <a:pt x="3621590" y="5154930"/>
                  <a:pt x="3518187" y="5154930"/>
                </a:cubicBezTo>
                <a:cubicBezTo>
                  <a:pt x="3518187" y="5154930"/>
                  <a:pt x="3518187" y="5154930"/>
                  <a:pt x="1867319" y="5154930"/>
                </a:cubicBezTo>
                <a:cubicBezTo>
                  <a:pt x="1760351" y="5154930"/>
                  <a:pt x="1664079" y="5079148"/>
                  <a:pt x="1610596" y="4955999"/>
                </a:cubicBezTo>
                <a:cubicBezTo>
                  <a:pt x="1610596" y="4955999"/>
                  <a:pt x="1610596" y="4955999"/>
                  <a:pt x="786944" y="3056676"/>
                </a:cubicBezTo>
                <a:cubicBezTo>
                  <a:pt x="733460" y="2938264"/>
                  <a:pt x="733460" y="2786697"/>
                  <a:pt x="786944" y="2668285"/>
                </a:cubicBezTo>
                <a:cubicBezTo>
                  <a:pt x="786944" y="2668285"/>
                  <a:pt x="786944" y="2668285"/>
                  <a:pt x="1092771" y="1963053"/>
                </a:cubicBezTo>
                <a:lnTo>
                  <a:pt x="1118546" y="1903620"/>
                </a:lnTo>
                <a:lnTo>
                  <a:pt x="1117639" y="1903113"/>
                </a:lnTo>
                <a:cubicBezTo>
                  <a:pt x="1099108" y="1888691"/>
                  <a:pt x="1083386" y="1867807"/>
                  <a:pt x="1072155" y="1841947"/>
                </a:cubicBezTo>
                <a:cubicBezTo>
                  <a:pt x="1072155" y="1841947"/>
                  <a:pt x="1072155" y="1841947"/>
                  <a:pt x="726251" y="1044300"/>
                </a:cubicBezTo>
                <a:cubicBezTo>
                  <a:pt x="703788" y="994572"/>
                  <a:pt x="703788" y="930919"/>
                  <a:pt x="726251" y="881190"/>
                </a:cubicBezTo>
                <a:cubicBezTo>
                  <a:pt x="726251" y="881190"/>
                  <a:pt x="726251" y="881190"/>
                  <a:pt x="1072155" y="83545"/>
                </a:cubicBezTo>
                <a:cubicBezTo>
                  <a:pt x="1094616" y="31828"/>
                  <a:pt x="1135047" y="0"/>
                  <a:pt x="1179968" y="0"/>
                </a:cubicBezTo>
                <a:close/>
              </a:path>
            </a:pathLst>
          </a:custGeom>
          <a:solidFill>
            <a:srgbClr val="7F7F7F">
              <a:alpha val="13000"/>
            </a:srgbClr>
          </a:solidFill>
          <a:ln>
            <a:noFill/>
          </a:ln>
          <a:effectLst/>
        </p:spPr>
        <p:txBody>
          <a:bodyPr vert="horz" wrap="square" lIns="91440" tIns="45720" rIns="91440" bIns="45720" numCol="1" spcCol="215900" anchor="ctr"/>
          <a:lstStyle/>
          <a:p>
            <a:pPr marL="0" marR="0" indent="0" algn="ctr">
              <a:spcBef>
                <a:spcPts val="0"/>
              </a:spcBef>
              <a:spcAft>
                <a:spcPts val="0"/>
              </a:spcAft>
              <a:buNone/>
            </a:pPr>
            <a:endParaRPr sz="1800" cap="none">
              <a:solidFill>
                <a:srgbClr val="FFFFFF"/>
              </a:solidFill>
              <a:latin typeface="Calibri" pitchFamily="2" charset="0"/>
              <a:ea typeface="Calibri" pitchFamily="2" charset="0"/>
              <a:cs typeface="Calibri" pitchFamily="2" charset="0"/>
            </a:endParaRPr>
          </a:p>
        </p:txBody>
      </p:sp>
      <p:pic>
        <p:nvPicPr>
          <p:cNvPr id="4" name="Google Shape;90;p13"/>
          <p:cNvPicPr>
            <a:extLst>
              <a:ext uri="smNativeData">
                <pr:smNativeData xmlns:pr="smNativeData" xmlns="smNativeData" val="SMDATA_17_VL+6ah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AcAAAA4AAAAAAAAAAAAAAAAAAAA////AAAAAAAAAAAAAAAAAAAAAABoFw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B9JfQPMzMwAwMD/AH9/fwAAAAAAAAAAAAAAAAD///8AAAAAACEAAAAYAAAAFAAAACsqAACOCgAA4D0AAKIfAAAQAAAAJgAAAAgAAAD//////////w=="/>
              </a:ext>
            </a:extLst>
          </p:cNvPicPr>
          <p:nvPr/>
        </p:nvPicPr>
        <p:blipFill>
          <a:blip r:embed="rId3"/>
          <a:srcRect l="0" t="0" r="59920" b="0"/>
          <a:stretch>
            <a:fillRect/>
          </a:stretch>
        </p:blipFill>
        <p:spPr>
          <a:xfrm>
            <a:off x="6854825" y="1715770"/>
            <a:ext cx="3203575" cy="3426460"/>
          </a:xfrm>
          <a:prstGeom prst="rect">
            <a:avLst/>
          </a:prstGeom>
          <a:noFill/>
          <a:ln>
            <a:noFill/>
          </a:ln>
          <a:effectLst/>
        </p:spPr>
      </p:pic>
      <p:sp>
        <p:nvSpPr>
          <p:cNvPr id="5" name="Google Shape;91;p13"/>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f3Eg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CgIAAML8///aOgAAiQkAABAAAAAmAAAACAAAAD0wAAD/HwAA"/>
              </a:ext>
            </a:extLst>
          </p:cNvSpPr>
          <p:nvPr>
            <p:ph type="ctrTitle"/>
          </p:nvPr>
        </p:nvSpPr>
        <p:spPr>
          <a:xfrm>
            <a:off x="331470" y="-527050"/>
            <a:ext cx="9235440" cy="2077085"/>
          </a:xfrm>
          <a:noFill/>
          <a:ln>
            <a:noFill/>
          </a:ln>
        </p:spPr>
        <p:txBody>
          <a:bodyPr vert="horz" wrap="square" lIns="91440" tIns="45720" rIns="91440" bIns="45720" numCol="1" spcCol="215900" anchor="ctr">
            <a:prstTxWarp prst="textNoShape">
              <a:avLst/>
            </a:prstTxWarp>
          </a:bodyPr>
          <a:lstStyle/>
          <a:p>
            <a:pPr marL="0" indent="0" algn="ctr">
              <a:spcBef>
                <a:spcPts val="0"/>
              </a:spcBef>
              <a:spcAft>
                <a:spcPts val="0"/>
              </a:spcAft>
              <a:buNone/>
            </a:pPr>
            <a:r>
              <a:rPr lang="en-us" sz="3600" b="1" cap="none">
                <a:solidFill>
                  <a:srgbClr val="1F497D"/>
                </a:solidFill>
                <a:latin typeface="Garamond" pitchFamily="0" charset="0"/>
                <a:ea typeface="Garamond" pitchFamily="0" charset="0"/>
                <a:cs typeface="Garamond" pitchFamily="0" charset="0"/>
              </a:rPr>
              <a:t>SMART INDIA HACKATHON 2026</a:t>
            </a:r>
            <a:endParaRPr sz="4000" b="1" cap="none">
              <a:solidFill>
                <a:srgbClr val="1F497D"/>
              </a:solidFill>
              <a:latin typeface="Garamond" pitchFamily="0" charset="0"/>
              <a:ea typeface="Garamond" pitchFamily="0" charset="0"/>
              <a:cs typeface="Garamond" pitchFamily="0" charset="0"/>
            </a:endParaRPr>
          </a:p>
        </p:txBody>
      </p:sp>
      <p:sp>
        <p:nvSpPr>
          <p:cNvPr id="6" name="Google Shape;92;p13"/>
          <p:cNvSpPr>
            <a:extLst>
              <a:ext uri="smNativeData">
                <pr:smNativeData xmlns:pr="smNativeData" xmlns="smNativeData" val="SMDATA_15_VL+6ahMAAAAlAAAAZAAAAE0AAAAAkAAAAAAAAADwAw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CgIAAIkJAAB8JgAADCQAABAgAAAmAAAACAAAAP//////////"/>
              </a:ext>
            </a:extLst>
          </p:cNvSpPr>
          <p:nvPr/>
        </p:nvSpPr>
        <p:spPr>
          <a:xfrm>
            <a:off x="331470" y="1550035"/>
            <a:ext cx="5924550" cy="4309745"/>
          </a:xfrm>
          <a:prstGeom prst="rect">
            <a:avLst/>
          </a:prstGeom>
          <a:noFill/>
          <a:ln>
            <a:noFill/>
          </a:ln>
          <a:effectLst/>
        </p:spPr>
        <p:txBody>
          <a:bodyPr vert="horz" wrap="square" lIns="91440" tIns="0" rIns="640080" bIns="0" numCol="1" spcCol="215900" anchor="t"/>
          <a:lstStyle/>
          <a:p>
            <a:pPr marL="137160" marR="182880" indent="-45720" algn="l">
              <a:spcBef>
                <a:spcPts val="0"/>
              </a:spcBef>
              <a:spcAft>
                <a:spcPts val="0"/>
              </a:spcAft>
              <a:buNone/>
            </a:pPr>
            <a:endParaRPr sz="2000" cap="none">
              <a:latin typeface="Calibri" pitchFamily="2" charset="0"/>
              <a:ea typeface="Calibri" pitchFamily="2" charset="0"/>
              <a:cs typeface="Calibri" pitchFamily="2" charset="0"/>
            </a:endParaRPr>
          </a:p>
          <a:p>
            <a:pPr marL="137160" marR="182880" indent="-172720" algn="l">
              <a:lnSpc>
                <a:spcPct val="200000"/>
              </a:lnSpc>
              <a:spcBef>
                <a:spcPts val="0"/>
              </a:spcBef>
              <a:spcAft>
                <a:spcPts val="0"/>
              </a:spcAft>
              <a:buClrTx/>
              <a:buSzPts val="2000"/>
              <a:buFont typeface="Arial" pitchFamily="2" charset="0"/>
              <a:buChar char="•"/>
            </a:pPr>
            <a:r>
              <a:rPr lang="en-us" sz="2000" b="1" cap="none"/>
              <a:t>Problem Statement ID – SIH26151</a:t>
            </a:r>
            <a:endParaRPr sz="2000" cap="none"/>
          </a:p>
          <a:p>
            <a:pPr marL="137160" marR="182880" indent="-172720" algn="l">
              <a:lnSpc>
                <a:spcPct val="200000"/>
              </a:lnSpc>
              <a:spcBef>
                <a:spcPts val="0"/>
              </a:spcBef>
              <a:spcAft>
                <a:spcPts val="0"/>
              </a:spcAft>
              <a:buClrTx/>
              <a:buSzPts val="2000"/>
              <a:buFont typeface="Arial" pitchFamily="2" charset="0"/>
              <a:buChar char="•"/>
            </a:pPr>
            <a:r>
              <a:rPr lang="en-us" sz="2000" b="1" cap="none"/>
              <a:t>Problem Statement Title – Dark web threat actor de-anonymization</a:t>
            </a:r>
            <a:endParaRPr sz="2000" b="1" cap="none"/>
          </a:p>
          <a:p>
            <a:pPr marL="137160" marR="182880" indent="-172720" algn="l">
              <a:lnSpc>
                <a:spcPct val="200000"/>
              </a:lnSpc>
              <a:spcBef>
                <a:spcPts val="0"/>
              </a:spcBef>
              <a:spcAft>
                <a:spcPts val="0"/>
              </a:spcAft>
              <a:buClrTx/>
              <a:buSzPts val="2000"/>
              <a:buFont typeface="Arial" pitchFamily="2" charset="0"/>
              <a:buChar char="•"/>
            </a:pPr>
            <a:r>
              <a:rPr lang="en-us" sz="2000" b="1" cap="none"/>
              <a:t>Theme- Blockchain and Cybersecurity</a:t>
            </a:r>
            <a:endParaRPr sz="2000" cap="none"/>
          </a:p>
          <a:p>
            <a:pPr marL="137160" marR="182880" indent="-172720" algn="l">
              <a:lnSpc>
                <a:spcPct val="200000"/>
              </a:lnSpc>
              <a:spcBef>
                <a:spcPts val="0"/>
              </a:spcBef>
              <a:spcAft>
                <a:spcPts val="0"/>
              </a:spcAft>
              <a:buClrTx/>
              <a:buSzPts val="2000"/>
              <a:buFont typeface="Arial" pitchFamily="2" charset="0"/>
              <a:buChar char="•"/>
            </a:pPr>
            <a:r>
              <a:rPr lang="en-us" sz="2000" b="1" cap="none"/>
              <a:t>PS Category- Software</a:t>
            </a:r>
            <a:endParaRPr sz="2000" cap="none"/>
          </a:p>
          <a:p>
            <a:pPr marL="137160" marR="182880" indent="-172720" algn="l">
              <a:lnSpc>
                <a:spcPct val="200000"/>
              </a:lnSpc>
              <a:spcBef>
                <a:spcPts val="0"/>
              </a:spcBef>
              <a:spcAft>
                <a:spcPts val="0"/>
              </a:spcAft>
              <a:buClrTx/>
              <a:buSzPts val="2000"/>
              <a:buFont typeface="Arial" pitchFamily="2" charset="0"/>
              <a:buChar char="•"/>
            </a:pPr>
            <a:r>
              <a:rPr lang="en-us" sz="2000" b="1" cap="none"/>
              <a:t>Team ID- </a:t>
            </a:r>
            <a:r>
              <a:rPr lang="en-us" sz="2000" b="1" cap="none">
                <a:solidFill>
                  <a:srgbClr val="222222"/>
                </a:solidFill>
                <a:latin typeface="Roboto" pitchFamily="0" charset="0"/>
                <a:ea typeface="Roboto" pitchFamily="0" charset="0"/>
                <a:cs typeface="Roboto" pitchFamily="0" charset="0"/>
              </a:rPr>
              <a:t>180727</a:t>
            </a:r>
            <a:r>
              <a:rPr lang="en-us" sz="2000" b="1" cap="none"/>
              <a:t> </a:t>
            </a:r>
            <a:endParaRPr sz="2000" b="1" cap="none"/>
          </a:p>
          <a:p>
            <a:pPr marL="137160" marR="182880" indent="-172720" algn="l">
              <a:lnSpc>
                <a:spcPct val="200000"/>
              </a:lnSpc>
              <a:spcBef>
                <a:spcPts val="0"/>
              </a:spcBef>
              <a:spcAft>
                <a:spcPts val="0"/>
              </a:spcAft>
              <a:buClrTx/>
              <a:buSzPts val="2000"/>
              <a:buFont typeface="Arial" pitchFamily="2" charset="0"/>
              <a:buChar char="•"/>
            </a:pPr>
            <a:r>
              <a:rPr lang="en-us" sz="2000" b="1" cap="none"/>
              <a:t>Team Name- 6@RootRevival</a:t>
            </a:r>
            <a:endParaRPr sz="2000" b="1" cap="none"/>
          </a:p>
        </p:txBody>
      </p:sp>
      <p:pic>
        <p:nvPicPr>
          <p:cNvPr id="7" name="Google Shape;93;p13"/>
          <p:cNvPicPr>
            <a:extLst>
              <a:ext uri="smNativeData">
                <pr:smNativeData xmlns:pr="smNativeData" xmlns="smNativeData" val="SMDATA_17_VL+6ah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B9JfQPMzMwAwMD/AH9/fwAAAAAAAAAAAAAAAAD///8AAAAAACEAAAAYAAAAFAAAACo8AAACAAAAAUoAAIsGAAAQAAAAJgAAAAgAAAD//////////w=="/>
              </a:ext>
            </a:extLst>
          </p:cNvPicPr>
          <p:nvPr/>
        </p:nvPicPr>
        <p:blipFill>
          <a:blip r:embed="rId4"/>
          <a:stretch>
            <a:fillRect/>
          </a:stretch>
        </p:blipFill>
        <p:spPr>
          <a:xfrm>
            <a:off x="9780270" y="1270"/>
            <a:ext cx="2249805" cy="1062355"/>
          </a:xfrm>
          <a:prstGeom prst="rect">
            <a:avLst/>
          </a:prstGeom>
          <a:noFill/>
          <a:ln>
            <a:noFill/>
          </a:ln>
          <a:effectLst/>
        </p:spPr>
      </p:pic>
    </p:spTree>
  </p:cSld>
  <p:clrMapOvr>
    <a:masterClrMapping/>
  </p:clrMapOvr>
  <p:timing>
    <p:tnLst>
      <p:par>
        <p:cTn id="1" dur="indefinite" restart="never" nodeType="tmRoot"/>
      </p:par>
    </p:tnLst>
  </p:timing>
</p:sld>
</file>

<file path=ppt/slides/slide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showMasterPhAnim="0">
  <p:cSld>
    <p:spTree>
      <p:nvGrpSpPr>
        <p:cNvPr id="1" name=""/>
        <p:cNvGrpSpPr/>
        <p:nvPr/>
      </p:nvGrpSpPr>
      <p:grpSpPr>
        <a:xfrm>
          <a:off x="0" y="0"/>
          <a:ext cx="0" cy="0"/>
          <a:chOff x="0" y="0"/>
          <a:chExt cx="0" cy="0"/>
        </a:xfrm>
      </p:grpSpPr>
      <p:sp>
        <p:nvSpPr>
          <p:cNvPr id="2" name="Google Shape;99;p14"/>
          <p:cNvSpPr>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EAAAAAAAAAAHD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QAAAAAAAAAHAAAAAAAAAAEAAACAgIAAQgAAAAAAAAAkAAAAZAAAAGQAAAAAAAAAy8vLAEIAAAAAAAAAJ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HDAAP///wEAAAAAAAAAAAAAAAAAAAAAAAAAAAAAAAAAAAAAAAAAAAAAAAJ/f38AgICAAMvLywDAwP8Af39/AAAAAAAAAAAAAAAAAAAAAAAAAAAAIQAAABgAAAAUAAAAAAAAABcnAAAASwAAMCoAABAAAAAmAAAACAAAAP//////////"/>
              </a:ext>
            </a:extLst>
          </p:cNvSpPr>
          <p:nvPr/>
        </p:nvSpPr>
        <p:spPr>
          <a:xfrm>
            <a:off x="0" y="6354445"/>
            <a:ext cx="12192000" cy="503555"/>
          </a:xfrm>
          <a:prstGeom prst="rect">
            <a:avLst/>
          </a:prstGeom>
          <a:solidFill>
            <a:srgbClr val="0070C0"/>
          </a:solidFill>
          <a:ln>
            <a:noFill/>
          </a:ln>
          <a:effectLst>
            <a:outerShdw blurRad="12700" dist="22860" dir="5400000">
              <a:srgbClr val="808080">
                <a:alpha val="34000"/>
              </a:srgbClr>
            </a:outerShdw>
          </a:effectLst>
        </p:spPr>
        <p:txBody>
          <a:bodyPr vert="horz" wrap="square" lIns="91440" tIns="45720" rIns="91440" bIns="45720" numCol="1" spcCol="215900" anchor="ctr"/>
          <a:lstStyle/>
          <a:p>
            <a:pPr marL="0" marR="0" indent="0" algn="ctr">
              <a:spcBef>
                <a:spcPts val="0"/>
              </a:spcBef>
              <a:spcAft>
                <a:spcPts val="0"/>
              </a:spcAft>
              <a:buNone/>
            </a:pPr>
            <a:endParaRPr sz="1800" cap="none">
              <a:solidFill>
                <a:srgbClr val="953734"/>
              </a:solidFill>
              <a:latin typeface="Calibri" pitchFamily="2" charset="0"/>
              <a:ea typeface="Calibri" pitchFamily="2" charset="0"/>
              <a:cs typeface="Calibri" pitchFamily="2" charset="0"/>
            </a:endParaRPr>
          </a:p>
        </p:txBody>
      </p:sp>
      <p:sp>
        <p:nvSpPr>
          <p:cNvPr id="3" name="Google Shape;100;p14"/>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IAEAAAAAAACgRAAACAcAABAAAAAmAAAACAAAAD0wAAD/HwAA"/>
              </a:ext>
            </a:extLst>
          </p:cNvSpPr>
          <p:nvPr>
            <p:ph type="title"/>
          </p:nvPr>
        </p:nvSpPr>
        <p:spPr>
          <a:xfrm>
            <a:off x="182880" y="0"/>
            <a:ext cx="10972800" cy="1143000"/>
          </a:xfrm>
          <a:noFill/>
          <a:ln>
            <a:noFill/>
          </a:ln>
        </p:spPr>
        <p:txBody>
          <a:bodyPr vert="horz" wrap="square" lIns="91440" tIns="45720" rIns="91440" bIns="45720" numCol="1" spcCol="215900" anchor="ctr">
            <a:prstTxWarp prst="textNoShape">
              <a:avLst/>
            </a:prstTxWarp>
          </a:bodyPr>
          <a:lstStyle/>
          <a:p>
            <a:pPr marL="0" indent="0" algn="ctr">
              <a:spcBef>
                <a:spcPts val="0"/>
              </a:spcBef>
              <a:spcAft>
                <a:spcPts val="0"/>
              </a:spcAft>
              <a:buNone/>
            </a:pPr>
            <a:r>
              <a:rPr lang="en-us" sz="3200" b="1" cap="none">
                <a:latin typeface="Arial" pitchFamily="2" charset="0"/>
                <a:ea typeface="Times New Roman" pitchFamily="1" charset="0"/>
                <a:cs typeface="Times New Roman" pitchFamily="1" charset="0"/>
              </a:rPr>
              <a:t>SAKSHIASTRA</a:t>
            </a:r>
          </a:p>
        </p:txBody>
      </p:sp>
      <p:sp>
        <p:nvSpPr>
          <p:cNvPr id="4" name="Google Shape;101;p14"/>
          <p:cNvSpPr>
            <a:extLst>
              <a:ext uri="smNativeData">
                <pr:smNativeData xmlns:pr="smNativeData" xmlns="smNativeData" val="SMDATA_15_VL+6ah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AAAAAOIHAAAASwAAxwkAABAgAAAmAAAACAAAAP//////////"/>
              </a:ext>
            </a:extLst>
          </p:cNvSpPr>
          <p:nvPr/>
        </p:nvSpPr>
        <p:spPr>
          <a:xfrm>
            <a:off x="0" y="1281430"/>
            <a:ext cx="12192000" cy="307975"/>
          </a:xfrm>
          <a:prstGeom prst="rect">
            <a:avLst/>
          </a:prstGeom>
          <a:noFill/>
          <a:ln>
            <a:noFill/>
          </a:ln>
          <a:effectLst/>
        </p:spPr>
        <p:txBody>
          <a:bodyPr vert="horz" wrap="square" lIns="91440" tIns="45720" rIns="91440" bIns="45720" numCol="1" spcCol="215900" anchor="t"/>
          <a:lstStyle/>
          <a:p>
            <a:pPr marL="457200" marR="0" indent="0" algn="just">
              <a:spcBef>
                <a:spcPts val="0"/>
              </a:spcBef>
              <a:spcAft>
                <a:spcPts val="0"/>
              </a:spcAft>
              <a:buNone/>
            </a:pPr>
          </a:p>
        </p:txBody>
      </p:sp>
      <p:sp>
        <p:nvSpPr>
          <p:cNvPr id="5" name="Google Shape;102;p14"/>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DUAABonAABARwAAWSkAABAAAAAmAAAACAAAADwwAAD/HwAA"/>
              </a:ext>
            </a:extLst>
          </p:cNvSpPr>
          <p:nvPr>
            <p:ph type="sldNum" idx="12"/>
          </p:nvPr>
        </p:nvSpPr>
        <p:spPr>
          <a:noFill/>
          <a:ln>
            <a:noFill/>
          </a:ln>
        </p:spPr>
        <p:txBody>
          <a:bodyPr vert="horz" wrap="square" lIns="91440" tIns="45720" rIns="91440" bIns="45720" numCol="1" spcCol="215900" anchor="ctr">
            <a:prstTxWarp prst="textNoShape">
              <a:avLst/>
            </a:prstTxWarp>
          </a:bodyPr>
          <a:lstStyle/>
          <a:p>
            <a:pPr marL="0" indent="0" algn="r">
              <a:spcBef>
                <a:spcPts val="0"/>
              </a:spcBef>
              <a:spcAft>
                <a:spcPts val="0"/>
              </a:spcAft>
              <a:buNone/>
            </a:pPr>
            <a:fld id="{3C258521-6FD1-7073-9F9D-9926CBD369CC}" type="slidenum">
              <a:rPr lang="en-us" b="1" cap="none">
                <a:solidFill>
                  <a:srgbClr val="FFFFFF"/>
                </a:solidFill>
              </a:rPr>
              <a:t>2</a:t>
            </a:fld>
            <a:endParaRPr b="1" cap="none">
              <a:solidFill>
                <a:srgbClr val="FFFFFF"/>
              </a:solidFill>
            </a:endParaRPr>
          </a:p>
        </p:txBody>
      </p:sp>
      <p:sp>
        <p:nvSpPr>
          <p:cNvPr id="6" name="Google Shape;103;p14"/>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ICAg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mBwAABonAABOMAAAWSkAABAAAAAmAAAACAAAAD0wAAD/HwAA"/>
              </a:ext>
            </a:extLst>
          </p:cNvSpPr>
          <p:nvPr>
            <p:ph type="ftr" idx="11"/>
          </p:nvPr>
        </p:nvSpPr>
        <p:spPr>
          <a:xfrm>
            <a:off x="4648200" y="6356350"/>
            <a:ext cx="3204210" cy="365125"/>
          </a:xfrm>
          <a:noFill/>
          <a:ln>
            <a:noFill/>
          </a:ln>
        </p:spPr>
        <p:txBody>
          <a:bodyPr vert="horz" wrap="square" lIns="91440" tIns="45720" rIns="91440" bIns="45720" numCol="1" spcCol="215900" anchor="ctr">
            <a:prstTxWarp prst="textNoShape">
              <a:avLst/>
            </a:prstTxWarp>
          </a:bodyPr>
          <a:lstStyle/>
          <a:p>
            <a:pPr marL="0" indent="0" algn="ctr">
              <a:spcBef>
                <a:spcPts val="0"/>
              </a:spcBef>
              <a:spcAft>
                <a:spcPts val="0"/>
              </a:spcAft>
              <a:buNone/>
            </a:pPr>
            <a:r>
              <a:rPr lang="en-us" cap="none">
                <a:solidFill>
                  <a:srgbClr val="FFFFFF"/>
                </a:solidFill>
              </a:rPr>
              <a:t>@SIH Idea submission- Template</a:t>
            </a:r>
            <a:endParaRPr cap="none">
              <a:solidFill>
                <a:srgbClr val="FFFFFF"/>
              </a:solidFill>
            </a:endParaRPr>
          </a:p>
        </p:txBody>
      </p:sp>
      <p:sp>
        <p:nvSpPr>
          <p:cNvPr id="7" name="Google Shape;104;p14" descr="Your startup LOGO"/>
          <p:cNvSpPr>
            <a:extLst>
              <a:ext uri="smNativeData">
                <pr:smNativeData xmlns:pr="smNativeData" xmlns="smNativeData" val="SMDATA_15_VL+6ahMAAAAlAAAAZgAAAA0AAAAAkAAAAEgAAACQAAAASAAAAAAAAAABAAAAAAAAAAEAAABQAAAAAAAAAAAA8D8AAAAAAADwPwAAAAAAAOA/AAAAAAAA4D8AAAAAAADgPwAAAAAAAOA/AAAAAAAA4D8AAAAAAADgPwAAAAAAAOA/AAAAAAAA4D8CAAAAjAAAAAEAAAAAAAAA////AP///wgAAAAAAAAAAAAAAAAAAAAAAAAAAAAAAAAAAAAAeAAAAAEAAABAAAAAAAAAAAAAAABaAAAAAAAAAAAAAAAAAAAAAAAAAAAAAAAAAAAAAAAAAAAAAAAAAAAAAAAAAAAAAAAAAAAAAAAAAAAAAAAAAAAAAAAAAAAAAAAAAAAAFAAAADwAAAABAAAAAAAAAIBkogAoAAAAAQAAACMAAAAjAAAAIwAAAB4AAAAAAAAASwAAAEsAAAAA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IBkogB/f38AH0l9A8zMzADAwP8Af39/AAAAAAAAAAAAAAAAAAAAAAAAAAAAIQAAABgAAAAUAAAABwIAAI0BAAC7CQAAhQYAABAAAAAmAAAACAAAAP//////////"/>
              </a:ext>
            </a:extLst>
          </p:cNvSpPr>
          <p:nvPr/>
        </p:nvSpPr>
        <p:spPr>
          <a:xfrm>
            <a:off x="329565" y="252095"/>
            <a:ext cx="1252220" cy="807720"/>
          </a:xfrm>
          <a:prstGeom prst="ellipse">
            <a:avLst/>
          </a:prstGeom>
          <a:solidFill>
            <a:srgbClr val="FFFFFF"/>
          </a:solidFill>
          <a:ln w="25400" cap="flat" cmpd="sng" algn="ctr">
            <a:solidFill>
              <a:srgbClr val="8064A2"/>
            </a:solidFill>
            <a:prstDash val="solid"/>
            <a:headEnd type="none"/>
            <a:tailEnd type="none"/>
          </a:ln>
          <a:effectLst/>
        </p:spPr>
        <p:txBody>
          <a:bodyPr vert="horz" wrap="square" lIns="91440" tIns="45720" rIns="91440" bIns="45720" numCol="1" spcCol="215900" anchor="ctr"/>
          <a:lstStyle/>
          <a:p>
            <a:pPr marL="0" marR="0" indent="0" algn="ctr">
              <a:spcBef>
                <a:spcPts val="0"/>
              </a:spcBef>
              <a:spcAft>
                <a:spcPts val="0"/>
              </a:spcAft>
              <a:buNone/>
            </a:pPr>
            <a:r>
              <a:rPr lang="en-us" sz="1500" b="1" cap="none">
                <a:latin typeface="Calibri" pitchFamily="2" charset="0"/>
                <a:ea typeface="Calibri" pitchFamily="2" charset="0"/>
                <a:cs typeface="Calibri" pitchFamily="2" charset="0"/>
              </a:rPr>
              <a:t>6@RootRevival</a:t>
            </a:r>
            <a:endParaRPr sz="1500" b="1" cap="none">
              <a:latin typeface="Calibri" pitchFamily="2" charset="0"/>
              <a:ea typeface="Calibri" pitchFamily="2" charset="0"/>
              <a:cs typeface="Calibri" pitchFamily="2" charset="0"/>
            </a:endParaRPr>
          </a:p>
        </p:txBody>
      </p:sp>
      <p:pic>
        <p:nvPicPr>
          <p:cNvPr id="8" name="Google Shape;105;p14"/>
          <p:cNvPicPr>
            <a:extLst>
              <a:ext uri="smNativeData">
                <pr:smNativeData xmlns:pr="smNativeData" xmlns="smNativeData" val="SMDATA_17_VL+6ah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AcAAAA4AAAAAAAAAAAAAAAAAAAA////AAAAAAAAAAAAAAAAAAAAAAAAAAAAAAAAAAAAAABkAAAAZAAAAAAAAAAjAAAABAAAAGQAAAAXAAAAFAAAAAAAAAAAAAAA/38AAP9/AAAAAAAACQAAAAQAAAACAgIC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B9JfQPMzMwAwMD/AH9/fwAAAAAAAAAAAAAAAAD///8AAAAAACEAAAAYAAAAFAAAACo8AAACAAAAAUoAAIsGAAAQAAAAJgAAAAgAAAD//////////w=="/>
              </a:ext>
            </a:extLst>
          </p:cNvPicPr>
          <p:nvPr/>
        </p:nvPicPr>
        <p:blipFill>
          <a:blip r:embed="rId3"/>
          <a:stretch>
            <a:fillRect/>
          </a:stretch>
        </p:blipFill>
        <p:spPr>
          <a:xfrm>
            <a:off x="9780270" y="1270"/>
            <a:ext cx="2249805" cy="1062355"/>
          </a:xfrm>
          <a:prstGeom prst="rect">
            <a:avLst/>
          </a:prstGeom>
          <a:noFill/>
          <a:ln>
            <a:noFill/>
          </a:ln>
          <a:effectLst/>
        </p:spPr>
      </p:pic>
      <p:sp>
        <p:nvSpPr>
          <p:cNvPr id="9" name="Rectangle1"/>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FMHAACLRwAAMwkAABAAAAAmAAAACAAAAP//////////"/>
              </a:ext>
            </a:extLst>
          </p:cNvSpPr>
          <p:nvPr/>
        </p:nvSpPr>
        <p:spPr>
          <a:xfrm>
            <a:off x="533400" y="1190625"/>
            <a:ext cx="11096625" cy="304800"/>
          </a:xfrm>
          <a:prstGeom prst="rect">
            <a:avLst/>
          </a:prstGeom>
          <a:noFill/>
          <a:ln>
            <a:noFill/>
          </a:ln>
          <a:effectLst/>
        </p:spPr>
        <p:txBody>
          <a:bodyPr vert="horz" wrap="square" lIns="0" tIns="0" rIns="0" bIns="0" numCol="1" spcCol="215900" anchor="t"/>
          <a:lstStyle/>
          <a:p>
            <a:pPr>
              <a:defRPr sz="1800" b="1" cap="none">
                <a:solidFill>
                  <a:srgbClr val="173754"/>
                </a:solidFill>
              </a:defRPr>
            </a:pPr>
            <a:r>
              <a:t>Proposed Solution (Describe your Idea/Solution/Prototype)</a:t>
            </a:r>
          </a:p>
        </p:txBody>
      </p:sp>
      <p:sp>
        <p:nvSpPr>
          <p:cNvPr id="10" name="Rectangle2"/>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FAKAACRIwAA9AsAABAAAAAmAAAACAAAAP//////////"/>
              </a:ext>
            </a:extLst>
          </p:cNvSpPr>
          <p:nvPr/>
        </p:nvSpPr>
        <p:spPr>
          <a:xfrm>
            <a:off x="533400" y="1676400"/>
            <a:ext cx="5248275" cy="266700"/>
          </a:xfrm>
          <a:prstGeom prst="rect">
            <a:avLst/>
          </a:prstGeom>
          <a:noFill/>
          <a:ln>
            <a:noFill/>
          </a:ln>
          <a:effectLst/>
        </p:spPr>
        <p:txBody>
          <a:bodyPr vert="horz" wrap="square" lIns="0" tIns="0" rIns="0" bIns="0" numCol="1" spcCol="215900" anchor="t"/>
          <a:lstStyle/>
          <a:p>
            <a:pPr>
              <a:defRPr sz="1600" b="1" cap="none">
                <a:solidFill>
                  <a:srgbClr val="173754"/>
                </a:solidFill>
              </a:defRPr>
            </a:pPr>
            <a:r>
              <a:t>Detailed explanation of the proposed solution</a:t>
            </a:r>
          </a:p>
        </p:txBody>
      </p:sp>
      <p:sp>
        <p:nvSpPr>
          <p:cNvPr id="11" name="Line1"/>
          <p:cNvSpPr>
            <a:extLst>
              <a:ext uri="smNativeData">
                <pr:smNativeData xmlns:pr="smNativeData" xmlns="smNativeData" val="SMDATA_15_VL+6ahMAAAAlAAAACg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d5gAU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AF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d5gB/f38AH0l9A8zMzADAwP8Af39/AAAAAAAAAAAAAAAAAAAAAAAAAAAAIQAAABgAAAAUAAAASAMAAD8MAACRIwAAPwwAABAAAAAmAAAACAAAAP//////////"/>
              </a:ext>
            </a:extLst>
          </p:cNvSpPr>
          <p:nvPr/>
        </p:nvSpPr>
        <p:spPr>
          <a:xfrm>
            <a:off x="533400" y="1990725"/>
            <a:ext cx="5248275" cy="0"/>
          </a:xfrm>
          <a:prstGeom prst="line">
            <a:avLst/>
          </a:prstGeom>
          <a:noFill/>
          <a:ln w="12700" cap="flat" cmpd="sng" algn="ctr">
            <a:solidFill>
              <a:srgbClr val="CFDDE6"/>
            </a:solidFill>
            <a:prstDash val="solid"/>
            <a:headEnd type="none"/>
            <a:tailEnd type="none"/>
          </a:ln>
          <a:effectLst/>
        </p:spPr>
      </p:sp>
      <p:sp>
        <p:nvSpPr>
          <p:cNvPr id="12" name="Rectangle3"/>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U9Y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PMMAACCIwAAGxIAABAAAAAmAAAACAAAAP//////////"/>
              </a:ext>
            </a:extLst>
          </p:cNvSpPr>
          <p:nvPr/>
        </p:nvSpPr>
        <p:spPr>
          <a:xfrm>
            <a:off x="533400" y="2105025"/>
            <a:ext cx="5238750" cy="838200"/>
          </a:xfrm>
          <a:prstGeom prst="rect">
            <a:avLst/>
          </a:prstGeom>
          <a:noFill/>
          <a:ln>
            <a:noFill/>
          </a:ln>
          <a:effectLst/>
        </p:spPr>
        <p:txBody>
          <a:bodyPr vert="horz" wrap="square" lIns="0" tIns="0" rIns="0" bIns="0" numCol="1" spcCol="215900" anchor="t"/>
          <a:lstStyle/>
          <a:p>
            <a:pPr>
              <a:defRPr sz="1500" cap="none">
                <a:solidFill>
                  <a:srgbClr val="172B3A"/>
                </a:solidFill>
              </a:defRPr>
            </a:pPr>
            <a:r>
              <a:t>Problem: darknet vendors rebrand, hop markets and copy each other’s handles and PGP keys, so look-alike matching can blame the wrong person.</a:t>
            </a:r>
          </a:p>
        </p:txBody>
      </p:sp>
      <p:sp>
        <p:nvSpPr>
          <p:cNvPr id="13" name="Rectangle4"/>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EseAACRIwAA7x8AABAAAAAmAAAACAAAAP//////////"/>
              </a:ext>
            </a:extLst>
          </p:cNvSpPr>
          <p:nvPr/>
        </p:nvSpPr>
        <p:spPr>
          <a:xfrm>
            <a:off x="533400" y="4924425"/>
            <a:ext cx="5248275" cy="266700"/>
          </a:xfrm>
          <a:prstGeom prst="rect">
            <a:avLst/>
          </a:prstGeom>
          <a:noFill/>
          <a:ln>
            <a:noFill/>
          </a:ln>
          <a:effectLst/>
        </p:spPr>
        <p:txBody>
          <a:bodyPr vert="horz" wrap="square" lIns="0" tIns="0" rIns="0" bIns="0" numCol="1" spcCol="215900" anchor="t"/>
          <a:lstStyle/>
          <a:p>
            <a:pPr>
              <a:defRPr sz="1600" b="1" cap="none">
                <a:solidFill>
                  <a:srgbClr val="173754"/>
                </a:solidFill>
              </a:defRPr>
            </a:pPr>
            <a:r>
              <a:t>How it addresses the problem</a:t>
            </a:r>
          </a:p>
        </p:txBody>
      </p:sp>
      <p:sp>
        <p:nvSpPr>
          <p:cNvPr id="14" name="Rectangle5"/>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gS1z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HYgAACCIwAAvSQAABAAAAAmAAAACAAAAP//////////"/>
              </a:ext>
            </a:extLst>
          </p:cNvSpPr>
          <p:nvPr/>
        </p:nvSpPr>
        <p:spPr>
          <a:xfrm>
            <a:off x="533400" y="5276850"/>
            <a:ext cx="5238750" cy="695325"/>
          </a:xfrm>
          <a:prstGeom prst="rect">
            <a:avLst/>
          </a:prstGeom>
          <a:noFill/>
          <a:ln>
            <a:noFill/>
          </a:ln>
          <a:effectLst/>
        </p:spPr>
        <p:txBody>
          <a:bodyPr vert="horz" wrap="square" lIns="0" tIns="0" rIns="0" bIns="0" numCol="1" spcCol="215900" anchor="t"/>
          <a:lstStyle/>
          <a:p>
            <a:pPr>
              <a:defRPr sz="1450" cap="none">
                <a:solidFill>
                  <a:srgbClr val="172B3A"/>
                </a:solidFill>
              </a:defRPr>
            </a:pPr>
            <a:r>
              <a:t>Follows actors across rebrands and markets, traces the crypto wallets they reuse, and gives analysts a timeline plus a hash-chained, tamper-evident dossier (STIX / PDF).</a:t>
            </a:r>
          </a:p>
        </p:txBody>
      </p:sp>
      <p:sp>
        <p:nvSpPr>
          <p:cNvPr id="15" name="Line2"/>
          <p:cNvSpPr>
            <a:extLst>
              <a:ext uri="smNativeData">
                <pr:smNativeData xmlns:pr="smNativeData" xmlns="smNativeData" val="SMDATA_15_VL+6ahMAAAAlAAAACg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d5gAU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Y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d5gB/f38AH0l9A8zMzADAwP8Af39/AAAAAAAAAAAAAAAAAAAAAAAAAAAAIQAAABgAAAAUAAAARCUAAF8KAABEJQAARSQAABAAAAAmAAAACAAAAP//////////"/>
              </a:ext>
            </a:extLst>
          </p:cNvSpPr>
          <p:nvPr/>
        </p:nvSpPr>
        <p:spPr>
          <a:xfrm>
            <a:off x="6057900" y="1685925"/>
            <a:ext cx="0" cy="4210050"/>
          </a:xfrm>
          <a:prstGeom prst="line">
            <a:avLst/>
          </a:prstGeom>
          <a:noFill/>
          <a:ln w="12700" cap="flat" cmpd="sng" algn="ctr">
            <a:solidFill>
              <a:srgbClr val="CFDDE6"/>
            </a:solidFill>
            <a:prstDash val="solid"/>
            <a:headEnd type="none"/>
            <a:tailEnd type="none"/>
          </a:ln>
          <a:effectLst/>
        </p:spPr>
      </p:sp>
      <p:sp>
        <p:nvSpPr>
          <p:cNvPr id="16" name="Rectangle6"/>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CYAAFAKAADWRwAAIQwAABAAAAAmAAAACAAAAP//////////"/>
              </a:ext>
            </a:extLst>
          </p:cNvSpPr>
          <p:nvPr/>
        </p:nvSpPr>
        <p:spPr>
          <a:xfrm>
            <a:off x="6286500" y="1676400"/>
            <a:ext cx="5391150" cy="295275"/>
          </a:xfrm>
          <a:prstGeom prst="rect">
            <a:avLst/>
          </a:prstGeom>
          <a:noFill/>
          <a:ln>
            <a:noFill/>
          </a:ln>
          <a:effectLst/>
        </p:spPr>
        <p:txBody>
          <a:bodyPr vert="horz" wrap="square" lIns="0" tIns="0" rIns="0" bIns="0" numCol="1" spcCol="215900" anchor="t"/>
          <a:lstStyle/>
          <a:p>
            <a:pPr>
              <a:defRPr sz="1750" b="1" cap="none">
                <a:solidFill>
                  <a:srgbClr val="0073B9"/>
                </a:solidFill>
              </a:defRPr>
            </a:pPr>
            <a:r>
              <a:t>Innovation and uniqueness of the solution</a:t>
            </a:r>
          </a:p>
        </p:txBody>
      </p:sp>
      <p:sp>
        <p:nvSpPr>
          <p:cNvPr id="17" name="Rectangle7"/>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CYAAKgMAACaRwAAhw8AABAAAAAmAAAACAAAAP//////////"/>
              </a:ext>
            </a:extLst>
          </p:cNvSpPr>
          <p:nvPr/>
        </p:nvSpPr>
        <p:spPr>
          <a:xfrm>
            <a:off x="6286500" y="2057400"/>
            <a:ext cx="5353050" cy="466725"/>
          </a:xfrm>
          <a:prstGeom prst="rect">
            <a:avLst/>
          </a:prstGeom>
          <a:noFill/>
          <a:ln>
            <a:noFill/>
          </a:ln>
          <a:effectLst/>
        </p:spPr>
        <p:txBody>
          <a:bodyPr vert="horz" wrap="square" lIns="0" tIns="0" rIns="0" bIns="0" numCol="1" spcCol="215900" anchor="t"/>
          <a:lstStyle/>
          <a:p>
            <a:pPr>
              <a:defRPr sz="1500" b="1" cap="none">
                <a:solidFill>
                  <a:srgbClr val="173754"/>
                </a:solidFill>
              </a:defRPr>
            </a:pPr>
            <a:r>
              <a:t>ML only suggests links. A separate verification layer decides what each link actually proves.</a:t>
            </a:r>
          </a:p>
        </p:txBody>
      </p:sp>
      <p:sp>
        <p:nvSpPr>
          <p:cNvPr id="18" name="Rectangle8"/>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xJbn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CYAAP8PAAB8RwAAhREAABAAAAAmAAAACAAAAP//////////"/>
              </a:ext>
            </a:extLst>
          </p:cNvSpPr>
          <p:nvPr/>
        </p:nvSpPr>
        <p:spPr>
          <a:xfrm>
            <a:off x="6286500" y="2600325"/>
            <a:ext cx="5334000" cy="247650"/>
          </a:xfrm>
          <a:prstGeom prst="rect">
            <a:avLst/>
          </a:prstGeom>
          <a:noFill/>
          <a:ln>
            <a:noFill/>
          </a:ln>
          <a:effectLst/>
        </p:spPr>
        <p:txBody>
          <a:bodyPr vert="horz" wrap="square" lIns="0" tIns="0" rIns="0" bIns="0" numCol="1" spcCol="215900" anchor="t"/>
          <a:lstStyle/>
          <a:p>
            <a:pPr>
              <a:defRPr sz="1600" b="1" cap="none">
                <a:solidFill>
                  <a:srgbClr val="173754"/>
                </a:solidFill>
              </a:defRPr>
            </a:pPr>
            <a:r>
              <a:t>01  Claim-by-claim attribution</a:t>
            </a:r>
          </a:p>
        </p:txBody>
      </p:sp>
      <p:sp>
        <p:nvSpPr>
          <p:cNvPr id="19" name="Rectangle9"/>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AwNi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CYAAJQRAAB8RwAAKBQAABAAAAAmAAAACAAAAP//////////"/>
              </a:ext>
            </a:extLst>
          </p:cNvSpPr>
          <p:nvPr/>
        </p:nvSpPr>
        <p:spPr>
          <a:xfrm>
            <a:off x="6286500" y="2857500"/>
            <a:ext cx="5334000" cy="419100"/>
          </a:xfrm>
          <a:prstGeom prst="rect">
            <a:avLst/>
          </a:prstGeom>
          <a:noFill/>
          <a:ln>
            <a:noFill/>
          </a:ln>
          <a:effectLst/>
        </p:spPr>
        <p:txBody>
          <a:bodyPr vert="horz" wrap="square" lIns="0" tIns="0" rIns="0" bIns="0" numCol="1" spcCol="215900" anchor="t"/>
          <a:lstStyle/>
          <a:p>
            <a:pPr>
              <a:defRPr cap="none">
                <a:solidFill>
                  <a:srgbClr val="172B3A"/>
                </a:solidFill>
              </a:defRPr>
            </a:pPr>
            <a:r>
              <a:t>Key, wallet, persona, server and operator are proven separately, so we can say “key genuine, operator changed.”</a:t>
            </a:r>
          </a:p>
        </p:txBody>
      </p:sp>
      <p:sp>
        <p:nvSpPr>
          <p:cNvPr id="20" name="Rectangle10"/>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0iMC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CYAACgUAAB8RwAArhUAABAAAAAmAAAACAAAAP//////////"/>
              </a:ext>
            </a:extLst>
          </p:cNvSpPr>
          <p:nvPr/>
        </p:nvSpPr>
        <p:spPr>
          <a:xfrm>
            <a:off x="6286500" y="3276600"/>
            <a:ext cx="5334000" cy="247650"/>
          </a:xfrm>
          <a:prstGeom prst="rect">
            <a:avLst/>
          </a:prstGeom>
          <a:noFill/>
          <a:ln>
            <a:noFill/>
          </a:ln>
          <a:effectLst/>
        </p:spPr>
        <p:txBody>
          <a:bodyPr vert="horz" wrap="square" lIns="0" tIns="0" rIns="0" bIns="0" numCol="1" spcCol="215900" anchor="t"/>
          <a:lstStyle/>
          <a:p>
            <a:pPr>
              <a:defRPr sz="1600" b="1" cap="none">
                <a:solidFill>
                  <a:srgbClr val="173754"/>
                </a:solidFill>
              </a:defRPr>
            </a:pPr>
            <a:r>
              <a:t>02  Forgery-aware scoring</a:t>
            </a:r>
          </a:p>
        </p:txBody>
      </p:sp>
      <p:sp>
        <p:nvSpPr>
          <p:cNvPr id="21" name="Rectangle11"/>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I+PG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CYAAL0VAAB8RwAAURgAABAAAAAmAAAACAAAAP//////////"/>
              </a:ext>
            </a:extLst>
          </p:cNvSpPr>
          <p:nvPr/>
        </p:nvSpPr>
        <p:spPr>
          <a:xfrm>
            <a:off x="6286500" y="3533775"/>
            <a:ext cx="5334000" cy="419100"/>
          </a:xfrm>
          <a:prstGeom prst="rect">
            <a:avLst/>
          </a:prstGeom>
          <a:noFill/>
          <a:ln>
            <a:noFill/>
          </a:ln>
          <a:effectLst/>
        </p:spPr>
        <p:txBody>
          <a:bodyPr vert="horz" wrap="square" lIns="0" tIns="0" rIns="0" bIns="0" numCol="1" spcCol="215900" anchor="t"/>
          <a:lstStyle/>
          <a:p>
            <a:pPr>
              <a:defRPr cap="none">
                <a:solidFill>
                  <a:srgbClr val="172B3A"/>
                </a:solidFill>
              </a:defRPr>
            </a:pPr>
            <a:r>
              <a:t>Evidence counts by how hard it is to fake. A copied handle or pasted key can never prove identity alone.</a:t>
            </a:r>
          </a:p>
        </p:txBody>
      </p:sp>
      <p:sp>
        <p:nvSpPr>
          <p:cNvPr id="22" name="Rectangle12"/>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8+PG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CYAAFEYAAB8RwAA1xkAABAAAAAmAAAACAAAAP//////////"/>
              </a:ext>
            </a:extLst>
          </p:cNvSpPr>
          <p:nvPr/>
        </p:nvSpPr>
        <p:spPr>
          <a:xfrm>
            <a:off x="6286500" y="3952875"/>
            <a:ext cx="5334000" cy="247650"/>
          </a:xfrm>
          <a:prstGeom prst="rect">
            <a:avLst/>
          </a:prstGeom>
          <a:noFill/>
          <a:ln>
            <a:noFill/>
          </a:ln>
          <a:effectLst/>
        </p:spPr>
        <p:txBody>
          <a:bodyPr vert="horz" wrap="square" lIns="0" tIns="0" rIns="0" bIns="0" numCol="1" spcCol="215900" anchor="t"/>
          <a:lstStyle/>
          <a:p>
            <a:pPr>
              <a:defRPr sz="1600" b="1" cap="none">
                <a:solidFill>
                  <a:srgbClr val="173754"/>
                </a:solidFill>
              </a:defRPr>
            </a:pPr>
            <a:r>
              <a:t>03  No double-counting</a:t>
            </a:r>
          </a:p>
        </p:txBody>
      </p:sp>
      <p:sp>
        <p:nvSpPr>
          <p:cNvPr id="23" name="Rectangle13"/>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Q2NT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CYAAOYZAAB8RwAAehwAABAAAAAmAAAACAAAAP//////////"/>
              </a:ext>
            </a:extLst>
          </p:cNvSpPr>
          <p:nvPr/>
        </p:nvSpPr>
        <p:spPr>
          <a:xfrm>
            <a:off x="6286500" y="4210050"/>
            <a:ext cx="5334000" cy="419100"/>
          </a:xfrm>
          <a:prstGeom prst="rect">
            <a:avLst/>
          </a:prstGeom>
          <a:noFill/>
          <a:ln>
            <a:noFill/>
          </a:ln>
          <a:effectLst/>
        </p:spPr>
        <p:txBody>
          <a:bodyPr vert="horz" wrap="square" lIns="0" tIns="0" rIns="0" bIns="0" numCol="1" spcCol="215900" anchor="t"/>
          <a:lstStyle/>
          <a:p>
            <a:pPr>
              <a:defRPr cap="none">
                <a:solidFill>
                  <a:srgbClr val="172B3A"/>
                </a:solidFill>
              </a:defRPr>
            </a:pPr>
            <a:r>
              <a:t>A handle, key and listing copied from one source count once, not as three confirmations.</a:t>
            </a:r>
          </a:p>
        </p:txBody>
      </p:sp>
      <p:sp>
        <p:nvSpPr>
          <p:cNvPr id="24" name="Rectangle14"/>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IwIi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CYAAHocAAB8RwAAAB4AABAAAAAmAAAACAAAAP//////////"/>
              </a:ext>
            </a:extLst>
          </p:cNvSpPr>
          <p:nvPr/>
        </p:nvSpPr>
        <p:spPr>
          <a:xfrm>
            <a:off x="6286500" y="4629150"/>
            <a:ext cx="5334000" cy="247650"/>
          </a:xfrm>
          <a:prstGeom prst="rect">
            <a:avLst/>
          </a:prstGeom>
          <a:noFill/>
          <a:ln>
            <a:noFill/>
          </a:ln>
          <a:effectLst/>
        </p:spPr>
        <p:txBody>
          <a:bodyPr vert="horz" wrap="square" lIns="0" tIns="0" rIns="0" bIns="0" numCol="1" spcCol="215900" anchor="t"/>
          <a:lstStyle/>
          <a:p>
            <a:pPr>
              <a:defRPr sz="1600" b="1" cap="none">
                <a:solidFill>
                  <a:srgbClr val="173754"/>
                </a:solidFill>
              </a:defRPr>
            </a:pPr>
            <a:r>
              <a:t>04  Takeover detection</a:t>
            </a:r>
          </a:p>
        </p:txBody>
      </p:sp>
      <p:sp>
        <p:nvSpPr>
          <p:cNvPr id="25" name="Rectangle15"/>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pzb2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CYAAA8eAAB8RwAAoyAAABAAAAAmAAAACAAAAP//////////"/>
              </a:ext>
            </a:extLst>
          </p:cNvSpPr>
          <p:nvPr/>
        </p:nvSpPr>
        <p:spPr>
          <a:xfrm>
            <a:off x="6286500" y="4886325"/>
            <a:ext cx="5334000" cy="419100"/>
          </a:xfrm>
          <a:prstGeom prst="rect">
            <a:avLst/>
          </a:prstGeom>
          <a:noFill/>
          <a:ln>
            <a:noFill/>
          </a:ln>
          <a:effectLst/>
        </p:spPr>
        <p:txBody>
          <a:bodyPr vert="horz" wrap="square" lIns="0" tIns="0" rIns="0" bIns="0" numCol="1" spcCol="215900" anchor="t"/>
          <a:lstStyle/>
          <a:p>
            <a:pPr>
              <a:defRPr cap="none">
                <a:solidFill>
                  <a:srgbClr val="172B3A"/>
                </a:solidFill>
              </a:defRPr>
            </a:pPr>
            <a:r>
              <a:t>Sudden shifts in writing style, active hours and listing habits flag a possible account sale or takeover.</a:t>
            </a:r>
          </a:p>
        </p:txBody>
      </p:sp>
      <p:sp>
        <p:nvSpPr>
          <p:cNvPr id="26" name="Rectangle16"/>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9saW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CYAAKMgAAB8RwAAKSIAABAAAAAmAAAACAAAAP//////////"/>
              </a:ext>
            </a:extLst>
          </p:cNvSpPr>
          <p:nvPr/>
        </p:nvSpPr>
        <p:spPr>
          <a:xfrm>
            <a:off x="6286500" y="5305425"/>
            <a:ext cx="5334000" cy="247650"/>
          </a:xfrm>
          <a:prstGeom prst="rect">
            <a:avLst/>
          </a:prstGeom>
          <a:noFill/>
          <a:ln>
            <a:noFill/>
          </a:ln>
          <a:effectLst/>
        </p:spPr>
        <p:txBody>
          <a:bodyPr vert="horz" wrap="square" lIns="0" tIns="0" rIns="0" bIns="0" numCol="1" spcCol="215900" anchor="t"/>
          <a:lstStyle/>
          <a:p>
            <a:pPr>
              <a:defRPr sz="1600" b="1" cap="none">
                <a:solidFill>
                  <a:srgbClr val="A96C0A"/>
                </a:solidFill>
              </a:defRPr>
            </a:pPr>
            <a:r>
              <a:t>05  HOLD, don’t guess</a:t>
            </a:r>
          </a:p>
        </p:txBody>
      </p:sp>
      <p:sp>
        <p:nvSpPr>
          <p:cNvPr id="27" name="Rectangle17"/>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pwdC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CYAADgiAAB8RwAAzCQAABAAAAAmAAAACAAAAP//////////"/>
              </a:ext>
            </a:extLst>
          </p:cNvSpPr>
          <p:nvPr/>
        </p:nvSpPr>
        <p:spPr>
          <a:xfrm>
            <a:off x="6286500" y="5562600"/>
            <a:ext cx="5334000" cy="419100"/>
          </a:xfrm>
          <a:prstGeom prst="rect">
            <a:avLst/>
          </a:prstGeom>
          <a:noFill/>
          <a:ln>
            <a:noFill/>
          </a:ln>
          <a:effectLst/>
        </p:spPr>
        <p:txBody>
          <a:bodyPr vert="horz" wrap="square" lIns="0" tIns="0" rIns="0" bIns="0" numCol="1" spcCol="215900" anchor="t"/>
          <a:lstStyle/>
          <a:p>
            <a:pPr>
              <a:defRPr cap="none">
                <a:solidFill>
                  <a:srgbClr val="172B3A"/>
                </a:solidFill>
              </a:defRPr>
            </a:pPr>
            <a:r>
              <a:t>When evidence is thin, the analyst gets a ranked list of exactly what evidence to fetch next.</a:t>
            </a:r>
          </a:p>
        </p:txBody>
      </p:sp>
      <p:sp>
        <p:nvSpPr>
          <p:cNvPr id="28" name="Rectangle18"/>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E4Mj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CYlAAAiRwAAuyYAABAAAAAmAAAACAAAAP//////////"/>
              </a:ext>
            </a:extLst>
          </p:cNvSpPr>
          <p:nvPr/>
        </p:nvSpPr>
        <p:spPr>
          <a:xfrm>
            <a:off x="533400" y="6038850"/>
            <a:ext cx="11029950" cy="257175"/>
          </a:xfrm>
          <a:prstGeom prst="rect">
            <a:avLst/>
          </a:prstGeom>
          <a:noFill/>
          <a:ln>
            <a:noFill/>
          </a:ln>
          <a:effectLst/>
        </p:spPr>
        <p:txBody>
          <a:bodyPr vert="horz" wrap="square" lIns="0" tIns="0" rIns="0" bIns="0" numCol="1" spcCol="215900" anchor="t"/>
          <a:lstStyle/>
          <a:p>
            <a:pPr>
              <a:defRPr sz="1600" b="1" cap="none">
                <a:solidFill>
                  <a:srgbClr val="087F8C"/>
                </a:solidFill>
              </a:defRPr>
            </a:pPr>
            <a:r>
              <a:t>Sakshi (witness) + Astra (weapon): similarity finds suspects, SakshiAstra shows what the evidence proves.</a:t>
            </a:r>
          </a:p>
        </p:txBody>
      </p:sp>
      <p:grpSp>
        <p:nvGrpSpPr>
          <p:cNvPr id="29" name="How SakshiAstra works"/>
          <p:cNvGrpSpPr>
            <a:extLst>
              <a:ext uri="smNativeData">
                <pr:smNativeData xmlns:pr="smNativeData" xmlns="smNativeData" val="SMDATA_6_VL+6ahMAAAAlAAAAAQAAAA8BAAAAkAAAAEgAAACQAAAASAAAAAAAAAAAAAAAAAAAABcAAAAUAAAAAAAAAAAAAAD/fwAA/38AAAAAAAAJAAAABAAAAL8AAAAfAAAAVAAAAAAAAAAAAAAAAAAAAAAAAAAAAAAAAAAAAAAAAAAAAAAAAAAAAAAAAAAAAAAAAAAAAAAAAAAAAAAAAAAAAAAAAAAAAAAAAAAAAAAAAAAAAAAAAAAAACEAAAAYAAAAFAAAAEMDAADYEgAAcCMAAIUcAAAAAAAAJgAAAAgAAAD/////AAAAAA=="/>
              </a:ext>
            </a:extLst>
          </p:cNvGrpSpPr>
          <p:nvPr/>
        </p:nvGrpSpPr>
        <p:grpSpPr>
          <a:xfrm>
            <a:off x="530225" y="3063240"/>
            <a:ext cx="5230495" cy="1572895"/>
            <a:chOff x="530225" y="3063240"/>
            <a:chExt cx="5230495" cy="1572895"/>
          </a:xfrm>
        </p:grpSpPr>
        <p:sp>
          <p:nvSpPr>
            <p:cNvPr id="48" name="Rounded Rectangle 1853436246"/>
            <p:cNvSpPr>
              <a:extLst>
                <a:ext uri="smNativeData">
                  <pr:smNativeData xmlns:pr="smNativeData" xmlns="smNativeData" val="SMDATA_15_VL+6ahMAAAAlAAAAZQAAAA0AAAAAkAAAAEgAAACQAAAASAAAAAAAAAABAAAAAAAAAAEAAABQAAAAexSuR+F6xD8AAAAAAADwvwAAAAAAAOA/AAAAAAAA4D8AAAAAAADgPwAAAAAAAOA/AAAAAAAA4D8AAAAAAADgPwAAAAAAAOA/AAAAAAAA4D8CAAAAjAAAAAEAAAAAAAAA7vX5AKbC/wAAAAAAAAAAAAAAAAAAAAAAAAAAAAAAAAAAAAAAZAAAAAEAAABAAAAAAAAAAJz///9aAAAAAAAAAAAAAAAAAAAAAAAAAAAAAAAAAAAAAAAAAAAAAAAAAAAAAAAAAAAAAAAAAAAAAAAAAAAAAAAAAAAAAAAAAAAAAAAAAAAAFAAAADwAAAABAAAAAAAAAM/d5gA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FmdD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7vX5AKbC/wAAAAAAAAAAAAAAAAAAAAAAAAAAAAAAAAAAAAAAAAAAAM/d5gB/f38AH0l9A8zMzADAwP8Af39/AAAAAAAAAAAAAAAAAAAAAAAAAAAAIQAAABgAAAAUAAAAQwMAANgSAAB2CgAAhRwAAAAAAAAmAAAACAAAAP//////////"/>
                </a:ext>
              </a:extLst>
            </p:cNvSpPr>
            <p:nvPr/>
          </p:nvSpPr>
          <p:spPr>
            <a:xfrm>
              <a:off x="530225" y="3063240"/>
              <a:ext cx="1170305" cy="1572895"/>
            </a:xfrm>
            <a:prstGeom prst="roundRect">
              <a:avLst>
                <a:gd name="adj" fmla="val 8000"/>
              </a:avLst>
            </a:prstGeom>
            <a:solidFill>
              <a:srgbClr val="EEF5F9"/>
            </a:solidFill>
            <a:ln w="12700" cap="flat" cmpd="sng" algn="ctr">
              <a:solidFill>
                <a:srgbClr val="CFDDE6"/>
              </a:solidFill>
              <a:prstDash val="solid"/>
              <a:headEnd type="none"/>
              <a:tailEnd type="none"/>
            </a:ln>
            <a:effectLst/>
          </p:spPr>
          <p:txBody>
            <a:bodyPr vert="horz" wrap="square" lIns="91440" tIns="45720" rIns="91440" bIns="45720" numCol="1" spcCol="215900" anchor="ctr"/>
            <a:lstStyle/>
            <a:p>
              <a:pPr algn="ctr">
                <a:defRPr cap="none">
                  <a:solidFill>
                    <a:srgbClr val="FFFFFF"/>
                  </a:solidFill>
                  <a:latin typeface="Arial" pitchFamily="2" charset="0"/>
                  <a:ea typeface="Arial" pitchFamily="2" charset="0"/>
                  <a:cs typeface="Arial" pitchFamily="2" charset="0"/>
                </a:defRPr>
              </a:pPr>
            </a:p>
          </p:txBody>
        </p:sp>
        <p:sp>
          <p:nvSpPr>
            <p:cNvPr id="47" name="Oval 1853436247"/>
            <p:cNvSpPr>
              <a:extLst>
                <a:ext uri="smNativeData">
                  <pr:smNativeData xmlns:pr="smNativeData" xmlns="smNativeData" val="SMDATA_15_VL+6ahMAAAAlAAAAZgAAAA0AAAAAAAAAAB0AAAAAAAAAHQAAAAAAAAABAAAAAAAAAAEAAABQAAAAAAAAAAAA8D8AAAAAAADwPwAAAAAAAOA/AAAAAAAA4D8AAAAAAADgPwAAAAAAAOA/AAAAAAAA4D8AAAAAAADgPwAAAAAAAOA/AAAAAAAA4D8CAAAAjAAAAAEAAAAAAAAAFzdU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QgeD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FzdUAKbC/wAAAAAAAAAAAAAAAAAAAAAAAAAAAAAAAAAAAAAAAAAAAEl9vAB/f38AH0l9A8zMzADAwP8Af39/AAAAAAAAAAAAAAAAAAAAAAAAAAAAIQAAABgAAAAUAAAArgUAAKITAAALCAAA/hUAAAAAAAAmAAAACAAAAP//////////"/>
                </a:ext>
              </a:extLst>
            </p:cNvSpPr>
            <p:nvPr/>
          </p:nvSpPr>
          <p:spPr>
            <a:xfrm>
              <a:off x="923290" y="3191510"/>
              <a:ext cx="384175" cy="383540"/>
            </a:xfrm>
            <a:prstGeom prst="ellipse">
              <a:avLst/>
            </a:prstGeom>
            <a:solidFill>
              <a:srgbClr val="173754"/>
            </a:solidFill>
            <a:ln>
              <a:noFill/>
            </a:ln>
            <a:effectLst/>
          </p:spPr>
          <p:txBody>
            <a:bodyPr vert="horz" wrap="square" lIns="0" tIns="18415" rIns="0" bIns="18415" numCol="1" spcCol="215900" anchor="ctr"/>
            <a:lstStyle/>
            <a:p>
              <a:pPr algn="ctr">
                <a:defRPr cap="none">
                  <a:solidFill>
                    <a:srgbClr val="FFFFFF"/>
                  </a:solidFill>
                  <a:latin typeface="Arial" pitchFamily="2" charset="0"/>
                  <a:ea typeface="Arial" pitchFamily="2" charset="0"/>
                  <a:cs typeface="Arial" pitchFamily="2" charset="0"/>
                </a:defRPr>
              </a:pPr>
              <a:r>
                <a:rPr b="1" cap="none"/>
                <a:t>1</a:t>
              </a:r>
              <a:endParaRPr b="1" cap="none"/>
            </a:p>
          </p:txBody>
        </p:sp>
        <p:sp>
          <p:nvSpPr>
            <p:cNvPr id="46" name="TextBox 1853436248"/>
            <p:cNvSpPr>
              <a:extLst>
                <a:ext uri="smNativeData">
                  <pr:smNativeData xmlns:pr="smNativeData" xmlns="smNativeData" val="SMDATA_15_VL+6ahMAAAAlAAAAZAAAAE0AAAAASAAAAB0AAABIAAAAH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pjcy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H0l9A8zMzADAwP8Af39/AAAAAAAAAAAAAAAAAAAAAAAAAAAAIQAAABgAAAAUAAAAiwMAAHIWAAAuCgAAIhgAAAAgAAAmAAAACAAAAP//////////"/>
                </a:ext>
              </a:extLst>
            </p:cNvSpPr>
            <p:nvPr/>
          </p:nvSpPr>
          <p:spPr>
            <a:xfrm>
              <a:off x="575945" y="3648710"/>
              <a:ext cx="1078865" cy="274320"/>
            </a:xfrm>
            <a:prstGeom prst="rect">
              <a:avLst/>
            </a:prstGeom>
            <a:noFill/>
            <a:ln>
              <a:noFill/>
            </a:ln>
            <a:effectLst/>
          </p:spPr>
          <p:txBody>
            <a:bodyPr vert="horz" wrap="square" lIns="45720" tIns="18415" rIns="45720" bIns="18415" numCol="1" spcCol="215900" anchor="t"/>
            <a:lstStyle/>
            <a:p>
              <a:pPr algn="ctr"/>
              <a:r>
                <a:rPr b="1" cap="none">
                  <a:solidFill>
                    <a:srgbClr val="173754"/>
                  </a:solidFill>
                </a:rPr>
                <a:t>Collect</a:t>
              </a:r>
              <a:endParaRPr b="1" cap="none">
                <a:solidFill>
                  <a:srgbClr val="173754"/>
                </a:solidFill>
              </a:endParaRPr>
            </a:p>
          </p:txBody>
        </p:sp>
        <p:sp>
          <p:nvSpPr>
            <p:cNvPr id="45" name="TextBox 1853436249"/>
            <p:cNvSpPr>
              <a:extLst>
                <a:ext uri="smNativeData">
                  <pr:smNativeData xmlns:pr="smNativeData" xmlns="smNativeData" val="SMDATA_15_VL+6ahMAAAAlAAAAZAAAAE0AAAAASAAAAB0AAABIAAAAH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QiLz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H0l9A8zMzADAwP8Af39/AAAAAAAAAAAAAAAAAAAAAAAAAAAAIQAAABgAAAAUAAAAiwMAADAYAAAuCgAAPRwAAAAgAAAmAAAACAAAAP//////////"/>
                </a:ext>
              </a:extLst>
            </p:cNvSpPr>
            <p:nvPr/>
          </p:nvSpPr>
          <p:spPr>
            <a:xfrm>
              <a:off x="575945" y="3931920"/>
              <a:ext cx="1078865" cy="658495"/>
            </a:xfrm>
            <a:prstGeom prst="rect">
              <a:avLst/>
            </a:prstGeom>
            <a:noFill/>
            <a:ln>
              <a:noFill/>
            </a:ln>
            <a:effectLst/>
          </p:spPr>
          <p:txBody>
            <a:bodyPr vert="horz" wrap="square" lIns="45720" tIns="18415" rIns="45720" bIns="18415" numCol="1" spcCol="215900" anchor="t"/>
            <a:lstStyle/>
            <a:p>
              <a:pPr algn="ctr"/>
              <a:r>
                <a:rPr sz="1050" cap="none">
                  <a:solidFill>
                    <a:srgbClr val="506473"/>
                  </a:solidFill>
                </a:rPr>
                <a:t>Tor markets &amp; forums, hashed snapshots</a:t>
              </a:r>
              <a:endParaRPr sz="1050" cap="none">
                <a:solidFill>
                  <a:srgbClr val="506473"/>
                </a:solidFill>
              </a:endParaRPr>
            </a:p>
          </p:txBody>
        </p:sp>
        <p:sp>
          <p:nvSpPr>
            <p:cNvPr id="44" name="Chevron 1853436250"/>
            <p:cNvSpPr>
              <a:extLst>
                <a:ext uri="smNativeData">
                  <pr:smNativeData xmlns:pr="smNativeData" xmlns="smNativeData" val="SMDATA_15_VL+6ahMAAAAlAAAA2wAAAA0AAAAAkAAAAEgAAACQAAAASAAAAAAAAAABAAAAAAAAAAEAAABQAAAAAAAAAAAA4D8AAAAAAADgPwAAAAAAAOA/AAAAAAAA4D8AAAAAAADgPwAAAAAAAOA/AAAAAAAA4D8AAAAAAADgPwAAAAAAAOA/AAAAAAAA4D8CAAAAjAAAAAEAAAAAAAAAFzdU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lkPS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FzdUAKbC/wAAAAAAAAAAAAAAAAAAAAAAAAAAAAAAAAAAAAAAAAAAAEl9vAB/f38AH0l9A8zMzADAwP8Af39/AAAAAAAAAAAAAAAAAAAAAAAAAAAAIQAAABgAAAAUAAAAtwoAAB4XAABVCwAAPxgAAAAAAAAmAAAACAAAAP//////////"/>
                </a:ext>
              </a:extLst>
            </p:cNvSpPr>
            <p:nvPr/>
          </p:nvSpPr>
          <p:spPr>
            <a:xfrm>
              <a:off x="1741805" y="3757930"/>
              <a:ext cx="100330" cy="183515"/>
            </a:xfrm>
            <a:prstGeom prst="chevron">
              <a:avLst>
                <a:gd name="adj" fmla="val 50000"/>
              </a:avLst>
            </a:prstGeom>
            <a:solidFill>
              <a:srgbClr val="173754"/>
            </a:solidFill>
            <a:ln>
              <a:noFill/>
            </a:ln>
            <a:effectLst/>
          </p:spPr>
          <p:txBody>
            <a:bodyPr vert="horz" wrap="square" lIns="91440" tIns="45720" rIns="91440" bIns="45720" numCol="1" spcCol="215900" anchor="ctr"/>
            <a:lstStyle/>
            <a:p>
              <a:pPr algn="ctr">
                <a:defRPr cap="none">
                  <a:solidFill>
                    <a:srgbClr val="FFFFFF"/>
                  </a:solidFill>
                  <a:latin typeface="Arial" pitchFamily="2" charset="0"/>
                  <a:ea typeface="Arial" pitchFamily="2" charset="0"/>
                  <a:cs typeface="Arial" pitchFamily="2" charset="0"/>
                </a:defRPr>
              </a:pPr>
            </a:p>
          </p:txBody>
        </p:sp>
        <p:sp>
          <p:nvSpPr>
            <p:cNvPr id="43" name="Rounded Rectangle 1853436251"/>
            <p:cNvSpPr>
              <a:extLst>
                <a:ext uri="smNativeData">
                  <pr:smNativeData xmlns:pr="smNativeData" xmlns="smNativeData" val="SMDATA_15_VL+6ahMAAAAlAAAAZQAAAA0AAAAAkAAAAEgAAACQAAAASAAAAAAAAAABAAAAAAAAAAEAAABQAAAAexSuR+F6xD8AAAAAAADwvwAAAAAAAOA/AAAAAAAA4D8AAAAAAADgPwAAAAAAAOA/AAAAAAAA4D8AAAAAAADgPwAAAAAAAOA/AAAAAAAA4D8CAAAAjAAAAAEAAAAAAAAA7vX5AKbC/wAAAAAAAAAAAAAAAAAAAAAAAAAAAAAAAAAAAAAAZAAAAAEAAABAAAAAAAAAAJz///9aAAAAAAAAAAAAAAAAAAAAAAAAAAAAAAAAAAAAAAAAAAAAAAAAAAAAAAAAAAAAAAAAAAAAAAAAAAAAAAAAAAAAAAAAAAAAAAAAAAAAFAAAADwAAAABAAAAAAAAAM/d5gA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E3Mz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7vX5AKbC/wAAAAAAAAAAAAAAAAAAAAAAAAAAAAAAAAAAAAAAAAAAAM/d5gB/f38AH0l9A8zMzADAwP8Af39/AAAAAAAAAAAAAAAAAAAAAAAAAAAAIQAAABgAAAAUAAAAlgsAANgSAADJEgAAhRwAAAAAAAAmAAAACAAAAP//////////"/>
                </a:ext>
              </a:extLst>
            </p:cNvSpPr>
            <p:nvPr/>
          </p:nvSpPr>
          <p:spPr>
            <a:xfrm>
              <a:off x="1883410" y="3063240"/>
              <a:ext cx="1170305" cy="1572895"/>
            </a:xfrm>
            <a:prstGeom prst="roundRect">
              <a:avLst>
                <a:gd name="adj" fmla="val 8000"/>
              </a:avLst>
            </a:prstGeom>
            <a:solidFill>
              <a:srgbClr val="EEF5F9"/>
            </a:solidFill>
            <a:ln w="12700" cap="flat" cmpd="sng" algn="ctr">
              <a:solidFill>
                <a:srgbClr val="CFDDE6"/>
              </a:solidFill>
              <a:prstDash val="solid"/>
              <a:headEnd type="none"/>
              <a:tailEnd type="none"/>
            </a:ln>
            <a:effectLst/>
          </p:spPr>
          <p:txBody>
            <a:bodyPr vert="horz" wrap="square" lIns="91440" tIns="45720" rIns="91440" bIns="45720" numCol="1" spcCol="215900" anchor="ctr"/>
            <a:lstStyle/>
            <a:p>
              <a:pPr algn="ctr">
                <a:defRPr cap="none">
                  <a:solidFill>
                    <a:srgbClr val="FFFFFF"/>
                  </a:solidFill>
                  <a:latin typeface="Arial" pitchFamily="2" charset="0"/>
                  <a:ea typeface="Arial" pitchFamily="2" charset="0"/>
                  <a:cs typeface="Arial" pitchFamily="2" charset="0"/>
                </a:defRPr>
              </a:pPr>
            </a:p>
          </p:txBody>
        </p:sp>
        <p:sp>
          <p:nvSpPr>
            <p:cNvPr id="42" name="Oval 1853436252"/>
            <p:cNvSpPr>
              <a:extLst>
                <a:ext uri="smNativeData">
                  <pr:smNativeData xmlns:pr="smNativeData" xmlns="smNativeData" val="SMDATA_15_VL+6ahMAAAAlAAAAZgAAAA0AAAAAAAAAAB0AAAAAAAAAHQAAAAAAAAABAAAAAAAAAAEAAABQAAAAAAAAAAAA8D8AAAAAAADwPwAAAAAAAOA/AAAAAAAA4D8AAAAAAADgPwAAAAAAAOA/AAAAAAAA4D8AAAAAAADgPwAAAAAAAOA/AAAAAAAA4D8CAAAAjAAAAAEAAAAAAAAAFzdU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pzcG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FzdUAKbC/wAAAAAAAAAAAAAAAAAAAAAAAAAAAAAAAAAAAAAAAAAAAEl9vAB/f38AH0l9A8zMzADAwP8Af39/AAAAAAAAAAAAAAAAAAAAAAAAAAAAIQAAABgAAAAUAAAAAQ4AAKITAABeEAAA/hUAAAAAAAAmAAAACAAAAP//////////"/>
                </a:ext>
              </a:extLst>
            </p:cNvSpPr>
            <p:nvPr/>
          </p:nvSpPr>
          <p:spPr>
            <a:xfrm>
              <a:off x="2276475" y="3191510"/>
              <a:ext cx="384175" cy="383540"/>
            </a:xfrm>
            <a:prstGeom prst="ellipse">
              <a:avLst/>
            </a:prstGeom>
            <a:solidFill>
              <a:srgbClr val="173754"/>
            </a:solidFill>
            <a:ln>
              <a:noFill/>
            </a:ln>
            <a:effectLst/>
          </p:spPr>
          <p:txBody>
            <a:bodyPr vert="horz" wrap="square" lIns="0" tIns="18415" rIns="0" bIns="18415" numCol="1" spcCol="215900" anchor="ctr"/>
            <a:lstStyle/>
            <a:p>
              <a:pPr algn="ctr">
                <a:defRPr cap="none">
                  <a:solidFill>
                    <a:srgbClr val="FFFFFF"/>
                  </a:solidFill>
                  <a:latin typeface="Arial" pitchFamily="2" charset="0"/>
                  <a:ea typeface="Arial" pitchFamily="2" charset="0"/>
                  <a:cs typeface="Arial" pitchFamily="2" charset="0"/>
                </a:defRPr>
              </a:pPr>
              <a:r>
                <a:rPr b="1" cap="none"/>
                <a:t>2</a:t>
              </a:r>
              <a:endParaRPr b="1" cap="none"/>
            </a:p>
          </p:txBody>
        </p:sp>
        <p:sp>
          <p:nvSpPr>
            <p:cNvPr id="41" name="TextBox 1853436253"/>
            <p:cNvSpPr>
              <a:extLst>
                <a:ext uri="smNativeData">
                  <pr:smNativeData xmlns:pr="smNativeData" xmlns="smNativeData" val="SMDATA_15_VL+6ahMAAAAlAAAAZAAAAE0AAAAASAAAAB0AAABIAAAAH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FwPS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H0l9A8zMzADAwP8Af39/AAAAAAAAAAAAAAAAAAAAAAAAAAAAIQAAABgAAAAUAAAA3gsAAHIWAACBEgAAIhgAAAAgAAAmAAAACAAAAP//////////"/>
                </a:ext>
              </a:extLst>
            </p:cNvSpPr>
            <p:nvPr/>
          </p:nvSpPr>
          <p:spPr>
            <a:xfrm>
              <a:off x="1929130" y="3648710"/>
              <a:ext cx="1078865" cy="274320"/>
            </a:xfrm>
            <a:prstGeom prst="rect">
              <a:avLst/>
            </a:prstGeom>
            <a:noFill/>
            <a:ln>
              <a:noFill/>
            </a:ln>
            <a:effectLst/>
          </p:spPr>
          <p:txBody>
            <a:bodyPr vert="horz" wrap="square" lIns="45720" tIns="18415" rIns="45720" bIns="18415" numCol="1" spcCol="215900" anchor="t"/>
            <a:lstStyle/>
            <a:p>
              <a:pPr algn="ctr"/>
              <a:r>
                <a:rPr b="1" cap="none">
                  <a:solidFill>
                    <a:srgbClr val="173754"/>
                  </a:solidFill>
                </a:rPr>
                <a:t>Link</a:t>
              </a:r>
              <a:endParaRPr b="1" cap="none">
                <a:solidFill>
                  <a:srgbClr val="173754"/>
                </a:solidFill>
              </a:endParaRPr>
            </a:p>
          </p:txBody>
        </p:sp>
        <p:sp>
          <p:nvSpPr>
            <p:cNvPr id="40" name="TextBox 1853436254"/>
            <p:cNvSpPr>
              <a:extLst>
                <a:ext uri="smNativeData">
                  <pr:smNativeData xmlns:pr="smNativeData" xmlns="smNativeData" val="SMDATA_15_VL+6ahMAAAAlAAAAZAAAAE0AAAAASAAAAB0AAABIAAAAH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x2bD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H0l9A8zMzADAwP8Af39/AAAAAAAAAAAAAAAAAAAAAAAAAAAAIQAAABgAAAAUAAAA3gsAADAYAACBEgAAPRwAAAAgAAAmAAAACAAAAP//////////"/>
                </a:ext>
              </a:extLst>
            </p:cNvSpPr>
            <p:nvPr/>
          </p:nvSpPr>
          <p:spPr>
            <a:xfrm>
              <a:off x="1929130" y="3931920"/>
              <a:ext cx="1078865" cy="658495"/>
            </a:xfrm>
            <a:prstGeom prst="rect">
              <a:avLst/>
            </a:prstGeom>
            <a:noFill/>
            <a:ln>
              <a:noFill/>
            </a:ln>
            <a:effectLst/>
          </p:spPr>
          <p:txBody>
            <a:bodyPr vert="horz" wrap="square" lIns="45720" tIns="18415" rIns="45720" bIns="18415" numCol="1" spcCol="215900" anchor="t"/>
            <a:lstStyle/>
            <a:p>
              <a:pPr algn="ctr"/>
              <a:r>
                <a:rPr sz="1050" cap="none">
                  <a:solidFill>
                    <a:srgbClr val="506473"/>
                  </a:solidFill>
                </a:rPr>
                <a:t>Personas, PGP keys, crypto wallets, servers</a:t>
              </a:r>
              <a:endParaRPr sz="1050" cap="none">
                <a:solidFill>
                  <a:srgbClr val="506473"/>
                </a:solidFill>
              </a:endParaRPr>
            </a:p>
          </p:txBody>
        </p:sp>
        <p:sp>
          <p:nvSpPr>
            <p:cNvPr id="39" name="Chevron 1853436255"/>
            <p:cNvSpPr>
              <a:extLst>
                <a:ext uri="smNativeData">
                  <pr:smNativeData xmlns:pr="smNativeData" xmlns="smNativeData" val="SMDATA_15_VL+6ahMAAAAlAAAA2wAAAA0AAAAAkAAAAEgAAACQAAAASAAAAAAAAAABAAAAAAAAAAEAAABQAAAAAAAAAAAA4D8AAAAAAADgPwAAAAAAAOA/AAAAAAAA4D8AAAAAAADgPwAAAAAAAOA/AAAAAAAA4D8AAAAAAADgPwAAAAAAAOA/AAAAAAAA4D8CAAAAjAAAAAEAAAAAAAAAFzdU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IwIi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FzdUAKbC/wAAAAAAAAAAAAAAAAAAAAAAAAAAAAAAAAAAAAAAAAAAAEl9vAB/f38AH0l9A8zMzADAwP8Af39/AAAAAAAAAAAAAAAAAAAAAAAAAAAAIQAAABgAAAAUAAAAChMAAB4XAACpEwAAPxgAAAAAAAAmAAAACAAAAP//////////"/>
                </a:ext>
              </a:extLst>
            </p:cNvSpPr>
            <p:nvPr/>
          </p:nvSpPr>
          <p:spPr>
            <a:xfrm>
              <a:off x="3094990" y="3757930"/>
              <a:ext cx="100965" cy="183515"/>
            </a:xfrm>
            <a:prstGeom prst="chevron">
              <a:avLst>
                <a:gd name="adj" fmla="val 50000"/>
              </a:avLst>
            </a:prstGeom>
            <a:solidFill>
              <a:srgbClr val="173754"/>
            </a:solidFill>
            <a:ln>
              <a:noFill/>
            </a:ln>
            <a:effectLst/>
          </p:spPr>
          <p:txBody>
            <a:bodyPr vert="horz" wrap="square" lIns="91440" tIns="45720" rIns="91440" bIns="45720" numCol="1" spcCol="215900" anchor="ctr"/>
            <a:lstStyle/>
            <a:p>
              <a:pPr algn="ctr">
                <a:defRPr cap="none">
                  <a:solidFill>
                    <a:srgbClr val="FFFFFF"/>
                  </a:solidFill>
                  <a:latin typeface="Arial" pitchFamily="2" charset="0"/>
                  <a:ea typeface="Arial" pitchFamily="2" charset="0"/>
                  <a:cs typeface="Arial" pitchFamily="2" charset="0"/>
                </a:defRPr>
              </a:pPr>
            </a:p>
          </p:txBody>
        </p:sp>
        <p:sp>
          <p:nvSpPr>
            <p:cNvPr id="38" name="Rounded Rectangle 1853436256"/>
            <p:cNvSpPr>
              <a:extLst>
                <a:ext uri="smNativeData">
                  <pr:smNativeData xmlns:pr="smNativeData" xmlns="smNativeData" val="SMDATA_15_VL+6ahMAAAAlAAAAZQAAAA0AAAAAkAAAAEgAAACQAAAASAAAAAAAAAABAAAAAAAAAAEAAABQAAAAexSuR+F6xD8AAAAAAADwvwAAAAAAAOA/AAAAAAAA4D8AAAAAAADgPwAAAAAAAOA/AAAAAAAA4D8AAAAAAADgPwAAAAAAAOA/AAAAAAAA4D8CAAAAjAAAAAEAAAAAAAAA7vX5AKbC/wAAAAAAAAAAAAAAAAAAAAAAAAAAAAAAAAAAAAAAZAAAAAEAAABAAAAAAAAAAJz///9aAAAAAAAAAAAAAAAAAAAAAAAAAAAAAAAAAAAAAAAAAAAAAAAAAAAAAAAAAAAAAAAAAAAAAAAAAAAAAAAAAAAAAAAAAAAAAAAAAAAAFAAAADwAAAABAAAAAAAAAM/d5gA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8+PG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7vX5AKbC/wAAAAAAAAAAAAAAAAAAAAAAAAAAAAAAAAAAAAAAAAAAAM/d5gB/f38AH0l9A8zMzADAwP8Af39/AAAAAAAAAAAAAAAAAAAAAAAAAAAAIQAAABgAAAAUAAAA6hMAANgSAAAdGwAAhRwAAAAAAAAmAAAACAAAAP//////////"/>
                </a:ext>
              </a:extLst>
            </p:cNvSpPr>
            <p:nvPr/>
          </p:nvSpPr>
          <p:spPr>
            <a:xfrm>
              <a:off x="3237230" y="3063240"/>
              <a:ext cx="1170305" cy="1572895"/>
            </a:xfrm>
            <a:prstGeom prst="roundRect">
              <a:avLst>
                <a:gd name="adj" fmla="val 8000"/>
              </a:avLst>
            </a:prstGeom>
            <a:solidFill>
              <a:srgbClr val="EEF5F9"/>
            </a:solidFill>
            <a:ln w="12700" cap="flat" cmpd="sng" algn="ctr">
              <a:solidFill>
                <a:srgbClr val="CFDDE6"/>
              </a:solidFill>
              <a:prstDash val="solid"/>
              <a:headEnd type="none"/>
              <a:tailEnd type="none"/>
            </a:ln>
            <a:effectLst/>
          </p:spPr>
          <p:txBody>
            <a:bodyPr vert="horz" wrap="square" lIns="91440" tIns="45720" rIns="91440" bIns="45720" numCol="1" spcCol="215900" anchor="ctr"/>
            <a:lstStyle/>
            <a:p>
              <a:pPr algn="ctr">
                <a:defRPr cap="none">
                  <a:solidFill>
                    <a:srgbClr val="FFFFFF"/>
                  </a:solidFill>
                  <a:latin typeface="Arial" pitchFamily="2" charset="0"/>
                  <a:ea typeface="Arial" pitchFamily="2" charset="0"/>
                  <a:cs typeface="Arial" pitchFamily="2" charset="0"/>
                </a:defRPr>
              </a:pPr>
            </a:p>
          </p:txBody>
        </p:sp>
        <p:sp>
          <p:nvSpPr>
            <p:cNvPr id="37" name="Oval 1853436257"/>
            <p:cNvSpPr>
              <a:extLst>
                <a:ext uri="smNativeData">
                  <pr:smNativeData xmlns:pr="smNativeData" xmlns="smNativeData" val="SMDATA_15_VL+6ahMAAAAlAAAAZgAAAA0AAAAAAAAAAB0AAAAAAAAAHQAAAAAAAAABAAAAAAAAAAEAAABQAAAAAAAAAAAA8D8AAAAAAADwPwAAAAAAAOA/AAAAAAAA4D8AAAAAAADgPwAAAAAAAOA/AAAAAAAA4D8AAAAAAADgPwAAAAAAAOA/AAAAAAAA4D8CAAAAjAAAAAEAAAAAAAAAFzdU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I9Ij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FzdUAKbC/wAAAAAAAAAAAAAAAAAAAAAAAAAAAAAAAAAAAAAAAAAAAEl9vAB/f38AH0l9A8zMzADAwP8Af39/AAAAAAAAAAAAAAAAAAAAAAAAAAAAIQAAABgAAAAUAAAAVRYAAKITAACyGAAA/hUAAAAAAAAmAAAACAAAAP//////////"/>
                </a:ext>
              </a:extLst>
            </p:cNvSpPr>
            <p:nvPr/>
          </p:nvSpPr>
          <p:spPr>
            <a:xfrm>
              <a:off x="3630295" y="3191510"/>
              <a:ext cx="384175" cy="383540"/>
            </a:xfrm>
            <a:prstGeom prst="ellipse">
              <a:avLst/>
            </a:prstGeom>
            <a:solidFill>
              <a:srgbClr val="173754"/>
            </a:solidFill>
            <a:ln>
              <a:noFill/>
            </a:ln>
            <a:effectLst/>
          </p:spPr>
          <p:txBody>
            <a:bodyPr vert="horz" wrap="square" lIns="0" tIns="18415" rIns="0" bIns="18415" numCol="1" spcCol="215900" anchor="ctr"/>
            <a:lstStyle/>
            <a:p>
              <a:pPr algn="ctr">
                <a:defRPr cap="none">
                  <a:solidFill>
                    <a:srgbClr val="FFFFFF"/>
                  </a:solidFill>
                  <a:latin typeface="Arial" pitchFamily="2" charset="0"/>
                  <a:ea typeface="Arial" pitchFamily="2" charset="0"/>
                  <a:cs typeface="Arial" pitchFamily="2" charset="0"/>
                </a:defRPr>
              </a:pPr>
              <a:r>
                <a:rPr b="1" cap="none"/>
                <a:t>3</a:t>
              </a:r>
              <a:endParaRPr b="1" cap="none"/>
            </a:p>
          </p:txBody>
        </p:sp>
        <p:sp>
          <p:nvSpPr>
            <p:cNvPr id="36" name="TextBox 1853436258"/>
            <p:cNvSpPr>
              <a:extLst>
                <a:ext uri="smNativeData">
                  <pr:smNativeData xmlns:pr="smNativeData" xmlns="smNativeData" val="SMDATA_15_VL+6ahMAAAAlAAAAZAAAAE0AAAAASAAAAB0AAABIAAAAH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FwPS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H0l9A8zMzADAwP8Af39/AAAAAAAAAAAAAAAAAAAAAAAAAAAAIQAAABgAAAAUAAAAMhQAAHIWAADVGgAAIhgAAAAgAAAmAAAACAAAAP//////////"/>
                </a:ext>
              </a:extLst>
            </p:cNvSpPr>
            <p:nvPr/>
          </p:nvSpPr>
          <p:spPr>
            <a:xfrm>
              <a:off x="3282950" y="3648710"/>
              <a:ext cx="1078865" cy="274320"/>
            </a:xfrm>
            <a:prstGeom prst="rect">
              <a:avLst/>
            </a:prstGeom>
            <a:noFill/>
            <a:ln>
              <a:noFill/>
            </a:ln>
            <a:effectLst/>
          </p:spPr>
          <p:txBody>
            <a:bodyPr vert="horz" wrap="square" lIns="45720" tIns="18415" rIns="45720" bIns="18415" numCol="1" spcCol="215900" anchor="t"/>
            <a:lstStyle/>
            <a:p>
              <a:pPr algn="ctr"/>
              <a:r>
                <a:rPr b="1" cap="none">
                  <a:solidFill>
                    <a:srgbClr val="173754"/>
                  </a:solidFill>
                </a:rPr>
                <a:t>Verify</a:t>
              </a:r>
              <a:endParaRPr b="1" cap="none">
                <a:solidFill>
                  <a:srgbClr val="173754"/>
                </a:solidFill>
              </a:endParaRPr>
            </a:p>
          </p:txBody>
        </p:sp>
        <p:sp>
          <p:nvSpPr>
            <p:cNvPr id="35" name="TextBox 1853436259"/>
            <p:cNvSpPr>
              <a:extLst>
                <a:ext uri="smNativeData">
                  <pr:smNativeData xmlns:pr="smNativeData" xmlns="smNativeData" val="SMDATA_15_VL+6ahMAAAAlAAAAZAAAAE0AAAAASAAAAB0AAABIAAAAH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xyPj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H0l9A8zMzADAwP8Af39/AAAAAAAAAAAAAAAAAAAAAAAAAAAAIQAAABgAAAAUAAAAMhQAADAYAADVGgAAPRwAAAAgAAAmAAAACAAAAP//////////"/>
                </a:ext>
              </a:extLst>
            </p:cNvSpPr>
            <p:nvPr/>
          </p:nvSpPr>
          <p:spPr>
            <a:xfrm>
              <a:off x="3282950" y="3931920"/>
              <a:ext cx="1078865" cy="658495"/>
            </a:xfrm>
            <a:prstGeom prst="rect">
              <a:avLst/>
            </a:prstGeom>
            <a:noFill/>
            <a:ln>
              <a:noFill/>
            </a:ln>
            <a:effectLst/>
          </p:spPr>
          <p:txBody>
            <a:bodyPr vert="horz" wrap="square" lIns="45720" tIns="18415" rIns="45720" bIns="18415" numCol="1" spcCol="215900" anchor="t"/>
            <a:lstStyle/>
            <a:p>
              <a:pPr algn="ctr"/>
              <a:r>
                <a:rPr sz="1050" cap="none">
                  <a:solidFill>
                    <a:srgbClr val="506473"/>
                  </a:solidFill>
                </a:rPr>
                <a:t>Each claim scored by how hard it is to fake</a:t>
              </a:r>
              <a:endParaRPr sz="1050" cap="none">
                <a:solidFill>
                  <a:srgbClr val="506473"/>
                </a:solidFill>
              </a:endParaRPr>
            </a:p>
          </p:txBody>
        </p:sp>
        <p:sp>
          <p:nvSpPr>
            <p:cNvPr id="34" name="Chevron 1853436260"/>
            <p:cNvSpPr>
              <a:extLst>
                <a:ext uri="smNativeData">
                  <pr:smNativeData xmlns:pr="smNativeData" xmlns="smNativeData" val="SMDATA_15_VL+6ahMAAAAlAAAA2wAAAA0AAAAAkAAAAEgAAACQAAAASAAAAAAAAAABAAAAAAAAAAEAAABQAAAAAAAAAAAA4D8AAAAAAADgPwAAAAAAAOA/AAAAAAAA4D8AAAAAAADgPwAAAAAAAOA/AAAAAAAA4D8AAAAAAADgPwAAAAAAAOA/AAAAAAAA4D8CAAAAjAAAAAEAAAAAAAAAFzdU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NyZ2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FzdUAKbC/wAAAAAAAAAAAAAAAAAAAAAAAAAAAAAAAAAAAAAAAAAAAEl9vAB/f38AH0l9A8zMzADAwP8Af39/AAAAAAAAAAAAAAAAAAAAAAAAAAAAIQAAABgAAAAUAAAAXhsAAB4XAAD8GwAAPxgAAAAAAAAmAAAACAAAAP//////////"/>
                </a:ext>
              </a:extLst>
            </p:cNvSpPr>
            <p:nvPr/>
          </p:nvSpPr>
          <p:spPr>
            <a:xfrm>
              <a:off x="4448810" y="3757930"/>
              <a:ext cx="100330" cy="183515"/>
            </a:xfrm>
            <a:prstGeom prst="chevron">
              <a:avLst>
                <a:gd name="adj" fmla="val 50000"/>
              </a:avLst>
            </a:prstGeom>
            <a:solidFill>
              <a:srgbClr val="173754"/>
            </a:solidFill>
            <a:ln>
              <a:noFill/>
            </a:ln>
            <a:effectLst/>
          </p:spPr>
          <p:txBody>
            <a:bodyPr vert="horz" wrap="square" lIns="91440" tIns="45720" rIns="91440" bIns="45720" numCol="1" spcCol="215900" anchor="ctr"/>
            <a:lstStyle/>
            <a:p>
              <a:pPr algn="ctr">
                <a:defRPr cap="none">
                  <a:solidFill>
                    <a:srgbClr val="FFFFFF"/>
                  </a:solidFill>
                  <a:latin typeface="Arial" pitchFamily="2" charset="0"/>
                  <a:ea typeface="Arial" pitchFamily="2" charset="0"/>
                  <a:cs typeface="Arial" pitchFamily="2" charset="0"/>
                </a:defRPr>
              </a:pPr>
            </a:p>
          </p:txBody>
        </p:sp>
        <p:sp>
          <p:nvSpPr>
            <p:cNvPr id="33" name="Rounded Rectangle 1853436261"/>
            <p:cNvSpPr>
              <a:extLst>
                <a:ext uri="smNativeData">
                  <pr:smNativeData xmlns:pr="smNativeData" xmlns="smNativeData" val="SMDATA_15_VL+6ahMAAAAlAAAAZQAAAA0AAAAAkAAAAEgAAACQAAAASAAAAAAAAAABAAAAAAAAAAEAAABQAAAAexSuR+F6xD8AAAAAAADwvwAAAAAAAOA/AAAAAAAA4D8AAAAAAADgPwAAAAAAAOA/AAAAAAAA4D8AAAAAAADgPwAAAAAAAOA/AAAAAAAA4D8CAAAAjAAAAAEAAAAAAAAAFzdUAKbC/wAAAAAAAAAAAAAAAAAAAAAAAAAAAAAAAAAAAAAAZAAAAAEAAABAAAAAAAAAAJz///9aAAAAAAAAAAAAAAAAAAAAAAAAAAAAAAAAAAAAAAAAAAAAAAAAAAAAAAAAAAAAAAAAAAAAAAAAAAAAAAAAAAAAAAAAAAAAAAAAAAAAFAAAADwAAAABAAAAAAAAABc3VAA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U+PG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FzdUAKbC/wAAAAAAAAAAAAAAAAAAAAAAAAAAAAAAAAAAAAAAAAAAABc3VAB/f38AH0l9A8zMzADAwP8Af39/AAAAAAAAAAAAAAAAAAAAAAAAAAAAIQAAABgAAAAUAAAAPRwAANgSAABwIwAAhRwAAAAAAAAmAAAACAAAAP//////////"/>
                </a:ext>
              </a:extLst>
            </p:cNvSpPr>
            <p:nvPr/>
          </p:nvSpPr>
          <p:spPr>
            <a:xfrm>
              <a:off x="4590415" y="3063240"/>
              <a:ext cx="1170305" cy="1572895"/>
            </a:xfrm>
            <a:prstGeom prst="roundRect">
              <a:avLst>
                <a:gd name="adj" fmla="val 8000"/>
              </a:avLst>
            </a:prstGeom>
            <a:solidFill>
              <a:srgbClr val="173754"/>
            </a:solidFill>
            <a:ln w="12700" cap="flat" cmpd="sng" algn="ctr">
              <a:solidFill>
                <a:srgbClr val="173754"/>
              </a:solidFill>
              <a:prstDash val="solid"/>
              <a:headEnd type="none"/>
              <a:tailEnd type="none"/>
            </a:ln>
            <a:effectLst/>
          </p:spPr>
          <p:txBody>
            <a:bodyPr vert="horz" wrap="square" lIns="91440" tIns="45720" rIns="91440" bIns="45720" numCol="1" spcCol="215900" anchor="ctr"/>
            <a:lstStyle/>
            <a:p>
              <a:pPr algn="ctr">
                <a:defRPr cap="none">
                  <a:solidFill>
                    <a:srgbClr val="FFFFFF"/>
                  </a:solidFill>
                  <a:latin typeface="Arial" pitchFamily="2" charset="0"/>
                  <a:ea typeface="Arial" pitchFamily="2" charset="0"/>
                  <a:cs typeface="Arial" pitchFamily="2" charset="0"/>
                </a:defRPr>
              </a:pPr>
            </a:p>
          </p:txBody>
        </p:sp>
        <p:sp>
          <p:nvSpPr>
            <p:cNvPr id="32" name="Oval 1853436262"/>
            <p:cNvSpPr>
              <a:extLst>
                <a:ext uri="smNativeData">
                  <pr:smNativeData xmlns:pr="smNativeData" xmlns="smNativeData" val="SMDATA_15_VL+6ahMAAAAlAAAAZgAAAA0AAAAAAAAAAB0AAAAAAAAAHQAAAAAAAAABAAAAAAAAAAEAAABQAAAAAAAAAAAA8D8AAAAAAADwPwAAAAAAAOA/AAAAAAAA4D8AAAAAAADgPwAAAAAAAOA/AAAAAAAA4D8AAAAAAADgPwAAAAAAAOA/AAAAAAAA4D8CAAAAjAAAAAEAAAAAAAAAqWwK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pkZW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qWwKAKbC/wAAAAAAAAAAAAAAAAAAAAAAAAAAAAAAAAAAAAAAAAAAAEl9vAB/f38AH0l9A8zMzADAwP8Af39/AAAAAAAAAAAAAAAAAAAAAAAAAAAAIQAAABgAAAAUAAAAqB4AAKITAAAFIQAA/hUAAAAAAAAmAAAACAAAAP//////////"/>
                </a:ext>
              </a:extLst>
            </p:cNvSpPr>
            <p:nvPr/>
          </p:nvSpPr>
          <p:spPr>
            <a:xfrm>
              <a:off x="4983480" y="3191510"/>
              <a:ext cx="384175" cy="383540"/>
            </a:xfrm>
            <a:prstGeom prst="ellipse">
              <a:avLst/>
            </a:prstGeom>
            <a:solidFill>
              <a:srgbClr val="A96C0A"/>
            </a:solidFill>
            <a:ln>
              <a:noFill/>
            </a:ln>
            <a:effectLst/>
          </p:spPr>
          <p:txBody>
            <a:bodyPr vert="horz" wrap="square" lIns="0" tIns="18415" rIns="0" bIns="18415" numCol="1" spcCol="215900" anchor="ctr"/>
            <a:lstStyle/>
            <a:p>
              <a:pPr algn="ctr">
                <a:defRPr cap="none">
                  <a:solidFill>
                    <a:srgbClr val="FFFFFF"/>
                  </a:solidFill>
                  <a:latin typeface="Arial" pitchFamily="2" charset="0"/>
                  <a:ea typeface="Arial" pitchFamily="2" charset="0"/>
                  <a:cs typeface="Arial" pitchFamily="2" charset="0"/>
                </a:defRPr>
              </a:pPr>
              <a:r>
                <a:rPr b="1" cap="none"/>
                <a:t>4</a:t>
              </a:r>
              <a:endParaRPr b="1" cap="none"/>
            </a:p>
          </p:txBody>
        </p:sp>
        <p:sp>
          <p:nvSpPr>
            <p:cNvPr id="31" name="TextBox 1853436263"/>
            <p:cNvSpPr>
              <a:extLst>
                <a:ext uri="smNativeData">
                  <pr:smNativeData xmlns:pr="smNativeData" xmlns="smNativeData" val="SMDATA_15_VL+6ahMAAAAlAAAAZAAAAE0AAAAASAAAAB0AAABIAAAAH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pzcG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H0l9A8zMzADAwP8Af39/AAAAAAAAAAAAAAAAAAAAAAAAAAAAIQAAABgAAAAUAAAAhRwAAHIWAAAoIwAAIhgAAAAgAAAmAAAACAAAAP//////////"/>
                </a:ext>
              </a:extLst>
            </p:cNvSpPr>
            <p:nvPr/>
          </p:nvSpPr>
          <p:spPr>
            <a:xfrm>
              <a:off x="4636135" y="3648710"/>
              <a:ext cx="1078865" cy="274320"/>
            </a:xfrm>
            <a:prstGeom prst="rect">
              <a:avLst/>
            </a:prstGeom>
            <a:noFill/>
            <a:ln>
              <a:noFill/>
            </a:ln>
            <a:effectLst/>
          </p:spPr>
          <p:txBody>
            <a:bodyPr vert="horz" wrap="square" lIns="45720" tIns="18415" rIns="45720" bIns="18415" numCol="1" spcCol="215900" anchor="t"/>
            <a:lstStyle/>
            <a:p>
              <a:pPr algn="ctr"/>
              <a:r>
                <a:rPr b="1" cap="none">
                  <a:solidFill>
                    <a:srgbClr val="FFFFFF"/>
                  </a:solidFill>
                </a:rPr>
                <a:t>Decide</a:t>
              </a:r>
              <a:endParaRPr b="1" cap="none">
                <a:solidFill>
                  <a:srgbClr val="FFFFFF"/>
                </a:solidFill>
              </a:endParaRPr>
            </a:p>
          </p:txBody>
        </p:sp>
        <p:sp>
          <p:nvSpPr>
            <p:cNvPr id="30" name="TextBox 1853436264"/>
            <p:cNvSpPr>
              <a:extLst>
                <a:ext uri="smNativeData">
                  <pr:smNativeData xmlns:pr="smNativeData" xmlns="smNativeData" val="SMDATA_15_VL+6ahMAAAAlAAAAZAAAAE0AAAAASAAAAB0AAABIAAAAH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B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H0l9A8zMzADAwP8Af39/AAAAAAAAAAAAAAAAAAAAAAAAAAAAIQAAABgAAAAUAAAAhRwAADAYAAAoIwAAPRwAAAAgAAAmAAAACAAAAP//////////"/>
                </a:ext>
              </a:extLst>
            </p:cNvSpPr>
            <p:nvPr/>
          </p:nvSpPr>
          <p:spPr>
            <a:xfrm>
              <a:off x="4636135" y="3931920"/>
              <a:ext cx="1078865" cy="658495"/>
            </a:xfrm>
            <a:prstGeom prst="rect">
              <a:avLst/>
            </a:prstGeom>
            <a:noFill/>
            <a:ln>
              <a:noFill/>
            </a:ln>
            <a:effectLst/>
          </p:spPr>
          <p:txBody>
            <a:bodyPr vert="horz" wrap="square" lIns="45720" tIns="18415" rIns="45720" bIns="18415" numCol="1" spcCol="215900" anchor="t"/>
            <a:lstStyle/>
            <a:p>
              <a:pPr algn="ctr"/>
              <a:r>
                <a:rPr sz="1050" cap="none">
                  <a:solidFill>
                    <a:srgbClr val="DCE6EE"/>
                  </a:solidFill>
                </a:rPr>
                <a:t>ASSERT, HOLD or REJECT each claim</a:t>
              </a:r>
              <a:endParaRPr sz="1050" cap="none">
                <a:solidFill>
                  <a:srgbClr val="DCE6EE"/>
                </a:solidFill>
              </a:endParaRPr>
            </a:p>
          </p:txBody>
        </p:sp>
      </p:grpSp>
    </p:spTree>
  </p:cSld>
  <p:clrMapOvr>
    <a:masterClrMapping/>
  </p:clrMapOvr>
  <p:timing>
    <p:tnLst>
      <p:par>
        <p:cTn id="1" dur="indefinite" restart="never" nodeType="tmRoot"/>
      </p:par>
    </p:tnLst>
  </p:timing>
</p:sld>
</file>

<file path=ppt/slides/slide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showMasterPhAnim="0">
  <p:cSld>
    <p:spTree>
      <p:nvGrpSpPr>
        <p:cNvPr id="1" name=""/>
        <p:cNvGrpSpPr/>
        <p:nvPr/>
      </p:nvGrpSpPr>
      <p:grpSpPr>
        <a:xfrm>
          <a:off x="0" y="0"/>
          <a:ext cx="0" cy="0"/>
          <a:chOff x="0" y="0"/>
          <a:chExt cx="0" cy="0"/>
        </a:xfrm>
      </p:grpSpPr>
      <p:sp>
        <p:nvSpPr>
          <p:cNvPr id="2" name="Google Shape;112;p15"/>
          <p:cNvSpPr>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EAAAAAAAAAAHD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QAAAAAAAAAHAAAAAAAAAAEAAACAgIAAQgAAAAAAAAAkAAAAZAAAAGQAAAAAAAAAy8vLAEIAAAAAAAAAJAAAAGQAAABkAAAAAAAAABcAAAAUAAAAAAAAAAAAAAD/fwAA/38AAAAAAAAJAAAABAAAAAAB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HDAAP///wEAAAAAAAAAAAAAAAAAAAAAAAAAAAAAAAAAAAAAAAAAAAAAAAJ/f38AgICAAMvLywDAwP8Af39/AAAAAAAAAAAAAAAAAAAAAAAAAAAAIQAAABgAAAAUAAAAAAAAABcnAAAASwAAMCoAABAAAAAmAAAACAAAAP//////////"/>
              </a:ext>
            </a:extLst>
          </p:cNvSpPr>
          <p:nvPr/>
        </p:nvSpPr>
        <p:spPr>
          <a:xfrm>
            <a:off x="0" y="6354445"/>
            <a:ext cx="12192000" cy="503555"/>
          </a:xfrm>
          <a:prstGeom prst="rect">
            <a:avLst/>
          </a:prstGeom>
          <a:solidFill>
            <a:srgbClr val="0070C0"/>
          </a:solidFill>
          <a:ln>
            <a:noFill/>
          </a:ln>
          <a:effectLst>
            <a:outerShdw blurRad="12700" dist="22860" dir="5400000">
              <a:srgbClr val="808080">
                <a:alpha val="34000"/>
              </a:srgbClr>
            </a:outerShdw>
          </a:effectLst>
        </p:spPr>
        <p:txBody>
          <a:bodyPr vert="horz" wrap="square" lIns="91440" tIns="45720" rIns="91440" bIns="45720" numCol="1" spcCol="215900" anchor="ctr"/>
          <a:lstStyle/>
          <a:p>
            <a:pPr marL="0" marR="0" indent="0" algn="ctr">
              <a:spcBef>
                <a:spcPts val="0"/>
              </a:spcBef>
              <a:spcAft>
                <a:spcPts val="0"/>
              </a:spcAft>
              <a:buNone/>
            </a:pPr>
            <a:endParaRPr sz="1800" cap="none">
              <a:solidFill>
                <a:srgbClr val="953734"/>
              </a:solidFill>
              <a:latin typeface="Calibri" pitchFamily="2" charset="0"/>
              <a:ea typeface="Calibri" pitchFamily="2" charset="0"/>
              <a:cs typeface="Calibri" pitchFamily="2" charset="0"/>
            </a:endParaRPr>
          </a:p>
        </p:txBody>
      </p:sp>
      <p:sp>
        <p:nvSpPr>
          <p:cNvPr id="3" name="Google Shape;113;p15"/>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AMAALX///9ARwAAvQYAABAAAAAmAAAACAAAADwwAAD/HwAA"/>
              </a:ext>
            </a:extLst>
          </p:cNvSpPr>
          <p:nvPr>
            <p:ph type="title"/>
          </p:nvPr>
        </p:nvSpPr>
        <p:spPr>
          <a:noFill/>
          <a:ln>
            <a:noFill/>
          </a:ln>
        </p:spPr>
        <p:txBody>
          <a:bodyPr vert="horz" wrap="square" lIns="91440" tIns="45720" rIns="91440" bIns="45720" numCol="1" spcCol="215900" anchor="ctr">
            <a:prstTxWarp prst="textNoShape">
              <a:avLst/>
            </a:prstTxWarp>
          </a:bodyPr>
          <a:lstStyle/>
          <a:p>
            <a:pPr marL="0" indent="0" algn="ctr">
              <a:spcBef>
                <a:spcPts val="0"/>
              </a:spcBef>
              <a:spcAft>
                <a:spcPts val="0"/>
              </a:spcAft>
              <a:buNone/>
            </a:pPr>
            <a:r>
              <a:rPr lang="en-us" sz="3200" b="1" cap="none">
                <a:latin typeface="Arial" pitchFamily="2" charset="0"/>
                <a:ea typeface="Times New Roman" pitchFamily="1" charset="0"/>
                <a:cs typeface="Times New Roman" pitchFamily="1" charset="0"/>
              </a:rPr>
              <a:t>TECHNICAL APPROACH</a:t>
            </a:r>
          </a:p>
        </p:txBody>
      </p:sp>
      <p:sp>
        <p:nvSpPr>
          <p:cNvPr id="4" name="Google Shape;115;p15"/>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DUAABonAABARwAAWSkAABAAAAAmAAAACAAAADwwAAD/HwAA"/>
              </a:ext>
            </a:extLst>
          </p:cNvSpPr>
          <p:nvPr>
            <p:ph type="sldNum" idx="12"/>
          </p:nvPr>
        </p:nvSpPr>
        <p:spPr>
          <a:noFill/>
          <a:ln>
            <a:noFill/>
          </a:ln>
        </p:spPr>
        <p:txBody>
          <a:bodyPr vert="horz" wrap="square" lIns="91440" tIns="45720" rIns="91440" bIns="45720" numCol="1" spcCol="215900" anchor="ctr">
            <a:prstTxWarp prst="textNoShape">
              <a:avLst/>
            </a:prstTxWarp>
          </a:bodyPr>
          <a:lstStyle/>
          <a:p>
            <a:pPr marL="0" indent="0" algn="r">
              <a:spcBef>
                <a:spcPts val="0"/>
              </a:spcBef>
              <a:spcAft>
                <a:spcPts val="0"/>
              </a:spcAft>
              <a:buNone/>
            </a:pPr>
            <a:fld id="{3C2581C1-8FD1-7077-9F9D-7922CFD3692C}" type="slidenum">
              <a:rPr lang="en-us" b="1" cap="none">
                <a:solidFill>
                  <a:srgbClr val="FFFFFF"/>
                </a:solidFill>
              </a:rPr>
              <a:t>3</a:t>
            </a:fld>
            <a:endParaRPr b="1" cap="none">
              <a:solidFill>
                <a:srgbClr val="FFFFFF"/>
              </a:solidFill>
            </a:endParaRPr>
          </a:p>
        </p:txBody>
      </p:sp>
      <p:sp>
        <p:nvSpPr>
          <p:cNvPr id="5" name="Google Shape;116;p15"/>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B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mBwAABonAABOMAAAWSkAABAAAAAmAAAACAAAAD0wAAD/HwAA"/>
              </a:ext>
            </a:extLst>
          </p:cNvSpPr>
          <p:nvPr>
            <p:ph type="ftr" idx="11"/>
          </p:nvPr>
        </p:nvSpPr>
        <p:spPr>
          <a:xfrm>
            <a:off x="4648200" y="6356350"/>
            <a:ext cx="3204210" cy="365125"/>
          </a:xfrm>
          <a:noFill/>
          <a:ln>
            <a:noFill/>
          </a:ln>
        </p:spPr>
        <p:txBody>
          <a:bodyPr vert="horz" wrap="square" lIns="91440" tIns="45720" rIns="91440" bIns="45720" numCol="1" spcCol="215900" anchor="ctr">
            <a:prstTxWarp prst="textNoShape">
              <a:avLst/>
            </a:prstTxWarp>
          </a:bodyPr>
          <a:lstStyle/>
          <a:p>
            <a:pPr marL="0" indent="0" algn="ctr">
              <a:spcBef>
                <a:spcPts val="0"/>
              </a:spcBef>
              <a:spcAft>
                <a:spcPts val="0"/>
              </a:spcAft>
              <a:buNone/>
            </a:pPr>
            <a:r>
              <a:rPr lang="en-us" cap="none">
                <a:solidFill>
                  <a:srgbClr val="FFFFFF"/>
                </a:solidFill>
              </a:rPr>
              <a:t>@SIH Idea submission- Template</a:t>
            </a:r>
            <a:endParaRPr cap="none">
              <a:solidFill>
                <a:srgbClr val="FFFFFF"/>
              </a:solidFill>
            </a:endParaRPr>
          </a:p>
        </p:txBody>
      </p:sp>
      <p:pic>
        <p:nvPicPr>
          <p:cNvPr id="6" name="Google Shape;118;p15"/>
          <p:cNvPicPr>
            <a:extLst>
              <a:ext uri="smNativeData">
                <pr:smNativeData xmlns:pr="smNativeData" xmlns="smNativeData" val="SMDATA_17_VL+6ah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AcAAAA4AAAAAAAAAAAAAAAAAAAA////AAAAAAAAAAAAAAAAAAAAAAAAAAAAAAAAAAAAAABkAAAAZAAAAAAAAAAjAAAABAAAAGQAAAAXAAAAFAAAAAAAAAAAAAAA/38AAP9/AAAAAAAACQAAAAQAAAD5////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B9JfQPMzMwAwMD/AH9/fwAAAAAAAAAAAAAAAAD///8AAAAAACEAAAAYAAAAFAAAACo8AAACAAAAAUoAAIsGAAAQAAAAJgAAAAgAAAD//////////w=="/>
              </a:ext>
            </a:extLst>
          </p:cNvPicPr>
          <p:nvPr/>
        </p:nvPicPr>
        <p:blipFill>
          <a:blip r:embed="rId3"/>
          <a:stretch>
            <a:fillRect/>
          </a:stretch>
        </p:blipFill>
        <p:spPr>
          <a:xfrm>
            <a:off x="9780270" y="1270"/>
            <a:ext cx="2249805" cy="1062355"/>
          </a:xfrm>
          <a:prstGeom prst="rect">
            <a:avLst/>
          </a:prstGeom>
          <a:noFill/>
          <a:ln>
            <a:noFill/>
          </a:ln>
          <a:effectLst/>
        </p:spPr>
      </p:pic>
      <p:sp>
        <p:nvSpPr>
          <p:cNvPr id="7" name="Google Shape;119;p15" descr="Your startup LOGO"/>
          <p:cNvSpPr>
            <a:extLst>
              <a:ext uri="smNativeData">
                <pr:smNativeData xmlns:pr="smNativeData" xmlns="smNativeData" val="SMDATA_15_VL+6ahMAAAAlAAAAZgAAAA0AAAAAkAAAAEgAAACQAAAASAAAAAAAAAABAAAAAAAAAAEAAABQAAAAAAAAAAAA8D8AAAAAAADwPwAAAAAAAOA/AAAAAAAA4D8AAAAAAADgPwAAAAAAAOA/AAAAAAAA4D8AAAAAAADgPwAAAAAAAOA/AAAAAAAA4D8CAAAAjAAAAAEAAAAAAAAA////AP///wgAAAAAAAAAAAAAAAAAAAAAAAAAAAAAAAAAAAAAeAAAAAEAAABAAAAAAAAAAAAAAABaAAAAAAAAAAAAAAAAAAAAAAAAAAAAAAAAAAAAAAAAAAAAAAAAAAAAAAAAAAAAAAAAAAAAAAAAAAAAAAAAAAAAAAAAAAAAAAAAAAAAFAAAADwAAAABAAAAAAAAAIBkogAoAAAAAQAAACMAAAAjAAAAIwAAAB4AAAAAAAAASwAAAEsAAAAA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B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IBkogB/f38AH0l9A8zMzADAwP8Af39/AAAAAAAAAAAAAAAAAAAAAAAAAAAAIQAAABgAAAAUAAAABgIAAI0BAACUCQAAhQYAABAAAAAmAAAACAAAAP//////////"/>
              </a:ext>
            </a:extLst>
          </p:cNvSpPr>
          <p:nvPr/>
        </p:nvSpPr>
        <p:spPr>
          <a:xfrm>
            <a:off x="328930" y="252095"/>
            <a:ext cx="1228090" cy="807720"/>
          </a:xfrm>
          <a:prstGeom prst="ellipse">
            <a:avLst/>
          </a:prstGeom>
          <a:solidFill>
            <a:srgbClr val="FFFFFF"/>
          </a:solidFill>
          <a:ln w="25400" cap="flat" cmpd="sng" algn="ctr">
            <a:solidFill>
              <a:srgbClr val="8064A2"/>
            </a:solidFill>
            <a:prstDash val="solid"/>
            <a:headEnd type="none"/>
            <a:tailEnd type="none"/>
          </a:ln>
          <a:effectLst/>
        </p:spPr>
        <p:txBody>
          <a:bodyPr vert="horz" wrap="square" lIns="91440" tIns="45720" rIns="91440" bIns="45720" numCol="1" spcCol="215900" anchor="ctr"/>
          <a:lstStyle/>
          <a:p>
            <a:pPr marL="0" marR="0" indent="0" algn="ctr">
              <a:spcBef>
                <a:spcPts val="0"/>
              </a:spcBef>
              <a:spcAft>
                <a:spcPts val="0"/>
              </a:spcAft>
              <a:buNone/>
            </a:pPr>
            <a:r>
              <a:rPr lang="en-us" sz="1500" b="1" cap="none">
                <a:latin typeface="Calibri" pitchFamily="2" charset="0"/>
                <a:ea typeface="Calibri" pitchFamily="2" charset="0"/>
                <a:cs typeface="Calibri" pitchFamily="2" charset="0"/>
              </a:rPr>
              <a:t>6@RootRevival</a:t>
            </a:r>
            <a:endParaRPr sz="1500" b="1" cap="none">
              <a:latin typeface="Calibri" pitchFamily="2" charset="0"/>
              <a:ea typeface="Calibri" pitchFamily="2" charset="0"/>
              <a:cs typeface="Calibri" pitchFamily="2" charset="0"/>
            </a:endParaRPr>
          </a:p>
        </p:txBody>
      </p:sp>
      <p:cxnSp>
        <p:nvCxnSpPr>
          <p:cNvPr id="8" name="Connector1"/>
          <p:cNvCxnSpPr>
            <a:stCxn id="40" idx="3"/>
            <a:endCxn id="43" idx="1"/>
            <a:extLst>
              <a:ext uri="smNativeData">
                <pr:smNativeData xmlns:pr="smNativeData" xmlns="smNativeData" val="SMDATA_15_VL+6ahMAAAAlAAAADQAAAA0AAAAAkAAAAEgAAACQAAAASAAAAAAAAAAAAAAAAAAAAAEAAABQAAAAAAAAAAAA8L8AAAAAAAAAAAAAAAAAAP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BzuQAbAAAAAQAAACMAAAAjAAAAIwAAAB4AAAAAAAAAZAAAAGQAAAAD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n///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BzuQB/f38AH0l9A8zMzADAwP8Af39/AAAAAAAAAAAAAAAAAAAAAAAAAAAAIQAAABgAAAAUAAAA0BoAAGcjAAD5HgAAZyMAABAAAAAmAAAACAAAAP//////////"/>
              </a:ext>
            </a:extLst>
          </p:cNvCxnSpPr>
          <p:nvPr/>
        </p:nvCxnSpPr>
        <p:spPr>
          <a:xfrm rot="16200000" flipH="1">
            <a:off x="4696460" y="5417185"/>
            <a:ext cx="12700" cy="676275"/>
          </a:xfrm>
          <a:prstGeom prst="straightConnector1">
            <a:avLst/>
          </a:prstGeom>
          <a:noFill/>
          <a:ln w="17145" cap="flat" cmpd="sng" algn="ctr">
            <a:solidFill>
              <a:srgbClr val="0073B9"/>
            </a:solidFill>
            <a:prstDash val="solid"/>
            <a:headEnd type="none"/>
            <a:tailEnd type="arrow" w="sm" len="sm"/>
          </a:ln>
          <a:effectLst/>
        </p:spPr>
      </p:cxnSp>
      <p:cxnSp>
        <p:nvCxnSpPr>
          <p:cNvPr id="9" name="Connector2"/>
          <p:cNvCxnSpPr>
            <a:stCxn id="37" idx="2"/>
            <a:endCxn id="40" idx="0"/>
            <a:extLst>
              <a:ext uri="smNativeData">
                <pr:smNativeData xmlns:pr="smNativeData" xmlns="smNativeData" val="SMDATA_15_VL+6ahMAAAAlAAAADgAAAA0AAAAAkAAAAEgAAACQAAAASAAAAAAAAAAAAAAAAAAAAAEAAABQAAAAAAAAAAAA8L8AAAAAAAAAAAAAAAAAAP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BzuQAbAAAAAQAAACMAAAAjAAAAIwAAAB4AAAAAAAAAZAAAAGQAAAAD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BzuQB/f38AH0l9A8zMzADAwP8Af39/AAAAAAAAAAAAAAAAAAAAAAAAAAAAIQAAABgAAAAUAAAADA8AAC8fAACAJQAAiSAAABAAAAAmAAAACAAAAP//////////"/>
              </a:ext>
            </a:extLst>
          </p:cNvCxnSpPr>
          <p:nvPr/>
        </p:nvCxnSpPr>
        <p:spPr>
          <a:xfrm rot="5400000">
            <a:off x="4161155" y="3354070"/>
            <a:ext cx="219710" cy="3649980"/>
          </a:xfrm>
          <a:prstGeom prst="bentConnector4">
            <a:avLst>
              <a:gd name="adj1" fmla="val 0"/>
              <a:gd name="adj2" fmla="val 50000"/>
            </a:avLst>
          </a:prstGeom>
          <a:noFill/>
          <a:ln w="17145" cap="flat" cmpd="sng" algn="ctr">
            <a:solidFill>
              <a:srgbClr val="0073B9"/>
            </a:solidFill>
            <a:prstDash val="solid"/>
            <a:headEnd type="none"/>
            <a:tailEnd type="arrow" w="sm" len="sm"/>
          </a:ln>
          <a:effectLst/>
        </p:spPr>
      </p:cxnSp>
      <p:cxnSp>
        <p:nvCxnSpPr>
          <p:cNvPr id="10" name="Connector3"/>
          <p:cNvCxnSpPr>
            <a:stCxn id="34" idx="2"/>
            <a:endCxn id="37" idx="0"/>
            <a:extLst>
              <a:ext uri="smNativeData">
                <pr:smNativeData xmlns:pr="smNativeData" xmlns="smNativeData" val="SMDATA_15_VL+6ahMAAAAlAAAADgAAAA0AAAAAkAAAAEgAAACQAAAASAAAAAAAAAAAAAAAAAAAAAEAAABQAAAAAAAAAAAA8L8AAAAAAAAAAAAAAAAAAP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BzuQAbAAAAAQAAACMAAAAjAAAAIwAAAB4AAAAAAAAAZAAAAGQAAAAD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BzuQB/f38AH0l9A8zMzADAwP8Af39/AAAAAAAAAAAAAAAAAAAAAAAAAAAAIQAAABgAAAAUAAAAgCUAAKgZAAAzPQAAQhsAABAAAAAmAAAACAAAAP//////////"/>
              </a:ext>
            </a:extLst>
          </p:cNvCxnSpPr>
          <p:nvPr/>
        </p:nvCxnSpPr>
        <p:spPr>
          <a:xfrm rot="5400000">
            <a:off x="7891780" y="2374900"/>
            <a:ext cx="260350" cy="3852545"/>
          </a:xfrm>
          <a:prstGeom prst="bentConnector4">
            <a:avLst>
              <a:gd name="adj1" fmla="val 0"/>
              <a:gd name="adj2" fmla="val 50000"/>
            </a:avLst>
          </a:prstGeom>
          <a:noFill/>
          <a:ln w="17145" cap="flat" cmpd="sng" algn="ctr">
            <a:solidFill>
              <a:srgbClr val="0073B9"/>
            </a:solidFill>
            <a:prstDash val="solid"/>
            <a:headEnd type="none"/>
            <a:tailEnd type="arrow" w="sm" len="sm"/>
          </a:ln>
          <a:effectLst/>
        </p:spPr>
      </p:cxnSp>
      <p:cxnSp>
        <p:nvCxnSpPr>
          <p:cNvPr id="11" name="Connector4"/>
          <p:cNvCxnSpPr>
            <a:stCxn id="31" idx="2"/>
            <a:endCxn id="37" idx="0"/>
            <a:extLst>
              <a:ext uri="smNativeData">
                <pr:smNativeData xmlns:pr="smNativeData" xmlns="smNativeData" val="SMDATA_15_VL+6ahMAAAAlAAAADQAAAA0AAAAAkAAAAEgAAACQAAAASAAAAAAAAAAAAAAAAAAAAAEAAABQAAAAAAAAAAAA8L8AAAAAAAAAAAAAAAAAAP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BzuQAbAAAAAQAAACMAAAAjAAAAIwAAAB4AAAAAAAAAZAAAAGQAAAAD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7///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BzuQB/f38AH0l9A8zMzADAwP8Af39/AAAAAAAAAAAAAAAAAAAAAAAAAAAAIQAAABgAAAAUAAAAgCUAAKgZAACAJQAAQhsAABAAAAAmAAAACAAAAP//////////"/>
              </a:ext>
            </a:extLst>
          </p:cNvCxnSpPr>
          <p:nvPr/>
        </p:nvCxnSpPr>
        <p:spPr>
          <a:xfrm rot="16200000" flipH="1">
            <a:off x="5965825" y="4300855"/>
            <a:ext cx="260350" cy="12700"/>
          </a:xfrm>
          <a:prstGeom prst="straightConnector1">
            <a:avLst/>
          </a:prstGeom>
          <a:noFill/>
          <a:ln w="17145" cap="flat" cmpd="sng" algn="ctr">
            <a:solidFill>
              <a:srgbClr val="0073B9"/>
            </a:solidFill>
            <a:prstDash val="solid"/>
            <a:headEnd type="none"/>
            <a:tailEnd type="arrow" w="sm" len="sm"/>
          </a:ln>
          <a:effectLst/>
        </p:spPr>
      </p:cxnSp>
      <p:cxnSp>
        <p:nvCxnSpPr>
          <p:cNvPr id="12" name="Connector5"/>
          <p:cNvCxnSpPr>
            <a:stCxn id="28" idx="2"/>
            <a:endCxn id="37" idx="0"/>
            <a:extLst>
              <a:ext uri="smNativeData">
                <pr:smNativeData xmlns:pr="smNativeData" xmlns="smNativeData" val="SMDATA_15_VL+6ahMAAAAlAAAADgAAAA0AAAAAkAAAAEgAAACQAAAASAAAAAAAAAAAAAAAAAAAAAEAAABQAAAAAAAAAAAA8L8AAAAAAAAAAAAAAAAAAP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BzuQAbAAAAAQAAACMAAAAjAAAAIwAAAB4AAAAAAAAAZAAAAGQAAAAD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ND///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BzuQB/f38AH0l9A8zMzADAwP8Af39/AAAAAAAAAAAAAAAAAAAAAAAAAAAAIQAAABgAAAAUAAAAzQ0AAKgZAACAJQAAQhsAABAAAAAmAAAACAAAAP//////////"/>
              </a:ext>
            </a:extLst>
          </p:cNvCxnSpPr>
          <p:nvPr/>
        </p:nvCxnSpPr>
        <p:spPr>
          <a:xfrm rot="16200000" flipH="1">
            <a:off x="4039235" y="2374900"/>
            <a:ext cx="260350" cy="3852545"/>
          </a:xfrm>
          <a:prstGeom prst="bentConnector4">
            <a:avLst>
              <a:gd name="adj1" fmla="val 0"/>
              <a:gd name="adj2" fmla="val 50000"/>
            </a:avLst>
          </a:prstGeom>
          <a:noFill/>
          <a:ln w="17145" cap="flat" cmpd="sng" algn="ctr">
            <a:solidFill>
              <a:srgbClr val="0073B9"/>
            </a:solidFill>
            <a:prstDash val="solid"/>
            <a:headEnd type="none"/>
            <a:tailEnd type="arrow" w="sm" len="sm"/>
          </a:ln>
          <a:effectLst/>
        </p:spPr>
      </p:cxnSp>
      <p:cxnSp>
        <p:nvCxnSpPr>
          <p:cNvPr id="13" name="Connector6"/>
          <p:cNvCxnSpPr>
            <a:stCxn id="25" idx="2"/>
            <a:endCxn id="34" idx="0"/>
            <a:extLst>
              <a:ext uri="smNativeData">
                <pr:smNativeData xmlns:pr="smNativeData" xmlns="smNativeData" val="SMDATA_15_VL+6ahMAAAAlAAAADgAAAA0AAAAAkAAAAEgAAACQAAAASAAAAAAAAAAAAAAAAAAAAAEAAABQAAAAAAAAAAAA8L8AAAAAAAAAAAAAAAAAAP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BzuQAbAAAAAQAAACMAAAAjAAAAIwAAAB4AAAAAAAAAZAAAAGQAAAAD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j///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BzuQB/f38AH0l9A8zMzADAwP8Af39/AAAAAAAAAAAAAAAAAAAAAAAAAAAAIQAAABgAAAAUAAAAijoAABkRAAAzPQAAshIAABAAAAAmAAAACAAAAP//////////"/>
              </a:ext>
            </a:extLst>
          </p:cNvCxnSpPr>
          <p:nvPr/>
        </p:nvCxnSpPr>
        <p:spPr>
          <a:xfrm rot="16200000" flipH="1">
            <a:off x="9602470" y="2693035"/>
            <a:ext cx="259715" cy="432435"/>
          </a:xfrm>
          <a:prstGeom prst="bentConnector4">
            <a:avLst>
              <a:gd name="adj1" fmla="val 0"/>
              <a:gd name="adj2" fmla="val 50000"/>
            </a:avLst>
          </a:prstGeom>
          <a:noFill/>
          <a:ln w="17145" cap="flat" cmpd="sng" algn="ctr">
            <a:solidFill>
              <a:srgbClr val="0073B9"/>
            </a:solidFill>
            <a:prstDash val="solid"/>
            <a:headEnd type="none"/>
            <a:tailEnd type="arrow" w="sm" len="sm"/>
          </a:ln>
          <a:effectLst/>
        </p:spPr>
      </p:cxnSp>
      <p:cxnSp>
        <p:nvCxnSpPr>
          <p:cNvPr id="14" name="Connector7"/>
          <p:cNvCxnSpPr>
            <a:stCxn id="25" idx="2"/>
            <a:endCxn id="31" idx="0"/>
            <a:extLst>
              <a:ext uri="smNativeData">
                <pr:smNativeData xmlns:pr="smNativeData" xmlns="smNativeData" val="SMDATA_15_VL+6ahMAAAAlAAAADgAAAA0AAAAAkAAAAEgAAACQAAAASAAAAAAAAAAAAAAAAAAAAAEAAABQAAAAAAAAAAAA8L8AAAAAAAAAAAAAAAAAAP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BzuQAbAAAAAQAAACMAAAAjAAAAIwAAAB4AAAAAAAAAZAAAAGQAAAAD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Nj///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BzuQB/f38AH0l9A8zMzADAwP8Af39/AAAAAAAAAAAAAAAAAAAAAAAAAAAAIQAAABgAAAAUAAAAgCUAABkRAACKOgAAshIAABAAAAAmAAAACAAAAP//////////"/>
              </a:ext>
            </a:extLst>
          </p:cNvCxnSpPr>
          <p:nvPr/>
        </p:nvCxnSpPr>
        <p:spPr>
          <a:xfrm rot="5400000">
            <a:off x="7675880" y="1199515"/>
            <a:ext cx="259715" cy="3420110"/>
          </a:xfrm>
          <a:prstGeom prst="bentConnector4">
            <a:avLst>
              <a:gd name="adj1" fmla="val 0"/>
              <a:gd name="adj2" fmla="val 50000"/>
            </a:avLst>
          </a:prstGeom>
          <a:noFill/>
          <a:ln w="17145" cap="flat" cmpd="sng" algn="ctr">
            <a:solidFill>
              <a:srgbClr val="0073B9"/>
            </a:solidFill>
            <a:prstDash val="solid"/>
            <a:headEnd type="none"/>
            <a:tailEnd type="arrow" w="sm" len="sm"/>
          </a:ln>
          <a:effectLst/>
        </p:spPr>
      </p:cxnSp>
      <p:cxnSp>
        <p:nvCxnSpPr>
          <p:cNvPr id="15" name="Connector8"/>
          <p:cNvCxnSpPr>
            <a:stCxn id="25" idx="2"/>
            <a:endCxn id="28" idx="0"/>
            <a:extLst>
              <a:ext uri="smNativeData">
                <pr:smNativeData xmlns:pr="smNativeData" xmlns="smNativeData" val="SMDATA_15_VL+6ahMAAAAlAAAADgAAAA0AAAAAkAAAAEgAAACQAAAASAAAAAAAAAAAAAAAAAAAAAEAAABQAAAAAAAAAAAA8L8AAAAAAAAAAAAAAAAAAP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BzuQAbAAAAAQAAACMAAAAjAAAAIwAAAB4AAAAAAAAAZAAAAGQAAAAD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D///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BzuQB/f38AH0l9A8zMzADAwP8Af39/AAAAAAAAAAAAAAAAAAAAAAAAAAAAIQAAABgAAAAUAAAAzQ0AABkRAACKOgAAshIAABAAAAAmAAAACAAAAP//////////"/>
              </a:ext>
            </a:extLst>
          </p:cNvCxnSpPr>
          <p:nvPr/>
        </p:nvCxnSpPr>
        <p:spPr>
          <a:xfrm rot="5400000">
            <a:off x="5749925" y="-727075"/>
            <a:ext cx="259715" cy="7272655"/>
          </a:xfrm>
          <a:prstGeom prst="bentConnector4">
            <a:avLst>
              <a:gd name="adj1" fmla="val 0"/>
              <a:gd name="adj2" fmla="val 50000"/>
            </a:avLst>
          </a:prstGeom>
          <a:noFill/>
          <a:ln w="17145" cap="flat" cmpd="sng" algn="ctr">
            <a:solidFill>
              <a:srgbClr val="0073B9"/>
            </a:solidFill>
            <a:prstDash val="solid"/>
            <a:headEnd type="none"/>
            <a:tailEnd type="arrow" w="sm" len="sm"/>
          </a:ln>
          <a:effectLst/>
        </p:spPr>
      </p:cxnSp>
      <p:cxnSp>
        <p:nvCxnSpPr>
          <p:cNvPr id="16" name="Connector9"/>
          <p:cNvCxnSpPr>
            <a:stCxn id="22" idx="3"/>
            <a:endCxn id="25" idx="1"/>
            <a:extLst>
              <a:ext uri="smNativeData">
                <pr:smNativeData xmlns:pr="smNativeData" xmlns="smNativeData" val="SMDATA_15_VL+6ahMAAAAlAAAADQAAAA0AAAAAkAAAAEgAAACQAAAASAAAAAAAAAAAAAAAAAAAAAEAAABQAAAAAAAAAAAA8L8AAAAAAAAAAAAAAAAAAP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BzuQAbAAAAAQAAACMAAAAjAAAAIwAAAB4AAAAAAAAAZAAAAGQAAAAD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BzuQB/f38AH0l9A8zMzADAwP8Af39/AAAAAAAAAAAAAAAAAAAAAAAAAAAAIQAAABgAAAAUAAAAsioAADsOAABcLQAAOw4AABAAAAAmAAAACAAAAP//////////"/>
              </a:ext>
            </a:extLst>
          </p:cNvCxnSpPr>
          <p:nvPr/>
        </p:nvCxnSpPr>
        <p:spPr>
          <a:xfrm rot="16200000" flipH="1">
            <a:off x="7157085" y="2096770"/>
            <a:ext cx="12700" cy="433070"/>
          </a:xfrm>
          <a:prstGeom prst="straightConnector1">
            <a:avLst/>
          </a:prstGeom>
          <a:noFill/>
          <a:ln w="17145" cap="flat" cmpd="sng" algn="ctr">
            <a:solidFill>
              <a:srgbClr val="0073B9"/>
            </a:solidFill>
            <a:prstDash val="solid"/>
            <a:headEnd type="none"/>
            <a:tailEnd type="arrow" w="sm" len="sm"/>
          </a:ln>
          <a:effectLst/>
        </p:spPr>
      </p:cxnSp>
      <p:cxnSp>
        <p:nvCxnSpPr>
          <p:cNvPr id="17" name="Connector10"/>
          <p:cNvCxnSpPr>
            <a:stCxn id="19" idx="3"/>
            <a:endCxn id="22" idx="1"/>
            <a:extLst>
              <a:ext uri="smNativeData">
                <pr:smNativeData xmlns:pr="smNativeData" xmlns="smNativeData" val="SMDATA_15_VL+6ahMAAAAlAAAADQAAAA0AAAAAkAAAAEgAAACQAAAASAAAAAAAAAAAAAAAAAAAAAEAAABQAAAAAAAAAAAA8L8AAAAAAAAAAAAAAAAAAP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BzuQAbAAAAAQAAACMAAAAjAAAAIwAAAB4AAAAAAAAAZAAAAGQAAAAD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z///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BzuQB/f38AH0l9A8zMzADAwP8Af39/AAAAAAAAAAAAAAAAAAAAAAAAAAAAIQAAABgAAAAUAAAAKRQAADsOAADTFgAAOw4AABAAAAAmAAAACAAAAP//////////"/>
              </a:ext>
            </a:extLst>
          </p:cNvCxnSpPr>
          <p:nvPr/>
        </p:nvCxnSpPr>
        <p:spPr>
          <a:xfrm rot="16200000" flipH="1">
            <a:off x="3493770" y="2096770"/>
            <a:ext cx="12700" cy="433070"/>
          </a:xfrm>
          <a:prstGeom prst="straightConnector1">
            <a:avLst/>
          </a:prstGeom>
          <a:noFill/>
          <a:ln w="17145" cap="flat" cmpd="sng" algn="ctr">
            <a:solidFill>
              <a:srgbClr val="0073B9"/>
            </a:solidFill>
            <a:prstDash val="solid"/>
            <a:headEnd type="none"/>
            <a:tailEnd type="arrow" w="sm" len="sm"/>
          </a:ln>
          <a:effectLst/>
        </p:spPr>
      </p:cxnSp>
      <p:sp>
        <p:nvSpPr>
          <p:cNvPr id="18" name="Rectangle1"/>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FMHAACjRwAAJAkAABAAAAAmAAAACAAAAP//////////"/>
              </a:ext>
            </a:extLst>
          </p:cNvSpPr>
          <p:nvPr/>
        </p:nvSpPr>
        <p:spPr>
          <a:xfrm>
            <a:off x="533400" y="1190625"/>
            <a:ext cx="11111865" cy="295275"/>
          </a:xfrm>
          <a:prstGeom prst="rect">
            <a:avLst/>
          </a:prstGeom>
          <a:noFill/>
          <a:ln>
            <a:noFill/>
          </a:ln>
          <a:effectLst/>
        </p:spPr>
        <p:txBody>
          <a:bodyPr vert="horz" wrap="square" lIns="0" tIns="0" rIns="0" bIns="0" numCol="1" spcCol="215900" anchor="t"/>
          <a:lstStyle/>
          <a:p>
            <a:pPr>
              <a:defRPr sz="1800" b="1" cap="none">
                <a:solidFill>
                  <a:srgbClr val="173754"/>
                </a:solidFill>
              </a:defRPr>
            </a:pPr>
            <a:r>
              <a:t>Methodology and process for implementation</a:t>
            </a:r>
          </a:p>
        </p:txBody>
      </p:sp>
      <p:sp>
        <p:nvSpPr>
          <p:cNvPr id="19" name="AutoShape1"/>
          <p:cNvSpPr>
            <a:extLst>
              <a:ext uri="smNativeData">
                <pr:smNativeData xmlns:pr="smNativeData" xmlns="smNativeData" val="SMDATA_15_VL+6ahMAAAAlAAAAZQAAAA0AAAAAkAAAAEgAAACQAAAASAAAAAAAAAAAAAAAAAAAAAEAAABQAAAAfm/Tn/1IyT8AAAAAAADwvwAAAAAAAOA/AAAAAAAA4D8AAAAAAADgPwAAAAAAAOA/AAAAAAAA4D8AAAAAAADgPwAAAAAAAOA/AAAAAAAA4D8CAAAAjAAAAAEAAAAAAAAA7vX5AP///wgAAAAAAAAAAAAAAAAAAAAAAAAAAAAAAAAAAAAAeAAAAAEAAABAAAAAAAAAAAAAAABaAAAAAAAAAAAAAAAAAAAAAAAAAAAAAAAAAAAAAAAAAAAAAAAAAAAAAAAAAAAAAAAAAAAAAAAAAAAAAAAAAAAAAAAAAAAAAAAAAAAAFAAAADwAAAABAAAAAAAAAM/d5gAU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B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7vX5AP///wEAAAAAAAAAAAAAAAAAAAAAAAAAAAAAAAAAAAAAAAAAAM/d5gB/f38AH0l9A8zMzADAwP8Af39/AAAAAAAAAAAAAAAAAAAAAAAAAAAAIQAAABgAAAAUAAAASAMAAF4LAAApFAAAGREAABAAAAAmAAAACAAAAP//////////"/>
              </a:ext>
            </a:extLst>
          </p:cNvSpPr>
          <p:nvPr/>
        </p:nvSpPr>
        <p:spPr>
          <a:xfrm>
            <a:off x="533400" y="1847850"/>
            <a:ext cx="2743835" cy="931545"/>
          </a:xfrm>
          <a:prstGeom prst="roundRect">
            <a:avLst>
              <a:gd name="adj" fmla="val 9877"/>
            </a:avLst>
          </a:prstGeom>
          <a:solidFill>
            <a:srgbClr val="EEF5F9"/>
          </a:solidFill>
          <a:ln w="12700" cap="flat" cmpd="sng" algn="ctr">
            <a:solidFill>
              <a:srgbClr val="CFDDE6"/>
            </a:solidFill>
            <a:prstDash val="dash"/>
            <a:headEnd type="none"/>
            <a:tailEnd type="none"/>
          </a:ln>
          <a:effectLst/>
        </p:spPr>
      </p:sp>
      <p:sp>
        <p:nvSpPr>
          <p:cNvPr id="20" name="Rectangle2"/>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B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wQAANYLAAAqEwAAeg0AABAAAAAmAAAACAAAAP//////////"/>
              </a:ext>
            </a:extLst>
          </p:cNvSpPr>
          <p:nvPr/>
        </p:nvSpPr>
        <p:spPr>
          <a:xfrm>
            <a:off x="695325" y="1924050"/>
            <a:ext cx="2419985" cy="266700"/>
          </a:xfrm>
          <a:prstGeom prst="rect">
            <a:avLst/>
          </a:prstGeom>
          <a:noFill/>
          <a:ln>
            <a:noFill/>
          </a:ln>
          <a:effectLst/>
        </p:spPr>
        <p:txBody>
          <a:bodyPr vert="horz" wrap="square" lIns="0" tIns="0" rIns="0" bIns="0" numCol="1" spcCol="215900" anchor="t"/>
          <a:lstStyle/>
          <a:p>
            <a:pPr>
              <a:defRPr b="1" cap="none">
                <a:solidFill>
                  <a:srgbClr val="173754"/>
                </a:solidFill>
              </a:defRPr>
            </a:pPr>
            <a:r>
              <a:t>Authorised sources</a:t>
            </a:r>
          </a:p>
        </p:txBody>
      </p:sp>
      <p:sp>
        <p:nvSpPr>
          <p:cNvPr id="21" name="Rectangle3"/>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pzcF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wQAAHoNAAAqEwAA+xAAABAAAAAmAAAACAAAAP//////////"/>
              </a:ext>
            </a:extLst>
          </p:cNvSpPr>
          <p:nvPr/>
        </p:nvSpPr>
        <p:spPr>
          <a:xfrm>
            <a:off x="695325" y="2190750"/>
            <a:ext cx="2419985" cy="569595"/>
          </a:xfrm>
          <a:prstGeom prst="rect">
            <a:avLst/>
          </a:prstGeom>
          <a:noFill/>
          <a:ln>
            <a:noFill/>
          </a:ln>
          <a:effectLst/>
        </p:spPr>
        <p:txBody>
          <a:bodyPr vert="horz" wrap="square" lIns="0" tIns="0" rIns="0" bIns="0" numCol="1" spcCol="215900" anchor="t"/>
          <a:lstStyle/>
          <a:p>
            <a:pPr>
              <a:defRPr sz="1100" cap="none">
                <a:solidFill>
                  <a:srgbClr val="506473"/>
                </a:solidFill>
              </a:defRPr>
            </a:pPr>
            <a:r>
              <a:t>Own test onion service + fixtures</a:t>
            </a:r>
          </a:p>
          <a:p>
            <a:pPr>
              <a:defRPr sz="1200" cap="none">
                <a:solidFill>
                  <a:srgbClr val="506473"/>
                </a:solidFill>
              </a:defRPr>
            </a:pPr>
            <a:r>
              <a:t>Research datasets</a:t>
            </a:r>
          </a:p>
          <a:p>
            <a:pPr>
              <a:defRPr sz="800" i="1" cap="none">
                <a:solidFill>
                  <a:srgbClr val="7B93A6"/>
                </a:solidFill>
              </a:defRPr>
            </a:pPr>
            <a:r>
              <a:t>    Python,    FastAPI,    APScheduler,    Tor + stem</a:t>
            </a:r>
          </a:p>
        </p:txBody>
      </p:sp>
      <p:sp>
        <p:nvSpPr>
          <p:cNvPr id="22" name="AutoShape2"/>
          <p:cNvSpPr>
            <a:extLst>
              <a:ext uri="smNativeData">
                <pr:smNativeData xmlns:pr="smNativeData" xmlns="smNativeData" val="SMDATA_15_VL+6ahMAAAAlAAAAZQAAAA0AAAAAkAAAAEgAAACQAAAASAAAAAAAAAAAAAAAAAAAAAEAAABQAAAAfm/Tn/1IyT8AAAAAAADwvwAAAAAAAOA/AAAAAAAA4D8AAAAAAADgPwAAAAAAAOA/AAAAAAAA4D8AAAAAAADgPwAAAAAAAOA/AAAAAAAA4D8CAAAAjAAAAAEAAAAAAAAA7vX5AP///wgAAAAAAAAAAAAAAAAAAAAAAAAAAAAAAAAAAAAAeAAAAAEAAABAAAAAAAAAAAAAAABaAAAAAAAAAAAAAAAAAAAAAAAAAAAAAAAAAAAAAAAAAAAAAAAAAAAAAAAAAAAAAAAAAAAAAAAAAAAAAAAAAAAAAAAAAAAAAAAAAAAAFAAAADwAAAABAAAAAAAAAM/d5gAU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xwOn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7vX5AP///wEAAAAAAAAAAAAAAAAAAAAAAAAAAAAAAAAAAAAAAAAAAM/d5gB/f38AH0l9A8zMzADAwP8Af39/AAAAAAAAAAAAAAAAAAAAAAAAAAAAIQAAABgAAAAUAAAA0xYAAF4LAACyKgAAGREAABAAAAAmAAAACAAAAP//////////"/>
              </a:ext>
            </a:extLst>
          </p:cNvSpPr>
          <p:nvPr/>
        </p:nvSpPr>
        <p:spPr>
          <a:xfrm>
            <a:off x="3710305" y="1847850"/>
            <a:ext cx="3230245" cy="931545"/>
          </a:xfrm>
          <a:prstGeom prst="roundRect">
            <a:avLst>
              <a:gd name="adj" fmla="val 9877"/>
            </a:avLst>
          </a:prstGeom>
          <a:solidFill>
            <a:srgbClr val="EEF5F9"/>
          </a:solidFill>
          <a:ln w="12700" cap="flat" cmpd="sng" algn="ctr">
            <a:solidFill>
              <a:srgbClr val="CFDDE6"/>
            </a:solidFill>
            <a:prstDash val="dash"/>
            <a:headEnd type="none"/>
            <a:tailEnd type="none"/>
          </a:ln>
          <a:effectLst/>
        </p:spPr>
      </p:sp>
      <p:sp>
        <p:nvSpPr>
          <p:cNvPr id="23" name="Rectangle4"/>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UgeW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0hcAANYLAACzKQAAeg0AABAAAAAmAAAACAAAAP//////////"/>
              </a:ext>
            </a:extLst>
          </p:cNvSpPr>
          <p:nvPr/>
        </p:nvSpPr>
        <p:spPr>
          <a:xfrm>
            <a:off x="3872230" y="1924050"/>
            <a:ext cx="2906395" cy="266700"/>
          </a:xfrm>
          <a:prstGeom prst="rect">
            <a:avLst/>
          </a:prstGeom>
          <a:noFill/>
          <a:ln>
            <a:noFill/>
          </a:ln>
          <a:effectLst/>
        </p:spPr>
        <p:txBody>
          <a:bodyPr vert="horz" wrap="square" lIns="0" tIns="0" rIns="0" bIns="0" numCol="1" spcCol="215900" anchor="t"/>
          <a:lstStyle/>
          <a:p>
            <a:pPr>
              <a:defRPr b="1" cap="none">
                <a:solidFill>
                  <a:srgbClr val="173754"/>
                </a:solidFill>
              </a:defRPr>
            </a:pPr>
            <a:r>
              <a:t>Autonomous collection</a:t>
            </a:r>
          </a:p>
        </p:txBody>
      </p:sp>
      <p:sp>
        <p:nvSpPr>
          <p:cNvPr id="24" name="Rectangle5"/>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9mZi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0hcAAHoNAACzKQAA+xAAABAAAAAmAAAACAAAAP//////////"/>
              </a:ext>
            </a:extLst>
          </p:cNvSpPr>
          <p:nvPr/>
        </p:nvSpPr>
        <p:spPr>
          <a:xfrm>
            <a:off x="3872230" y="2190750"/>
            <a:ext cx="2906395" cy="569595"/>
          </a:xfrm>
          <a:prstGeom prst="rect">
            <a:avLst/>
          </a:prstGeom>
          <a:noFill/>
          <a:ln>
            <a:noFill/>
          </a:ln>
          <a:effectLst/>
        </p:spPr>
        <p:txBody>
          <a:bodyPr vert="horz" wrap="square" lIns="0" tIns="0" rIns="0" bIns="0" numCol="1" spcCol="215900" anchor="t"/>
          <a:lstStyle/>
          <a:p>
            <a:pPr>
              <a:defRPr sz="1200" cap="none">
                <a:solidFill>
                  <a:srgbClr val="506473"/>
                </a:solidFill>
              </a:defRPr>
            </a:pPr>
            <a:r>
              <a:t>Scheduled capture; hashes,</a:t>
            </a:r>
          </a:p>
          <a:p>
            <a:pPr>
              <a:defRPr sz="1200" cap="none">
                <a:solidFill>
                  <a:srgbClr val="506473"/>
                </a:solidFill>
              </a:defRPr>
            </a:pPr>
            <a:r>
              <a:t>identifiers and categories</a:t>
            </a:r>
          </a:p>
          <a:p>
            <a:pPr>
              <a:defRPr sz="800" i="1" cap="none">
                <a:solidFill>
                  <a:srgbClr val="7B93A6"/>
                </a:solidFill>
              </a:defRPr>
            </a:pPr>
            <a:r>
              <a:t>    Python,    FastAPI,    APScheduler,    Tor + stem</a:t>
            </a:r>
          </a:p>
        </p:txBody>
      </p:sp>
      <p:sp>
        <p:nvSpPr>
          <p:cNvPr id="25" name="AutoShape3"/>
          <p:cNvSpPr>
            <a:extLst>
              <a:ext uri="smNativeData">
                <pr:smNativeData xmlns:pr="smNativeData" xmlns="smNativeData" val="SMDATA_15_VL+6ahMAAAAlAAAAZQAAAA0AAAAAkAAAAEgAAACQAAAASAAAAAAAAAAAAAAAAAAAAAEAAABQAAAAfm/Tn/1IyT8AAAAAAADwvwAAAAAAAOA/AAAAAAAA4D8AAAAAAADgPwAAAAAAAOA/AAAAAAAA4D8AAAAAAADgPwAAAAAAAOA/AAAAAAAA4D8CAAAAjAAAAAEAAAAAAAAA7vX5AP///wgAAAAAAAAAAAAAAAAAAAAAAAAAAAAAAAAAAAAAeAAAAAEAAABAAAAAAAAAAAAAAABaAAAAAAAAAAAAAAAAAAAAAAAAAAAAAAAAAAAAAAAAAAAAAAAAAAAAAAAAAAAAAAAAAAAAAAAAAAAAAAAAAAAAAAAAAAAAAAAAAAAAFAAAADwAAAABAAAAAAAAAM/d5gAU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AwNi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7vX5AP///wEAAAAAAAAAAAAAAAAAAAAAAAAAAAAAAAAAAAAAAAAAAM/d5gB/f38AH0l9A8zMzADAwP8Af39/AAAAAAAAAAAAAAAAAAAAAAAAAAAAIQAAABgAAAAUAAAAXC0AAF4LAAC4RwAAGREAABAAAAAmAAAACAAAAP//////////"/>
              </a:ext>
            </a:extLst>
          </p:cNvSpPr>
          <p:nvPr/>
        </p:nvSpPr>
        <p:spPr>
          <a:xfrm>
            <a:off x="7373620" y="1847850"/>
            <a:ext cx="4284980" cy="931545"/>
          </a:xfrm>
          <a:prstGeom prst="roundRect">
            <a:avLst>
              <a:gd name="adj" fmla="val 9877"/>
            </a:avLst>
          </a:prstGeom>
          <a:solidFill>
            <a:srgbClr val="EEF5F9"/>
          </a:solidFill>
          <a:ln w="12700" cap="flat" cmpd="sng" algn="ctr">
            <a:solidFill>
              <a:srgbClr val="CFDDE6"/>
            </a:solidFill>
            <a:prstDash val="solid"/>
            <a:headEnd type="none"/>
            <a:tailEnd type="none"/>
          </a:ln>
          <a:effectLst/>
        </p:spPr>
      </p:sp>
      <p:sp>
        <p:nvSpPr>
          <p:cNvPr id="26" name="Rectangle6"/>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Qgc2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y4AANYLAAC5RgAAeg0AABAAAAAmAAAACAAAAP//////////"/>
              </a:ext>
            </a:extLst>
          </p:cNvSpPr>
          <p:nvPr/>
        </p:nvSpPr>
        <p:spPr>
          <a:xfrm>
            <a:off x="7535545" y="1924050"/>
            <a:ext cx="3961130" cy="266700"/>
          </a:xfrm>
          <a:prstGeom prst="rect">
            <a:avLst/>
          </a:prstGeom>
          <a:noFill/>
          <a:ln>
            <a:noFill/>
          </a:ln>
          <a:effectLst/>
        </p:spPr>
        <p:txBody>
          <a:bodyPr vert="horz" wrap="square" lIns="0" tIns="0" rIns="0" bIns="0" numCol="1" spcCol="215900" anchor="t"/>
          <a:lstStyle/>
          <a:p>
            <a:pPr>
              <a:defRPr b="1" cap="none">
                <a:solidFill>
                  <a:srgbClr val="173754"/>
                </a:solidFill>
              </a:defRPr>
            </a:pPr>
            <a:r>
              <a:t>Evidence store + identity graph</a:t>
            </a:r>
          </a:p>
        </p:txBody>
      </p:sp>
      <p:sp>
        <p:nvSpPr>
          <p:cNvPr id="27" name="Rectangle7"/>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ksIG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y4AAHoNAAC5RgAA+xAAABAAAAAmAAAACAAAAP//////////"/>
              </a:ext>
            </a:extLst>
          </p:cNvSpPr>
          <p:nvPr/>
        </p:nvSpPr>
        <p:spPr>
          <a:xfrm>
            <a:off x="7535545" y="2190750"/>
            <a:ext cx="3961130" cy="569595"/>
          </a:xfrm>
          <a:prstGeom prst="rect">
            <a:avLst/>
          </a:prstGeom>
          <a:noFill/>
          <a:ln>
            <a:noFill/>
          </a:ln>
          <a:effectLst/>
        </p:spPr>
        <p:txBody>
          <a:bodyPr vert="horz" wrap="square" lIns="0" tIns="0" rIns="0" bIns="0" numCol="1" spcCol="215900" anchor="t"/>
          <a:lstStyle/>
          <a:p>
            <a:pPr>
              <a:defRPr sz="1200" cap="none">
                <a:solidFill>
                  <a:srgbClr val="506473"/>
                </a:solidFill>
              </a:defRPr>
            </a:pPr>
            <a:r>
              <a:t>Handles, PGP keys, wallets, trust links;</a:t>
            </a:r>
          </a:p>
          <a:p>
            <a:pPr>
              <a:defRPr sz="1200" cap="none">
                <a:solidFill>
                  <a:srgbClr val="506473"/>
                </a:solidFill>
              </a:defRPr>
            </a:pPr>
            <a:r>
              <a:t>source ratings and provenance</a:t>
            </a:r>
          </a:p>
          <a:p>
            <a:pPr>
              <a:defRPr sz="800" i="1" cap="none">
                <a:solidFill>
                  <a:srgbClr val="7B93A6"/>
                </a:solidFill>
              </a:defRPr>
            </a:pPr>
            <a:r>
              <a:t>    DuckDB,    NetworkX,    SHA-256 hash-chained audit log</a:t>
            </a:r>
          </a:p>
        </p:txBody>
      </p:sp>
      <p:sp>
        <p:nvSpPr>
          <p:cNvPr id="28" name="AutoShape4"/>
          <p:cNvSpPr>
            <a:extLst>
              <a:ext uri="smNativeData">
                <pr:smNativeData xmlns:pr="smNativeData" xmlns="smNativeData" val="SMDATA_15_VL+6ahMAAAAlAAAAZQAAAA0AAAAAkAAAAEgAAACQAAAASAAAAAAAAAAAAAAAAAAAAAEAAABQAAAAwHgGDf0TxD8AAAAAAADwvwAAAAAAAOA/AAAAAAAA4D8AAAAAAADgPwAAAAAAAOA/AAAAAAAA4D8AAAAAAADgPwAAAAAAAOA/AAAAAAAA4D8CAAAAjAAAAAEAAAAAAAAA7vX5AP///wgAAAAAAAAAAAAAAAAAAAAAAAAAAAAAAAAAAAAAeAAAAAEAAABAAAAAAAAAAAAAAABaAAAAAAAAAAAAAAAAAAAAAAAAAAAAAAAAAAAAAAAAAAAAAAAAAAAAAAAAAAAAAAAAAAAAAAAAAAAAAAAAAAAAAAAAAAAAAAAAAAAAFAAAADwAAAABAAAAAAAAAM/d5gAU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Fwc2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7vX5AP///wEAAAAAAAAAAAAAAAAAAAAAAAAAAAAAAAAAAAAAAAAAAM/d5gB/f38AH0l9A8zMzADAwP8Af39/AAAAAAAAAAAAAAAAAAAAAAAAAAAAIQAAABgAAAAUAAAASAMAALISAABSGAAAqBkAABAAAAAmAAAACAAAAP//////////"/>
              </a:ext>
            </a:extLst>
          </p:cNvSpPr>
          <p:nvPr/>
        </p:nvSpPr>
        <p:spPr>
          <a:xfrm>
            <a:off x="533400" y="3039110"/>
            <a:ext cx="3420110" cy="1131570"/>
          </a:xfrm>
          <a:prstGeom prst="roundRect">
            <a:avLst>
              <a:gd name="adj" fmla="val 7843"/>
            </a:avLst>
          </a:prstGeom>
          <a:solidFill>
            <a:srgbClr val="EEF5F9"/>
          </a:solidFill>
          <a:ln w="12700" cap="flat" cmpd="sng" algn="ctr">
            <a:solidFill>
              <a:srgbClr val="CFDDE6"/>
            </a:solidFill>
            <a:prstDash val="dash"/>
            <a:headEnd type="none"/>
            <a:tailEnd type="none"/>
          </a:ln>
          <a:effectLst/>
        </p:spPr>
      </p:sp>
      <p:sp>
        <p:nvSpPr>
          <p:cNvPr id="29" name="Rectangle8"/>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luZy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wQAACoTAABSFwAAzhQAABAAAAAmAAAACAAAAP//////////"/>
              </a:ext>
            </a:extLst>
          </p:cNvSpPr>
          <p:nvPr/>
        </p:nvSpPr>
        <p:spPr>
          <a:xfrm>
            <a:off x="695325" y="3115310"/>
            <a:ext cx="3095625" cy="266700"/>
          </a:xfrm>
          <a:prstGeom prst="rect">
            <a:avLst/>
          </a:prstGeom>
          <a:noFill/>
          <a:ln>
            <a:noFill/>
          </a:ln>
          <a:effectLst/>
        </p:spPr>
        <p:txBody>
          <a:bodyPr vert="horz" wrap="square" lIns="0" tIns="0" rIns="0" bIns="0" numCol="1" spcCol="215900" anchor="t"/>
          <a:lstStyle/>
          <a:p>
            <a:pPr>
              <a:defRPr b="1" cap="none">
                <a:solidFill>
                  <a:srgbClr val="173754"/>
                </a:solidFill>
              </a:defRPr>
            </a:pPr>
            <a:r>
              <a:t>AI persona matcher</a:t>
            </a:r>
          </a:p>
        </p:txBody>
      </p:sp>
      <p:sp>
        <p:nvSpPr>
          <p:cNvPr id="30" name="Rectangle9"/>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IvPj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wQAAM4UAABSFwAAihkAABAAAAAmAAAACAAAAP//////////"/>
              </a:ext>
            </a:extLst>
          </p:cNvSpPr>
          <p:nvPr/>
        </p:nvSpPr>
        <p:spPr>
          <a:xfrm>
            <a:off x="695325" y="3382010"/>
            <a:ext cx="3095625" cy="769620"/>
          </a:xfrm>
          <a:prstGeom prst="rect">
            <a:avLst/>
          </a:prstGeom>
          <a:noFill/>
          <a:ln>
            <a:noFill/>
          </a:ln>
          <a:effectLst/>
        </p:spPr>
        <p:txBody>
          <a:bodyPr vert="horz" wrap="square" lIns="0" tIns="0" rIns="0" bIns="0" numCol="1" spcCol="215900" anchor="t"/>
          <a:lstStyle/>
          <a:p>
            <a:pPr>
              <a:defRPr sz="1200" cap="none">
                <a:solidFill>
                  <a:srgbClr val="506473"/>
                </a:solidFill>
              </a:defRPr>
            </a:pPr>
            <a:r>
              <a:t>Style, activity, identifiers;</a:t>
            </a:r>
          </a:p>
          <a:p>
            <a:pPr>
              <a:defRPr sz="1200" cap="none">
                <a:solidFill>
                  <a:srgbClr val="506473"/>
                </a:solidFill>
              </a:defRPr>
            </a:pPr>
            <a:r>
              <a:t>blocking before pair matching</a:t>
            </a:r>
          </a:p>
          <a:p>
            <a:pPr>
              <a:defRPr sz="800" i="1" cap="none">
                <a:solidFill>
                  <a:srgbClr val="7B93A6"/>
                </a:solidFill>
              </a:defRPr>
            </a:pPr>
            <a:r>
              <a:t>    scikit-learn,    LightGBM,    MiniLM,    pgpy,    ruptures</a:t>
            </a:r>
          </a:p>
        </p:txBody>
      </p:sp>
      <p:sp>
        <p:nvSpPr>
          <p:cNvPr id="31" name="AutoShape5"/>
          <p:cNvSpPr>
            <a:extLst>
              <a:ext uri="smNativeData">
                <pr:smNativeData xmlns:pr="smNativeData" xmlns="smNativeData" val="SMDATA_15_VL+6ahMAAAAlAAAAZQAAAA0AAAAAkAAAAEgAAACQAAAASAAAAAAAAAAAAAAAAAAAAAEAAABQAAAAwHgGDf0TxD8AAAAAAADwvwAAAAAAAOA/AAAAAAAA4D8AAAAAAADgPwAAAAAAAOA/AAAAAAAA4D8AAAAAAADgPwAAAAAAAOA/AAAAAAAA4D8CAAAAjAAAAAEAAAAAAAAA7vX5AP///wgAAAAAAAAAAAAAAAAAAAAAAAAAAAAAAAAAAAAAeAAAAAEAAABAAAAAAAAAAAAAAABaAAAAAAAAAAAAAAAAAAAAAAAAAAAAAAAAAAAAAAAAAAAAAAAAAAAAAAAAAAAAAAAAAAAAAAAAAAAAAAAAAAAAAAAAAAAAAAAAAAAAFAAAADwAAAABAAAAAAAAAM/d5gAU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xsLz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7vX5AP///wEAAAAAAAAAAAAAAAAAAAAAAAAAAAAAAAAAAAAAAAAAAM/d5gB/f38AH0l9A8zMzADAwP8Af39/AAAAAAAAAAAAAAAAAAAAAAAAAAAAIQAAABgAAAAUAAAA+xoAALISAAAFMAAAqBkAABAAAAAmAAAACAAAAP//////////"/>
              </a:ext>
            </a:extLst>
          </p:cNvSpPr>
          <p:nvPr/>
        </p:nvSpPr>
        <p:spPr>
          <a:xfrm>
            <a:off x="4385945" y="3039110"/>
            <a:ext cx="3420110" cy="1131570"/>
          </a:xfrm>
          <a:prstGeom prst="roundRect">
            <a:avLst>
              <a:gd name="adj" fmla="val 7843"/>
            </a:avLst>
          </a:prstGeom>
          <a:solidFill>
            <a:srgbClr val="EEF5F9"/>
          </a:solidFill>
          <a:ln w="12700" cap="flat" cmpd="sng" algn="ctr">
            <a:solidFill>
              <a:srgbClr val="CFDDE6"/>
            </a:solidFill>
            <a:prstDash val="dash"/>
            <a:headEnd type="none"/>
            <a:tailEnd type="none"/>
          </a:ln>
          <a:effectLst/>
        </p:spPr>
      </p:sp>
      <p:sp>
        <p:nvSpPr>
          <p:cNvPr id="32" name="Rectangle10"/>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EgdHk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xsAACoTAAAFLwAAzhQAABAAAAAmAAAACAAAAP//////////"/>
              </a:ext>
            </a:extLst>
          </p:cNvSpPr>
          <p:nvPr/>
        </p:nvSpPr>
        <p:spPr>
          <a:xfrm>
            <a:off x="4548505" y="3115310"/>
            <a:ext cx="3094990" cy="266700"/>
          </a:xfrm>
          <a:prstGeom prst="rect">
            <a:avLst/>
          </a:prstGeom>
          <a:noFill/>
          <a:ln>
            <a:noFill/>
          </a:ln>
          <a:effectLst/>
        </p:spPr>
        <p:txBody>
          <a:bodyPr vert="horz" wrap="square" lIns="0" tIns="0" rIns="0" bIns="0" numCol="1" spcCol="215900" anchor="t"/>
          <a:lstStyle/>
          <a:p>
            <a:pPr>
              <a:defRPr b="1" cap="none">
                <a:solidFill>
                  <a:srgbClr val="173754"/>
                </a:solidFill>
              </a:defRPr>
            </a:pPr>
            <a:r>
              <a:t>Origin mapper</a:t>
            </a:r>
          </a:p>
        </p:txBody>
      </p:sp>
      <p:sp>
        <p:nvSpPr>
          <p:cNvPr id="33" name="Rectangle11"/>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pyPj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xsAAM4UAAAFLwAAihkAABAAAAAmAAAACAAAAP//////////"/>
              </a:ext>
            </a:extLst>
          </p:cNvSpPr>
          <p:nvPr/>
        </p:nvSpPr>
        <p:spPr>
          <a:xfrm>
            <a:off x="4548505" y="3382010"/>
            <a:ext cx="3094990" cy="769620"/>
          </a:xfrm>
          <a:prstGeom prst="rect">
            <a:avLst/>
          </a:prstGeom>
          <a:noFill/>
          <a:ln>
            <a:noFill/>
          </a:ln>
          <a:effectLst/>
        </p:spPr>
        <p:txBody>
          <a:bodyPr vert="horz" wrap="square" lIns="0" tIns="0" rIns="0" bIns="0" numCol="1" spcCol="215900" anchor="t"/>
          <a:lstStyle/>
          <a:p>
            <a:pPr>
              <a:defRPr sz="1200" cap="none">
                <a:solidFill>
                  <a:srgbClr val="506473"/>
                </a:solidFill>
              </a:defRPr>
            </a:pPr>
            <a:r>
              <a:t>SSL certs, server-status, banners,</a:t>
            </a:r>
          </a:p>
          <a:p>
            <a:pPr>
              <a:defRPr sz="1050" cap="none">
                <a:solidFill>
                  <a:srgbClr val="506473"/>
                </a:solidFill>
              </a:defRPr>
            </a:pPr>
            <a:r>
              <a:t>descriptor inconsistencies → clearnet origin</a:t>
            </a:r>
          </a:p>
          <a:p>
            <a:pPr>
              <a:defRPr sz="800" i="1" cap="none">
                <a:solidFill>
                  <a:srgbClr val="7B93A6"/>
                </a:solidFill>
              </a:defRPr>
            </a:pPr>
            <a:r>
              <a:t>    requests,    ssl/cryptography,    mmh3 favicon hashes</a:t>
            </a:r>
          </a:p>
        </p:txBody>
      </p:sp>
      <p:sp>
        <p:nvSpPr>
          <p:cNvPr id="34" name="AutoShape6"/>
          <p:cNvSpPr>
            <a:extLst>
              <a:ext uri="smNativeData">
                <pr:smNativeData xmlns:pr="smNativeData" xmlns="smNativeData" val="SMDATA_15_VL+6ahMAAAAlAAAAZQAAAA0AAAAAkAAAAEgAAACQAAAASAAAAAAAAAAAAAAAAAAAAAEAAABQAAAAwHgGDf0TxD8AAAAAAADwvwAAAAAAAOA/AAAAAAAA4D8AAAAAAADgPwAAAAAAAOA/AAAAAAAA4D8AAAAAAADgPwAAAAAAAOA/AAAAAAAA4D8CAAAAjAAAAAEAAAAAAAAA7vX5AP///wgAAAAAAAAAAAAAAAAAAAAAAAAAAAAAAAAAAAAAeAAAAAEAAABAAAAAAAAAAAAAAABaAAAAAAAAAAAAAAAAAAAAAAAAAAAAAAAAAAAAAAAAAAAAAAAAAAAAAAAAAAAAAAAAAAAAAAAAAAAAAAAAAAAAAAAAAAAAAAAAAAAAFAAAADwAAAABAAAAAAAAAM/d5gAU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0iNT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7vX5AP///wEAAAAAAAAAAAAAAAAAAAAAAAAAAAAAAAAAAAAAAAAAAM/d5gB/f38AH0l9A8zMzADAwP8Af39/AAAAAAAAAAAAAAAAAAAAAAAAAAAAIQAAABgAAAAUAAAArjIAALISAAC4RwAAqBkAABAAAAAmAAAACAAAAP//////////"/>
              </a:ext>
            </a:extLst>
          </p:cNvSpPr>
          <p:nvPr/>
        </p:nvSpPr>
        <p:spPr>
          <a:xfrm>
            <a:off x="8238490" y="3039110"/>
            <a:ext cx="3420110" cy="1131570"/>
          </a:xfrm>
          <a:prstGeom prst="roundRect">
            <a:avLst>
              <a:gd name="adj" fmla="val 7843"/>
            </a:avLst>
          </a:prstGeom>
          <a:solidFill>
            <a:srgbClr val="EEF5F9"/>
          </a:solidFill>
          <a:ln w="12700" cap="flat" cmpd="sng" algn="ctr">
            <a:solidFill>
              <a:srgbClr val="CFDDE6"/>
            </a:solidFill>
            <a:prstDash val="dash"/>
            <a:headEnd type="none"/>
            <a:tailEnd type="none"/>
          </a:ln>
          <a:effectLst/>
        </p:spPr>
      </p:sp>
      <p:sp>
        <p:nvSpPr>
          <p:cNvPr id="35" name="Rectangle12"/>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JnL2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jMAACoTAAC5RgAAzhQAABAAAAAmAAAACAAAAP//////////"/>
              </a:ext>
            </a:extLst>
          </p:cNvSpPr>
          <p:nvPr/>
        </p:nvSpPr>
        <p:spPr>
          <a:xfrm>
            <a:off x="8401050" y="3115310"/>
            <a:ext cx="3095625" cy="266700"/>
          </a:xfrm>
          <a:prstGeom prst="rect">
            <a:avLst/>
          </a:prstGeom>
          <a:noFill/>
          <a:ln>
            <a:noFill/>
          </a:ln>
          <a:effectLst/>
        </p:spPr>
        <p:txBody>
          <a:bodyPr vert="horz" wrap="square" lIns="0" tIns="0" rIns="0" bIns="0" numCol="1" spcCol="215900" anchor="t"/>
          <a:lstStyle/>
          <a:p>
            <a:pPr>
              <a:defRPr b="1" cap="none">
                <a:solidFill>
                  <a:srgbClr val="173754"/>
                </a:solidFill>
              </a:defRPr>
            </a:pPr>
            <a:r>
              <a:t>Real-world entity resolver</a:t>
            </a:r>
          </a:p>
        </p:txBody>
      </p:sp>
      <p:sp>
        <p:nvSpPr>
          <p:cNvPr id="36" name="Rectangle13"/>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xhOn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jMAAM4UAAC5RgAAihkAABAAAAAmAAAACAAAAP//////////"/>
              </a:ext>
            </a:extLst>
          </p:cNvSpPr>
          <p:nvPr/>
        </p:nvSpPr>
        <p:spPr>
          <a:xfrm>
            <a:off x="8401050" y="3382010"/>
            <a:ext cx="3095625" cy="769620"/>
          </a:xfrm>
          <a:prstGeom prst="rect">
            <a:avLst/>
          </a:prstGeom>
          <a:noFill/>
          <a:ln>
            <a:noFill/>
          </a:ln>
          <a:effectLst/>
        </p:spPr>
        <p:txBody>
          <a:bodyPr vert="horz" wrap="square" lIns="0" tIns="0" rIns="0" bIns="0" numCol="1" spcCol="215900" anchor="t"/>
          <a:lstStyle/>
          <a:p>
            <a:pPr>
              <a:defRPr sz="1200" cap="none">
                <a:solidFill>
                  <a:srgbClr val="506473"/>
                </a:solidFill>
              </a:defRPr>
            </a:pPr>
            <a:r>
              <a:t>PGP emails, clearnet handles,</a:t>
            </a:r>
          </a:p>
          <a:p>
            <a:pPr>
              <a:defRPr sz="1200" cap="none">
                <a:solidFill>
                  <a:srgbClr val="506473"/>
                </a:solidFill>
              </a:defRPr>
            </a:pPr>
            <a:r>
              <a:t>crypto wallets, IPs / domains</a:t>
            </a:r>
          </a:p>
          <a:p>
            <a:pPr>
              <a:defRPr sz="800" i="1" cap="none">
                <a:solidFill>
                  <a:srgbClr val="7B93A6"/>
                </a:solidFill>
              </a:defRPr>
            </a:pPr>
            <a:r>
              <a:t>    requests,    ssl/cryptography,    mmh3 favicon hashes</a:t>
            </a:r>
          </a:p>
        </p:txBody>
      </p:sp>
      <p:sp>
        <p:nvSpPr>
          <p:cNvPr id="37" name="AutoShape7"/>
          <p:cNvSpPr>
            <a:extLst>
              <a:ext uri="smNativeData">
                <pr:smNativeData xmlns:pr="smNativeData" xmlns="smNativeData" val="SMDATA_15_VL+6ahMAAAAlAAAAZQAAAA0AAAAAkAAAAEgAAACQAAAASAAAAAAAAAAAAAAAAAAAAAEAAABQAAAAVHQkl/+Qzj8AAAAAAADwvwAAAAAAAOA/AAAAAAAA4D8AAAAAAADgPwAAAAAAAOA/AAAAAAAA4D8AAAAAAADgPwAAAAAAAOA/AAAAAAAA4D8CAAAAjAAAAAEAAAAAAAAAFzdUAP///wgAAAAAAAAAAAAAAAAAAAAAAAAAAAAAAAAAAAAAeAAAAAEAAABAAAAAAAAAAAAAAABaAAAAAAAAAAAAAAAAAAAAAAAAAAAAAAAAAAAAAAAAAAAAAAAAAAAAAAAAAAAAAAAAAAAAAAAAAAAAAAAAAAAAAAAAAAAAAAAAAAAAFAAAADwAAAABAAAAAAAAABc3VAAU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A6c3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FzdUAP///wEAAAAAAAAAAAAAAAAAAAAAAAAAAAAAAAAAAAAAAAAAABc3VAB/f38AH0l9A8zMzADAwP8Af39/AAAAAAAAAAAAAAAAAAAAAAAAAAAAIQAAABgAAAAUAAAASAMAAEIbAAC4RwAALx8AABAAAAAmAAAACAAAAP//////////"/>
              </a:ext>
            </a:extLst>
          </p:cNvSpPr>
          <p:nvPr/>
        </p:nvSpPr>
        <p:spPr>
          <a:xfrm>
            <a:off x="533400" y="4431030"/>
            <a:ext cx="11125200" cy="638175"/>
          </a:xfrm>
          <a:prstGeom prst="roundRect">
            <a:avLst>
              <a:gd name="adj" fmla="val 11940"/>
            </a:avLst>
          </a:prstGeom>
          <a:solidFill>
            <a:srgbClr val="173754"/>
          </a:solidFill>
          <a:ln w="12700" cap="flat" cmpd="sng" algn="ctr">
            <a:solidFill>
              <a:srgbClr val="173754"/>
            </a:solidFill>
            <a:prstDash val="solid"/>
            <a:headEnd type="none"/>
            <a:tailEnd type="none"/>
          </a:ln>
          <a:effectLst/>
        </p:spPr>
      </p:sp>
      <p:sp>
        <p:nvSpPr>
          <p:cNvPr id="38" name="Rectangle14"/>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0iIi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wQAALobAAC5RgAAXh0AABAAAAAmAAAACAAAAP//////////"/>
              </a:ext>
            </a:extLst>
          </p:cNvSpPr>
          <p:nvPr/>
        </p:nvSpPr>
        <p:spPr>
          <a:xfrm>
            <a:off x="695325" y="4507230"/>
            <a:ext cx="10801350" cy="266700"/>
          </a:xfrm>
          <a:prstGeom prst="rect">
            <a:avLst/>
          </a:prstGeom>
          <a:noFill/>
          <a:ln>
            <a:noFill/>
          </a:ln>
          <a:effectLst/>
        </p:spPr>
        <p:txBody>
          <a:bodyPr vert="horz" wrap="square" lIns="0" tIns="0" rIns="0" bIns="0" numCol="1" spcCol="215900" anchor="t"/>
          <a:lstStyle/>
          <a:p>
            <a:pPr>
              <a:defRPr b="1" cap="none">
                <a:solidFill>
                  <a:srgbClr val="173754"/>
                </a:solidFill>
              </a:defRPr>
            </a:pPr>
            <a:r>
              <a:rPr cap="none">
                <a:solidFill>
                  <a:srgbClr val="FFFFFF"/>
                </a:solidFill>
              </a:rPr>
              <a:t>Verification gate: every claim is judged separately</a:t>
            </a:r>
          </a:p>
        </p:txBody>
      </p:sp>
      <p:sp>
        <p:nvSpPr>
          <p:cNvPr id="39" name="Rectangle15"/>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N0R2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wQAAF4dAAC5RgAAER8AABAAAAAmAAAACAAAAP//////////"/>
              </a:ext>
            </a:extLst>
          </p:cNvSpPr>
          <p:nvPr/>
        </p:nvSpPr>
        <p:spPr>
          <a:xfrm>
            <a:off x="695325" y="4773930"/>
            <a:ext cx="10801350" cy="276225"/>
          </a:xfrm>
          <a:prstGeom prst="rect">
            <a:avLst/>
          </a:prstGeom>
          <a:noFill/>
          <a:ln>
            <a:noFill/>
          </a:ln>
          <a:effectLst/>
        </p:spPr>
        <p:txBody>
          <a:bodyPr vert="horz" wrap="square" lIns="0" tIns="0" rIns="0" bIns="0" numCol="1" spcCol="215900" anchor="t"/>
          <a:lstStyle/>
          <a:p>
            <a:pPr>
              <a:defRPr sz="1200" cap="none">
                <a:solidFill>
                  <a:srgbClr val="506473"/>
                </a:solidFill>
              </a:defRPr>
            </a:pPr>
            <a:r>
              <a:rPr cap="none">
                <a:solidFill>
                  <a:srgbClr val="FFFFFF"/>
                </a:solidFill>
              </a:rPr>
              <a:t>Key Control  ·  Wallet Control  ·  Persona Link  ·  Hosting Link  ·  Same Operator</a:t>
            </a:r>
          </a:p>
        </p:txBody>
      </p:sp>
      <p:sp>
        <p:nvSpPr>
          <p:cNvPr id="40" name="AutoShape8"/>
          <p:cNvSpPr>
            <a:extLst>
              <a:ext uri="smNativeData">
                <pr:smNativeData xmlns:pr="smNativeData" xmlns="smNativeData" val="SMDATA_15_VL+6ahMAAAAlAAAAZQAAAA0AAAAAkAAAAEgAAACQAAAASAAAAAAAAAAAAAAAAAAAAAEAAABQAAAAfm/Tn/1IyT8AAAAAAADwvwAAAAAAAOA/AAAAAAAA4D8AAAAAAADgPwAAAAAAAOA/AAAAAAAA4D8AAAAAAADgPwAAAAAAAOA/AAAAAAAA4D8CAAAAjAAAAAEAAAAAAAAA7vX5AP///wgAAAAAAAAAAAAAAAAAAAAAAAAAAAAAAAAAAAAAeAAAAAEAAABAAAAAAAAAAAAAAABaAAAAAAAAAAAAAAAAAAAAAAAAAAAAAAAAAAAAAAAAAAAAAAAAAAAAAAAAAAAAAAAAAAAAAAAAAAAAAAAAAAAAAAAAAAAAAAAAAAAAFAAAADwAAAABAAAAAAAAAM/d5gAU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kwIi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7vX5AP///wEAAAAAAAAAAAAAAAAAAAAAAAAAAAAAAAAAAAAAAAAAAM/d5gB/f38AH0l9A8zMzADAwP8Af39/AAAAAAAAAAAAAAAAAAAAAAAAAAAAIQAAABgAAAAUAAAASAMAAIkgAADQGgAARCYAABAAAAAmAAAACAAAAP//////////"/>
              </a:ext>
            </a:extLst>
          </p:cNvSpPr>
          <p:nvPr/>
        </p:nvSpPr>
        <p:spPr>
          <a:xfrm>
            <a:off x="533400" y="5288915"/>
            <a:ext cx="3825240" cy="931545"/>
          </a:xfrm>
          <a:prstGeom prst="roundRect">
            <a:avLst>
              <a:gd name="adj" fmla="val 9877"/>
            </a:avLst>
          </a:prstGeom>
          <a:solidFill>
            <a:srgbClr val="EEF5F9"/>
          </a:solidFill>
          <a:ln w="12700" cap="flat" cmpd="sng" algn="ctr">
            <a:solidFill>
              <a:srgbClr val="CFDDE6"/>
            </a:solidFill>
            <a:prstDash val="solid"/>
            <a:headEnd type="none"/>
            <a:tailEnd type="none"/>
          </a:ln>
          <a:effectLst/>
        </p:spPr>
      </p:sp>
      <p:sp>
        <p:nvSpPr>
          <p:cNvPr id="41" name="Rectangle16"/>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FsPS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wQAAAEhAADRGQAApSIAABAAAAAmAAAACAAAAP//////////"/>
              </a:ext>
            </a:extLst>
          </p:cNvSpPr>
          <p:nvPr/>
        </p:nvSpPr>
        <p:spPr>
          <a:xfrm>
            <a:off x="695325" y="5365115"/>
            <a:ext cx="3501390" cy="266700"/>
          </a:xfrm>
          <a:prstGeom prst="rect">
            <a:avLst/>
          </a:prstGeom>
          <a:noFill/>
          <a:ln>
            <a:noFill/>
          </a:ln>
          <a:effectLst/>
        </p:spPr>
        <p:txBody>
          <a:bodyPr vert="horz" wrap="square" lIns="0" tIns="0" rIns="0" bIns="0" numCol="1" spcCol="215900" anchor="t"/>
          <a:lstStyle/>
          <a:p>
            <a:pPr>
              <a:defRPr b="1" cap="none">
                <a:solidFill>
                  <a:srgbClr val="173754"/>
                </a:solidFill>
              </a:defRPr>
            </a:pPr>
            <a:r>
              <a:t>ASSERT / HOLD / REJECT</a:t>
            </a:r>
          </a:p>
        </p:txBody>
      </p:sp>
      <p:sp>
        <p:nvSpPr>
          <p:cNvPr id="42" name="Rectangle17"/>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Vhcm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wQAAKUiAADRGQAAJiYAABAAAAAmAAAACAAAAP//////////"/>
              </a:ext>
            </a:extLst>
          </p:cNvSpPr>
          <p:nvPr/>
        </p:nvSpPr>
        <p:spPr>
          <a:xfrm>
            <a:off x="695325" y="5631815"/>
            <a:ext cx="3501390" cy="569595"/>
          </a:xfrm>
          <a:prstGeom prst="rect">
            <a:avLst/>
          </a:prstGeom>
          <a:noFill/>
          <a:ln>
            <a:noFill/>
          </a:ln>
          <a:effectLst/>
        </p:spPr>
        <p:txBody>
          <a:bodyPr vert="horz" wrap="square" lIns="0" tIns="0" rIns="0" bIns="0" numCol="1" spcCol="215900" anchor="t"/>
          <a:lstStyle/>
          <a:p>
            <a:pPr>
              <a:defRPr sz="1200" cap="none">
                <a:solidFill>
                  <a:srgbClr val="506473"/>
                </a:solidFill>
              </a:defRPr>
            </a:pPr>
            <a:r>
              <a:t>HOLD = don’t guess; list the</a:t>
            </a:r>
          </a:p>
          <a:p>
            <a:pPr>
              <a:defRPr sz="1200" cap="none">
                <a:solidFill>
                  <a:srgbClr val="506473"/>
                </a:solidFill>
              </a:defRPr>
            </a:pPr>
            <a:r>
              <a:t>evidence still needed</a:t>
            </a:r>
          </a:p>
          <a:p>
            <a:pPr>
              <a:defRPr sz="800" i="1" cap="none">
                <a:solidFill>
                  <a:srgbClr val="7B93A6"/>
                </a:solidFill>
              </a:defRPr>
            </a:pPr>
            <a:r>
              <a:t>    Docker Compose, self-hosted CPU · offline analysis and demo</a:t>
            </a:r>
          </a:p>
        </p:txBody>
      </p:sp>
      <p:sp>
        <p:nvSpPr>
          <p:cNvPr id="43" name="AutoShape9"/>
          <p:cNvSpPr>
            <a:extLst>
              <a:ext uri="smNativeData">
                <pr:smNativeData xmlns:pr="smNativeData" xmlns="smNativeData" val="SMDATA_15_VL+6ahMAAAAlAAAAZQAAAA0AAAAAkAAAAEgAAACQAAAASAAAAAAAAAAAAAAAAAAAAAEAAABQAAAAfm/Tn/1IyT8AAAAAAADwvwAAAAAAAOA/AAAAAAAA4D8AAAAAAADgPwAAAAAAAOA/AAAAAAAA4D8AAAAAAADgPwAAAAAAAOA/AAAAAAAA4D8CAAAAjAAAAAEAAAAAAAAA7vX5AP///wgAAAAAAAAAAAAAAAAAAAAAAAAAAAAAAAAAAAAAeAAAAAEAAABAAAAAAAAAAAAAAABaAAAAAAAAAAAAAAAAAAAAAAAAAAAAAAAAAAAAAAAAAAAAAAAAAAAAAAAAAAAAAAAAAAAAAAAAAAAAAAAAAAAAAAAAAAAAAAAAAAAAFAAAADwAAAABAAAAAAAAAM/d5gAU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I+PG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7vX5AP///wEAAAAAAAAAAAAAAAAAAAAAAAAAAAAAAAAAAAAAAAAAAM/d5gB/f38AH0l9A8zMzADAwP8Af39/AAAAAAAAAAAAAAAAAAAAAAAAAAAAIQAAABgAAAAUAAAA+R4AAIkgAAC4RwAARCYAABAAAAAmAAAACAAAAP//////////"/>
              </a:ext>
            </a:extLst>
          </p:cNvSpPr>
          <p:nvPr/>
        </p:nvSpPr>
        <p:spPr>
          <a:xfrm>
            <a:off x="5034915" y="5288915"/>
            <a:ext cx="6623685" cy="931545"/>
          </a:xfrm>
          <a:prstGeom prst="roundRect">
            <a:avLst>
              <a:gd name="adj" fmla="val 9877"/>
            </a:avLst>
          </a:prstGeom>
          <a:solidFill>
            <a:srgbClr val="EEF5F9"/>
          </a:solidFill>
          <a:ln w="12700" cap="flat" cmpd="sng" algn="ctr">
            <a:solidFill>
              <a:srgbClr val="CFDDE6"/>
            </a:solidFill>
            <a:prstDash val="solid"/>
            <a:headEnd type="none"/>
            <a:tailEnd type="none"/>
          </a:ln>
          <a:effectLst/>
        </p:spPr>
      </p:sp>
      <p:sp>
        <p:nvSpPr>
          <p:cNvPr id="44" name="Rectangle18"/>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48YT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B8AAAEhAAC5RgAApSIAABAAAAAmAAAACAAAAP//////////"/>
              </a:ext>
            </a:extLst>
          </p:cNvSpPr>
          <p:nvPr/>
        </p:nvSpPr>
        <p:spPr>
          <a:xfrm>
            <a:off x="5196840" y="5365115"/>
            <a:ext cx="6299835" cy="266700"/>
          </a:xfrm>
          <a:prstGeom prst="rect">
            <a:avLst/>
          </a:prstGeom>
          <a:noFill/>
          <a:ln>
            <a:noFill/>
          </a:ln>
          <a:effectLst/>
        </p:spPr>
        <p:txBody>
          <a:bodyPr vert="horz" wrap="square" lIns="0" tIns="0" rIns="0" bIns="0" numCol="1" spcCol="215900" anchor="t"/>
          <a:lstStyle/>
          <a:p>
            <a:pPr>
              <a:defRPr b="1" cap="none">
                <a:solidFill>
                  <a:srgbClr val="173754"/>
                </a:solidFill>
              </a:defRPr>
            </a:pPr>
            <a:r>
              <a:t>Analyst workspace + dossier</a:t>
            </a:r>
          </a:p>
        </p:txBody>
      </p:sp>
      <p:sp>
        <p:nvSpPr>
          <p:cNvPr id="45" name="Rectangle19"/>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ZpbG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B8AAKUiAAC5RgAAJiYAABAAAAAmAAAACAAAAP//////////"/>
              </a:ext>
            </a:extLst>
          </p:cNvSpPr>
          <p:nvPr/>
        </p:nvSpPr>
        <p:spPr>
          <a:xfrm>
            <a:off x="5196840" y="5631815"/>
            <a:ext cx="6299835" cy="569595"/>
          </a:xfrm>
          <a:prstGeom prst="rect">
            <a:avLst/>
          </a:prstGeom>
          <a:noFill/>
          <a:ln>
            <a:noFill/>
          </a:ln>
          <a:effectLst/>
        </p:spPr>
        <p:txBody>
          <a:bodyPr vert="horz" wrap="square" lIns="0" tIns="0" rIns="0" bIns="0" numCol="1" spcCol="215900" anchor="t"/>
          <a:lstStyle/>
          <a:p>
            <a:pPr>
              <a:defRPr sz="1200" cap="none">
                <a:solidFill>
                  <a:srgbClr val="506473"/>
                </a:solidFill>
              </a:defRPr>
            </a:pPr>
            <a:r>
              <a:t>Timeline query, profiles, category, last scan, source.</a:t>
            </a:r>
          </a:p>
          <a:p>
            <a:pPr>
              <a:defRPr sz="1200" cap="none">
                <a:solidFill>
                  <a:srgbClr val="506473"/>
                </a:solidFill>
              </a:defRPr>
            </a:pPr>
            <a:r>
              <a:t>Analyst confirms identifications. STIX / CSV / JSON / PDF.</a:t>
            </a:r>
          </a:p>
          <a:p>
            <a:pPr>
              <a:defRPr sz="800" i="1" cap="none">
                <a:solidFill>
                  <a:srgbClr val="7B93A6"/>
                </a:solidFill>
              </a:defRPr>
            </a:pPr>
            <a:r>
              <a:t>    React,    Cytoscape.js,    stix2,    WeasyPrint</a:t>
            </a:r>
          </a:p>
        </p:txBody>
      </p:sp>
      <p:sp>
        <p:nvSpPr>
          <p:cNvPr id="46" name="autonomous-loop"/>
          <p:cNvSpPr>
            <a:extLst>
              <a:ext uri="smNativeData">
                <pr:smNativeData xmlns:pr="smNativeData" xmlns="smNativeData" val="SMDATA_15_VL+6ahMAAAAlAAAACwAAAA0AAAAAAAAAAAAAAADNIAAAHSM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wAAAAh/jAAaAAAAAQAAACMAAAAjAAAAIwAAAB4AAAAAAAAAZAAAAGQAAAAC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h/jAB/f38AH0l9A8zMzADAwP8Af39/AAAAAAAAAAAAAAAAAAAAAAAAAAAAIQAAABgAAAAUAAAAtAAAAKoKAADNIAAAHSMAABAAAAAmAAAACAAAAP//////////"/>
              </a:ext>
            </a:extLst>
          </p:cNvSpPr>
          <p:nvPr/>
        </p:nvSpPr>
        <p:spPr>
          <a:xfrm>
            <a:off x="114300" y="1733550"/>
            <a:ext cx="5217795" cy="3974465"/>
          </a:xfrm>
          <a:custGeom>
            <a:avLst/>
            <a:gdLst/>
            <a:ahLst/>
            <a:cxnLst/>
            <a:rect l="0" t="0" r="5217795" b="3974465"/>
            <a:pathLst>
              <a:path w="5217795" h="3974465">
                <a:moveTo>
                  <a:pt x="419045" y="3974465"/>
                </a:moveTo>
                <a:lnTo>
                  <a:pt x="0" y="3974465"/>
                </a:lnTo>
                <a:lnTo>
                  <a:pt x="0" y="0"/>
                </a:lnTo>
                <a:lnTo>
                  <a:pt x="5217795" y="0"/>
                </a:lnTo>
                <a:lnTo>
                  <a:pt x="5217795" y="110146"/>
                </a:lnTo>
              </a:path>
            </a:pathLst>
          </a:custGeom>
          <a:noFill/>
          <a:ln w="16510" cap="flat" cmpd="sng" algn="ctr">
            <a:solidFill>
              <a:srgbClr val="087F8C"/>
            </a:solidFill>
            <a:prstDash val="dash"/>
            <a:headEnd type="none"/>
            <a:tailEnd type="triangle" w="sm" len="sm"/>
          </a:ln>
          <a:effectLst/>
        </p:spPr>
      </p:sp>
      <p:sp>
        <p:nvSpPr>
          <p:cNvPr id="47" name="Rectangle20"/>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IgaW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CAQAADMJAACNIAAAjAoAABAAAAAmAAAACAAAAP//////////"/>
              </a:ext>
            </a:extLst>
          </p:cNvSpPr>
          <p:nvPr/>
        </p:nvSpPr>
        <p:spPr>
          <a:xfrm>
            <a:off x="655320" y="1495425"/>
            <a:ext cx="4636135" cy="219075"/>
          </a:xfrm>
          <a:prstGeom prst="rect">
            <a:avLst/>
          </a:prstGeom>
          <a:noFill/>
          <a:ln>
            <a:noFill/>
          </a:ln>
          <a:effectLst/>
        </p:spPr>
        <p:txBody>
          <a:bodyPr vert="horz" wrap="square" lIns="0" tIns="0" rIns="0" bIns="0" numCol="1" spcCol="215900" anchor="t"/>
          <a:lstStyle/>
          <a:p>
            <a:pPr>
              <a:defRPr sz="1200" b="1" cap="none">
                <a:solidFill>
                  <a:srgbClr val="087F8C"/>
                </a:solidFill>
              </a:defRPr>
            </a:pPr>
            <a:r>
              <a:t>Scheduled rescan / auto re-verify</a:t>
            </a:r>
          </a:p>
        </p:txBody>
      </p:sp>
      <p:sp>
        <p:nvSpPr>
          <p:cNvPr id="1017" name="Build status legend">
            <a:extLst xmlns:a="http://schemas.openxmlformats.org/drawingml/2006/main">
              <a:ext uri="{FF2B5EF4-FFF2-40B4-BE49-F238E27FC236}">
                <a16:creationId xmlns:a16="http://schemas.microsoft.com/office/drawing/2014/main" id="{FFF5BF8C-7C7C-4057-AE0B-D12395FC2218}"/>
              </a:ext>
            </a:extLst>
          </p:cNvPr>
          <p:cNvSpPr>
            <a:spLocks xmlns:a="http://schemas.openxmlformats.org/drawingml/2006/main" noGrp="1"/>
          </p:cNvSpPr>
          <p:nvPr/>
        </p:nvSpPr>
        <p:spPr>
          <a:xfrm xmlns:a="http://schemas.openxmlformats.org/drawingml/2006/main">
            <a:off x="6953250" y="1571625"/>
            <a:ext cx="4667250"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173754"/>
                </a:solidFill>
                <a:latin typeface="Arial"/>
                <a:ea typeface="Arial"/>
                <a:cs typeface="Arial"/>
              </a:defRPr>
            </a:pPr>
            <a:r>
              <a:rPr sz="825" b="0">
                <a:solidFill>
                  <a:srgbClr val="173754"/>
                </a:solidFill>
                <a:latin typeface="Arial"/>
                <a:ea typeface="Arial"/>
                <a:cs typeface="Arial"/>
              </a:rPr>
              <a:t>● Built in prototype (fixture data)  ○ In development</a:t>
            </a:r>
          </a:p>
        </p:txBody>
      </p:sp>
      <p:sp>
        <p:nvSpPr>
          <p:cNvPr id="1018" name="Build status qualification">
            <a:extLst xmlns:a="http://schemas.openxmlformats.org/drawingml/2006/main">
              <a:ext uri="{FF2B5EF4-FFF2-40B4-BE49-F238E27FC236}">
                <a16:creationId xmlns:a16="http://schemas.microsoft.com/office/drawing/2014/main" id="{9A87033E-2285-4172-AD8E-C853CC244E84}"/>
              </a:ext>
            </a:extLst>
          </p:cNvPr>
          <p:cNvSpPr>
            <a:spLocks xmlns:a="http://schemas.openxmlformats.org/drawingml/2006/main" noGrp="1"/>
          </p:cNvSpPr>
          <p:nvPr/>
        </p:nvSpPr>
        <p:spPr>
          <a:xfrm xmlns:a="http://schemas.openxmlformats.org/drawingml/2006/main">
            <a:off x="6953250" y="1724025"/>
            <a:ext cx="4667250" cy="104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506473"/>
                </a:solidFill>
                <a:latin typeface="Arial"/>
                <a:ea typeface="Arial"/>
                <a:cs typeface="Arial"/>
              </a:defRPr>
            </a:pPr>
            <a:r>
              <a:rPr sz="675" b="0">
                <a:solidFill>
                  <a:srgbClr val="506473"/>
                </a:solidFill>
                <a:latin typeface="Arial"/>
                <a:ea typeface="Arial"/>
                <a:cs typeface="Arial"/>
              </a:rPr>
              <a:t>Outlines mark fixture components; stack labels include planned integrations.</a:t>
            </a:r>
          </a:p>
        </p:txBody>
      </p:sp>
      <p:pic>
        <p:nvPicPr>
          <p:cNvPr id="1019" name=""/>
          <p:cNvPicPr>
            <a:picLocks xmlns:a="http://schemas.openxmlformats.org/drawingml/2006/main" noChangeAspect="1"/>
          </p:cNvPicPr>
          <p:nvPr/>
        </p:nvPicPr>
        <p:blipFill>
          <a:blip xmlns:r="http://schemas.openxmlformats.org/officeDocument/2006/relationships" xmlns:a="http://schemas.openxmlformats.org/drawingml/2006/main" r:embed="rIdEdit1000"/>
          <a:stretch xmlns:a="http://schemas.openxmlformats.org/drawingml/2006/main"/>
        </p:blipFill>
        <p:spPr>
          <a:xfrm xmlns:a="http://schemas.openxmlformats.org/drawingml/2006/main">
            <a:off x="703580" y="2560320"/>
            <a:ext cx="104775" cy="104775"/>
          </a:xfrm>
          <a:prstGeom xmlns:a="http://schemas.openxmlformats.org/drawingml/2006/main" prst="rect">
            <a:avLst/>
          </a:prstGeom>
        </p:spPr>
      </p:pic>
      <p:pic>
        <p:nvPicPr>
          <p:cNvPr id="1020" name=""/>
          <p:cNvPicPr>
            <a:picLocks xmlns:a="http://schemas.openxmlformats.org/drawingml/2006/main" noChangeAspect="1"/>
          </p:cNvPicPr>
          <p:nvPr/>
        </p:nvPicPr>
        <p:blipFill>
          <a:blip xmlns:r="http://schemas.openxmlformats.org/officeDocument/2006/relationships" xmlns:a="http://schemas.openxmlformats.org/drawingml/2006/main" r:embed="rIdEdit1001"/>
          <a:stretch xmlns:a="http://schemas.openxmlformats.org/drawingml/2006/main"/>
        </p:blipFill>
        <p:spPr>
          <a:xfrm xmlns:a="http://schemas.openxmlformats.org/drawingml/2006/main">
            <a:off x="1160780" y="2560320"/>
            <a:ext cx="104775" cy="104775"/>
          </a:xfrm>
          <a:prstGeom xmlns:a="http://schemas.openxmlformats.org/drawingml/2006/main" prst="rect">
            <a:avLst/>
          </a:prstGeom>
        </p:spPr>
      </p:pic>
      <p:pic>
        <p:nvPicPr>
          <p:cNvPr id="1021" name=""/>
          <p:cNvPicPr>
            <a:picLocks xmlns:a="http://schemas.openxmlformats.org/drawingml/2006/main" noChangeAspect="1"/>
          </p:cNvPicPr>
          <p:nvPr/>
        </p:nvPicPr>
        <p:blipFill>
          <a:blip xmlns:r="http://schemas.openxmlformats.org/officeDocument/2006/relationships" xmlns:a="http://schemas.openxmlformats.org/drawingml/2006/main" r:embed="rIdEdit1002"/>
          <a:stretch xmlns:a="http://schemas.openxmlformats.org/drawingml/2006/main"/>
        </p:blipFill>
        <p:spPr>
          <a:xfrm xmlns:a="http://schemas.openxmlformats.org/drawingml/2006/main">
            <a:off x="2388870" y="2580984"/>
            <a:ext cx="104775" cy="63447"/>
          </a:xfrm>
          <a:prstGeom xmlns:a="http://schemas.openxmlformats.org/drawingml/2006/main" prst="rect">
            <a:avLst/>
          </a:prstGeom>
        </p:spPr>
      </p:pic>
      <p:pic>
        <p:nvPicPr>
          <p:cNvPr id="1022" name=""/>
          <p:cNvPicPr>
            <a:picLocks xmlns:a="http://schemas.openxmlformats.org/drawingml/2006/main" noChangeAspect="1"/>
          </p:cNvPicPr>
          <p:nvPr/>
        </p:nvPicPr>
        <p:blipFill>
          <a:blip xmlns:r="http://schemas.openxmlformats.org/officeDocument/2006/relationships" xmlns:a="http://schemas.openxmlformats.org/drawingml/2006/main" r:embed="rIdEdit1003"/>
          <a:stretch xmlns:a="http://schemas.openxmlformats.org/drawingml/2006/main"/>
        </p:blipFill>
        <p:spPr>
          <a:xfrm xmlns:a="http://schemas.openxmlformats.org/drawingml/2006/main">
            <a:off x="3880485" y="2560320"/>
            <a:ext cx="104775" cy="104775"/>
          </a:xfrm>
          <a:prstGeom xmlns:a="http://schemas.openxmlformats.org/drawingml/2006/main" prst="rect">
            <a:avLst/>
          </a:prstGeom>
        </p:spPr>
      </p:pic>
      <p:pic>
        <p:nvPicPr>
          <p:cNvPr id="1023" name=""/>
          <p:cNvPicPr>
            <a:picLocks xmlns:a="http://schemas.openxmlformats.org/drawingml/2006/main" noChangeAspect="1"/>
          </p:cNvPicPr>
          <p:nvPr/>
        </p:nvPicPr>
        <p:blipFill>
          <a:blip xmlns:r="http://schemas.openxmlformats.org/officeDocument/2006/relationships" xmlns:a="http://schemas.openxmlformats.org/drawingml/2006/main" r:embed="rIdEdit1004"/>
          <a:stretch xmlns:a="http://schemas.openxmlformats.org/drawingml/2006/main"/>
        </p:blipFill>
        <p:spPr>
          <a:xfrm xmlns:a="http://schemas.openxmlformats.org/drawingml/2006/main">
            <a:off x="4337685" y="2560320"/>
            <a:ext cx="104775" cy="104775"/>
          </a:xfrm>
          <a:prstGeom xmlns:a="http://schemas.openxmlformats.org/drawingml/2006/main" prst="rect">
            <a:avLst/>
          </a:prstGeom>
        </p:spPr>
      </p:pic>
      <p:pic>
        <p:nvPicPr>
          <p:cNvPr id="1024" name=""/>
          <p:cNvPicPr>
            <a:picLocks xmlns:a="http://schemas.openxmlformats.org/drawingml/2006/main" noChangeAspect="1"/>
          </p:cNvPicPr>
          <p:nvPr/>
        </p:nvPicPr>
        <p:blipFill>
          <a:blip xmlns:r="http://schemas.openxmlformats.org/officeDocument/2006/relationships" xmlns:a="http://schemas.openxmlformats.org/drawingml/2006/main" r:embed="rIdEdit1005"/>
          <a:stretch xmlns:a="http://schemas.openxmlformats.org/drawingml/2006/main"/>
        </p:blipFill>
        <p:spPr>
          <a:xfrm xmlns:a="http://schemas.openxmlformats.org/drawingml/2006/main">
            <a:off x="5565775" y="2580984"/>
            <a:ext cx="104775" cy="63447"/>
          </a:xfrm>
          <a:prstGeom xmlns:a="http://schemas.openxmlformats.org/drawingml/2006/main" prst="rect">
            <a:avLst/>
          </a:prstGeom>
        </p:spPr>
      </p:pic>
      <p:pic>
        <p:nvPicPr>
          <p:cNvPr id="1025" name=""/>
          <p:cNvPicPr>
            <a:picLocks xmlns:a="http://schemas.openxmlformats.org/drawingml/2006/main" noChangeAspect="1"/>
          </p:cNvPicPr>
          <p:nvPr/>
        </p:nvPicPr>
        <p:blipFill>
          <a:blip xmlns:r="http://schemas.openxmlformats.org/officeDocument/2006/relationships" xmlns:a="http://schemas.openxmlformats.org/drawingml/2006/main" r:embed="rIdEdit1006"/>
          <a:stretch xmlns:a="http://schemas.openxmlformats.org/drawingml/2006/main"/>
        </p:blipFill>
        <p:spPr>
          <a:xfrm xmlns:a="http://schemas.openxmlformats.org/drawingml/2006/main">
            <a:off x="7543800" y="2560320"/>
            <a:ext cx="104775" cy="104775"/>
          </a:xfrm>
          <a:prstGeom xmlns:a="http://schemas.openxmlformats.org/drawingml/2006/main" prst="rect">
            <a:avLst/>
          </a:prstGeom>
        </p:spPr>
      </p:pic>
      <p:pic>
        <p:nvPicPr>
          <p:cNvPr id="1026" name=""/>
          <p:cNvPicPr>
            <a:picLocks xmlns:a="http://schemas.openxmlformats.org/drawingml/2006/main" noChangeAspect="1"/>
          </p:cNvPicPr>
          <p:nvPr/>
        </p:nvPicPr>
        <p:blipFill>
          <a:blip xmlns:r="http://schemas.openxmlformats.org/officeDocument/2006/relationships" xmlns:a="http://schemas.openxmlformats.org/drawingml/2006/main" r:embed="rIdEdit1007"/>
          <a:stretch xmlns:a="http://schemas.openxmlformats.org/drawingml/2006/main"/>
        </p:blipFill>
        <p:spPr>
          <a:xfrm xmlns:a="http://schemas.openxmlformats.org/drawingml/2006/main">
            <a:off x="8058150" y="2560320"/>
            <a:ext cx="104775" cy="104775"/>
          </a:xfrm>
          <a:prstGeom xmlns:a="http://schemas.openxmlformats.org/drawingml/2006/main" prst="rect">
            <a:avLst/>
          </a:prstGeom>
        </p:spPr>
      </p:pic>
      <p:pic>
        <p:nvPicPr>
          <p:cNvPr id="1027" name=""/>
          <p:cNvPicPr>
            <a:picLocks xmlns:a="http://schemas.openxmlformats.org/drawingml/2006/main" noChangeAspect="1"/>
          </p:cNvPicPr>
          <p:nvPr/>
        </p:nvPicPr>
        <p:blipFill>
          <a:blip xmlns:r="http://schemas.openxmlformats.org/officeDocument/2006/relationships" xmlns:a="http://schemas.openxmlformats.org/drawingml/2006/main" r:embed="rIdEdit1008"/>
          <a:stretch xmlns:a="http://schemas.openxmlformats.org/drawingml/2006/main"/>
        </p:blipFill>
        <p:spPr>
          <a:xfrm xmlns:a="http://schemas.openxmlformats.org/drawingml/2006/main">
            <a:off x="703580" y="3785050"/>
            <a:ext cx="104775" cy="37835"/>
          </a:xfrm>
          <a:prstGeom xmlns:a="http://schemas.openxmlformats.org/drawingml/2006/main" prst="rect">
            <a:avLst/>
          </a:prstGeom>
        </p:spPr>
      </p:pic>
      <p:pic>
        <p:nvPicPr>
          <p:cNvPr id="1028" name=""/>
          <p:cNvPicPr>
            <a:picLocks xmlns:a="http://schemas.openxmlformats.org/drawingml/2006/main" noChangeAspect="1"/>
          </p:cNvPicPr>
          <p:nvPr/>
        </p:nvPicPr>
        <p:blipFill>
          <a:blip xmlns:r="http://schemas.openxmlformats.org/officeDocument/2006/relationships" xmlns:a="http://schemas.openxmlformats.org/drawingml/2006/main" r:embed="rIdEdit1009"/>
          <a:stretch xmlns:a="http://schemas.openxmlformats.org/drawingml/2006/main"/>
        </p:blipFill>
        <p:spPr>
          <a:xfrm xmlns:a="http://schemas.openxmlformats.org/drawingml/2006/main">
            <a:off x="1351042" y="3751580"/>
            <a:ext cx="64611" cy="104775"/>
          </a:xfrm>
          <a:prstGeom xmlns:a="http://schemas.openxmlformats.org/drawingml/2006/main" prst="rect">
            <a:avLst/>
          </a:prstGeom>
        </p:spPr>
      </p:pic>
      <p:pic>
        <p:nvPicPr>
          <p:cNvPr id="1029" name=""/>
          <p:cNvPicPr>
            <a:picLocks xmlns:a="http://schemas.openxmlformats.org/drawingml/2006/main" noChangeAspect="1"/>
          </p:cNvPicPr>
          <p:nvPr/>
        </p:nvPicPr>
        <p:blipFill>
          <a:blip xmlns:r="http://schemas.openxmlformats.org/officeDocument/2006/relationships" xmlns:a="http://schemas.openxmlformats.org/drawingml/2006/main" r:embed="rIdEdit1010"/>
          <a:stretch xmlns:a="http://schemas.openxmlformats.org/drawingml/2006/main"/>
        </p:blipFill>
        <p:spPr>
          <a:xfrm xmlns:a="http://schemas.openxmlformats.org/drawingml/2006/main">
            <a:off x="4568402" y="3751580"/>
            <a:ext cx="81492" cy="104775"/>
          </a:xfrm>
          <a:prstGeom xmlns:a="http://schemas.openxmlformats.org/drawingml/2006/main" prst="rect">
            <a:avLst/>
          </a:prstGeom>
        </p:spPr>
      </p:pic>
      <p:pic>
        <p:nvPicPr>
          <p:cNvPr id="1030" name=""/>
          <p:cNvPicPr>
            <a:picLocks xmlns:a="http://schemas.openxmlformats.org/drawingml/2006/main" noChangeAspect="1"/>
          </p:cNvPicPr>
          <p:nvPr/>
        </p:nvPicPr>
        <p:blipFill>
          <a:blip xmlns:r="http://schemas.openxmlformats.org/officeDocument/2006/relationships" xmlns:a="http://schemas.openxmlformats.org/drawingml/2006/main" r:embed="rIdEdit1011"/>
          <a:stretch xmlns:a="http://schemas.openxmlformats.org/drawingml/2006/main"/>
        </p:blipFill>
        <p:spPr>
          <a:xfrm xmlns:a="http://schemas.openxmlformats.org/drawingml/2006/main">
            <a:off x="8420947" y="3751580"/>
            <a:ext cx="81492" cy="104775"/>
          </a:xfrm>
          <a:prstGeom xmlns:a="http://schemas.openxmlformats.org/drawingml/2006/main" prst="rect">
            <a:avLst/>
          </a:prstGeom>
        </p:spPr>
      </p:pic>
      <p:pic>
        <p:nvPicPr>
          <p:cNvPr id="1031" name=""/>
          <p:cNvPicPr>
            <a:picLocks xmlns:a="http://schemas.openxmlformats.org/drawingml/2006/main" noChangeAspect="1"/>
          </p:cNvPicPr>
          <p:nvPr/>
        </p:nvPicPr>
        <p:blipFill>
          <a:blip xmlns:r="http://schemas.openxmlformats.org/officeDocument/2006/relationships" xmlns:a="http://schemas.openxmlformats.org/drawingml/2006/main" r:embed="rIdEdit1012"/>
          <a:stretch xmlns:a="http://schemas.openxmlformats.org/drawingml/2006/main"/>
        </p:blipFill>
        <p:spPr>
          <a:xfrm xmlns:a="http://schemas.openxmlformats.org/drawingml/2006/main">
            <a:off x="5205095" y="6007206"/>
            <a:ext cx="104775" cy="93133"/>
          </a:xfrm>
          <a:prstGeom xmlns:a="http://schemas.openxmlformats.org/drawingml/2006/main" prst="rect">
            <a:avLst/>
          </a:prstGeom>
        </p:spPr>
      </p:pic>
      <p:pic>
        <p:nvPicPr>
          <p:cNvPr id="1032" name=""/>
          <p:cNvPicPr>
            <a:picLocks xmlns:a="http://schemas.openxmlformats.org/drawingml/2006/main" noChangeAspect="1"/>
          </p:cNvPicPr>
          <p:nvPr/>
        </p:nvPicPr>
        <p:blipFill>
          <a:blip xmlns:r="http://schemas.openxmlformats.org/officeDocument/2006/relationships" xmlns:a="http://schemas.openxmlformats.org/drawingml/2006/main" r:embed="rIdEdit1013"/>
          <a:stretch xmlns:a="http://schemas.openxmlformats.org/drawingml/2006/main"/>
        </p:blipFill>
        <p:spPr>
          <a:xfrm xmlns:a="http://schemas.openxmlformats.org/drawingml/2006/main">
            <a:off x="5611495" y="6001385"/>
            <a:ext cx="104775" cy="104775"/>
          </a:xfrm>
          <a:prstGeom xmlns:a="http://schemas.openxmlformats.org/drawingml/2006/main" prst="rect">
            <a:avLst/>
          </a:prstGeom>
        </p:spPr>
      </p:pic>
      <p:pic>
        <p:nvPicPr>
          <p:cNvPr id="1033" name=""/>
          <p:cNvPicPr>
            <a:picLocks xmlns:a="http://schemas.openxmlformats.org/drawingml/2006/main" noChangeAspect="1"/>
          </p:cNvPicPr>
          <p:nvPr/>
        </p:nvPicPr>
        <p:blipFill>
          <a:blip xmlns:r="http://schemas.openxmlformats.org/officeDocument/2006/relationships" xmlns:a="http://schemas.openxmlformats.org/drawingml/2006/main" r:embed="rIdEdit1014"/>
          <a:stretch xmlns:a="http://schemas.openxmlformats.org/drawingml/2006/main"/>
        </p:blipFill>
        <p:spPr>
          <a:xfrm xmlns:a="http://schemas.openxmlformats.org/drawingml/2006/main">
            <a:off x="6334125" y="6032818"/>
            <a:ext cx="104775" cy="41910"/>
          </a:xfrm>
          <a:prstGeom xmlns:a="http://schemas.openxmlformats.org/drawingml/2006/main" prst="rect">
            <a:avLst/>
          </a:prstGeom>
        </p:spPr>
      </p:pic>
      <p:pic>
        <p:nvPicPr>
          <p:cNvPr id="1034" name=""/>
          <p:cNvPicPr>
            <a:picLocks xmlns:a="http://schemas.openxmlformats.org/drawingml/2006/main" noChangeAspect="1"/>
          </p:cNvPicPr>
          <p:nvPr/>
        </p:nvPicPr>
        <p:blipFill>
          <a:blip xmlns:r="http://schemas.openxmlformats.org/officeDocument/2006/relationships" xmlns:a="http://schemas.openxmlformats.org/drawingml/2006/main" r:embed="rIdEdit1015"/>
          <a:stretch xmlns:a="http://schemas.openxmlformats.org/drawingml/2006/main"/>
        </p:blipFill>
        <p:spPr>
          <a:xfrm xmlns:a="http://schemas.openxmlformats.org/drawingml/2006/main">
            <a:off x="6684645" y="6001676"/>
            <a:ext cx="104775" cy="104193"/>
          </a:xfrm>
          <a:prstGeom xmlns:a="http://schemas.openxmlformats.org/drawingml/2006/main" prst="rect">
            <a:avLst/>
          </a:prstGeom>
        </p:spPr>
      </p:pic>
      <p:pic>
        <p:nvPicPr>
          <p:cNvPr id="1035" name=""/>
          <p:cNvPicPr>
            <a:picLocks xmlns:a="http://schemas.openxmlformats.org/drawingml/2006/main" noChangeAspect="1"/>
          </p:cNvPicPr>
          <p:nvPr/>
        </p:nvPicPr>
        <p:blipFill>
          <a:blip xmlns:r="http://schemas.openxmlformats.org/officeDocument/2006/relationships" xmlns:a="http://schemas.openxmlformats.org/drawingml/2006/main" r:embed="rIdEdit1016"/>
          <a:stretch xmlns:a="http://schemas.openxmlformats.org/drawingml/2006/main"/>
        </p:blipFill>
        <p:spPr>
          <a:xfrm xmlns:a="http://schemas.openxmlformats.org/drawingml/2006/main">
            <a:off x="703580" y="6001385"/>
            <a:ext cx="104775" cy="104775"/>
          </a:xfrm>
          <a:prstGeom xmlns:a="http://schemas.openxmlformats.org/drawingml/2006/main" prst="rect">
            <a:avLst/>
          </a:prstGeom>
        </p:spPr>
      </p:pic>
    </p:spTree>
  </p:cSld>
  <p:clrMapOvr>
    <a:masterClrMapping/>
  </p:clrMapOvr>
  <p:timing>
    <p:tnLst>
      <p:par>
        <p:cTn id="1" dur="indefinite" restart="never" nodeType="tmRoot"/>
      </p:par>
    </p:tnLst>
  </p:timing>
</p:sld>
</file>

<file path=ppt/slides/slide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showMasterPhAnim="0">
  <p:cSld>
    <p:spTree>
      <p:nvGrpSpPr>
        <p:cNvPr id="1" name=""/>
        <p:cNvGrpSpPr/>
        <p:nvPr/>
      </p:nvGrpSpPr>
      <p:grpSpPr>
        <a:xfrm>
          <a:off x="0" y="0"/>
          <a:ext cx="0" cy="0"/>
          <a:chOff x="0" y="0"/>
          <a:chExt cx="0" cy="0"/>
        </a:xfrm>
      </p:grpSpPr>
      <p:sp>
        <p:nvSpPr>
          <p:cNvPr id="2" name="Google Shape;125;p16"/>
          <p:cNvSpPr>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EAAAAAAAAAAHD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QAAAAAAAAAHAAAAAAAAAAEAAACAgIAAQgAAAAAAAAAkAAAAZAAAAGQAAAAAAAAAy8vLAEIAAAAAAAAAJ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HDAAP///wEAAAAAAAAAAAAAAAAAAAAAAAAAAAAAAAAAAAAAAAAAAAAAAAJ/f38AgICAAMvLywDAwP8Af39/AAAAAAAAAAAAAAAAAAAAAAAAAAAAIQAAABgAAAAUAAAAAAAAABcnAAAASwAAMCoAABAAAAAmAAAACAAAAP//////////"/>
              </a:ext>
            </a:extLst>
          </p:cNvSpPr>
          <p:nvPr/>
        </p:nvSpPr>
        <p:spPr>
          <a:xfrm>
            <a:off x="0" y="6354445"/>
            <a:ext cx="12192000" cy="503555"/>
          </a:xfrm>
          <a:prstGeom prst="rect">
            <a:avLst/>
          </a:prstGeom>
          <a:solidFill>
            <a:srgbClr val="0070C0"/>
          </a:solidFill>
          <a:ln>
            <a:noFill/>
          </a:ln>
          <a:effectLst>
            <a:outerShdw blurRad="12700" dist="22860" dir="5400000">
              <a:srgbClr val="808080">
                <a:alpha val="34000"/>
              </a:srgbClr>
            </a:outerShdw>
          </a:effectLst>
        </p:spPr>
        <p:txBody>
          <a:bodyPr vert="horz" wrap="square" lIns="91440" tIns="45720" rIns="91440" bIns="45720" numCol="1" spcCol="215900" anchor="ctr"/>
          <a:lstStyle/>
          <a:p>
            <a:pPr marL="0" marR="0" indent="0" algn="ctr">
              <a:lnSpc>
                <a:spcPct val="100000"/>
              </a:lnSpc>
              <a:spcBef>
                <a:spcPts val="0"/>
              </a:spcBef>
              <a:spcAft>
                <a:spcPts val="0"/>
              </a:spcAft>
              <a:buNone/>
            </a:pPr>
            <a:endParaRPr sz="1800" cap="none">
              <a:solidFill>
                <a:srgbClr val="953734"/>
              </a:solidFill>
              <a:latin typeface="Calibri" pitchFamily="2" charset="0"/>
              <a:ea typeface="Calibri" pitchFamily="2" charset="0"/>
              <a:cs typeface="Calibri" pitchFamily="2" charset="0"/>
            </a:endParaRPr>
          </a:p>
        </p:txBody>
      </p:sp>
      <p:sp>
        <p:nvSpPr>
          <p:cNvPr id="3" name="Google Shape;126;p16"/>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AMAALX///9ARwAAvQYAABAAAAAmAAAACAAAADwwAAD/HwAA"/>
              </a:ext>
            </a:extLst>
          </p:cNvSpPr>
          <p:nvPr>
            <p:ph type="title"/>
          </p:nvPr>
        </p:nvSpPr>
        <p:spPr>
          <a:noFill/>
          <a:ln>
            <a:noFill/>
          </a:ln>
        </p:spPr>
        <p:txBody>
          <a:bodyPr vert="horz" wrap="square" lIns="91440" tIns="45720" rIns="91440" bIns="45720" numCol="1" spcCol="215900" anchor="ctr">
            <a:prstTxWarp prst="textNoShape">
              <a:avLst/>
            </a:prstTxWarp>
          </a:bodyPr>
          <a:lstStyle/>
          <a:p>
            <a:pPr marL="0" indent="0" algn="ctr">
              <a:spcBef>
                <a:spcPts val="0"/>
              </a:spcBef>
              <a:spcAft>
                <a:spcPts val="0"/>
              </a:spcAft>
              <a:buNone/>
            </a:pPr>
            <a:r>
              <a:rPr lang="en-us" sz="3200" b="1" cap="none">
                <a:latin typeface="Arial" pitchFamily="2" charset="0"/>
                <a:ea typeface="Times New Roman" pitchFamily="1" charset="0"/>
                <a:cs typeface="Times New Roman" pitchFamily="1" charset="0"/>
              </a:rPr>
              <a:t>FEASIBILITY AND VIABILITY</a:t>
            </a:r>
          </a:p>
        </p:txBody>
      </p:sp>
      <p:sp>
        <p:nvSpPr>
          <p:cNvPr id="4" name="Google Shape;128;p16"/>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DUAABonAABARwAAWSkAABAAAAAmAAAACAAAADwwAAD/HwAA"/>
              </a:ext>
            </a:extLst>
          </p:cNvSpPr>
          <p:nvPr>
            <p:ph type="sldNum" idx="12"/>
          </p:nvPr>
        </p:nvSpPr>
        <p:spPr>
          <a:noFill/>
          <a:ln>
            <a:noFill/>
          </a:ln>
        </p:spPr>
        <p:txBody>
          <a:bodyPr vert="horz" wrap="square" lIns="91440" tIns="45720" rIns="91440" bIns="45720" numCol="1" spcCol="215900" anchor="ctr">
            <a:prstTxWarp prst="textNoShape">
              <a:avLst/>
            </a:prstTxWarp>
          </a:bodyPr>
          <a:lstStyle/>
          <a:p>
            <a:pPr marL="0" marR="0" indent="0" algn="r">
              <a:lnSpc>
                <a:spcPct val="100000"/>
              </a:lnSpc>
              <a:spcBef>
                <a:spcPts val="0"/>
              </a:spcBef>
              <a:spcAft>
                <a:spcPts val="0"/>
              </a:spcAft>
              <a:buNone/>
            </a:pPr>
            <a:fld id="{3C25A7C5-8BD1-7051-9F9D-7D04E9D36928}" type="slidenum">
              <a:rPr lang="en-us" b="1" cap="none">
                <a:solidFill>
                  <a:srgbClr val="FFFFFF"/>
                </a:solidFill>
              </a:rPr>
              <a:t>4</a:t>
            </a:fld>
            <a:endParaRPr b="1" cap="none">
              <a:solidFill>
                <a:srgbClr val="FFFFFF"/>
              </a:solidFill>
            </a:endParaRPr>
          </a:p>
        </p:txBody>
      </p:sp>
      <p:sp>
        <p:nvSpPr>
          <p:cNvPr id="5" name="Google Shape;129;p16"/>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mBwAABonAABOMAAAWSkAABAAAAAmAAAACAAAAD0wAAD/HwAA"/>
              </a:ext>
            </a:extLst>
          </p:cNvSpPr>
          <p:nvPr>
            <p:ph type="ftr" idx="11"/>
          </p:nvPr>
        </p:nvSpPr>
        <p:spPr>
          <a:xfrm>
            <a:off x="4648200" y="6356350"/>
            <a:ext cx="3204210" cy="365125"/>
          </a:xfrm>
          <a:noFill/>
          <a:ln>
            <a:noFill/>
          </a:ln>
        </p:spPr>
        <p:txBody>
          <a:bodyPr vert="horz" wrap="square" lIns="91440" tIns="45720" rIns="91440" bIns="45720" numCol="1" spcCol="215900" anchor="ctr">
            <a:prstTxWarp prst="textNoShape">
              <a:avLst/>
            </a:prstTxWarp>
          </a:bodyPr>
          <a:lstStyle/>
          <a:p>
            <a:pPr marL="0" marR="0" indent="0" algn="ctr">
              <a:lnSpc>
                <a:spcPct val="100000"/>
              </a:lnSpc>
              <a:spcBef>
                <a:spcPts val="0"/>
              </a:spcBef>
              <a:spcAft>
                <a:spcPts val="0"/>
              </a:spcAft>
              <a:buNone/>
            </a:pPr>
            <a:r>
              <a:rPr lang="en-us" cap="none">
                <a:solidFill>
                  <a:srgbClr val="FFFFFF"/>
                </a:solidFill>
              </a:rPr>
              <a:t>@SIH Idea submission- Template</a:t>
            </a:r>
            <a:endParaRPr cap="none">
              <a:solidFill>
                <a:srgbClr val="FFFFFF"/>
              </a:solidFill>
            </a:endParaRPr>
          </a:p>
        </p:txBody>
      </p:sp>
      <p:sp>
        <p:nvSpPr>
          <p:cNvPr id="6" name="Google Shape;130;p16" descr="Your startup LOGO"/>
          <p:cNvSpPr>
            <a:extLst>
              <a:ext uri="smNativeData">
                <pr:smNativeData xmlns:pr="smNativeData" xmlns="smNativeData" val="SMDATA_15_VL+6ahMAAAAlAAAAZgAAAA0AAAAAkAAAAEgAAACQAAAASAAAAAAAAAABAAAAAAAAAAEAAABQAAAAAAAAAAAA8D8AAAAAAADwPwAAAAAAAOA/AAAAAAAA4D8AAAAAAADgPwAAAAAAAOA/AAAAAAAA4D8AAAAAAADgPwAAAAAAAOA/AAAAAAAA4D8CAAAAjAAAAAEAAAAAAAAA////AP///wgAAAAAAAAAAAAAAAAAAAAAAAAAAAAAAAAAAAAAeAAAAAEAAABAAAAAAAAAAAAAAABaAAAAAAAAAAAAAAAAAAAAAAAAAAAAAAAAAAAAAAAAAAAAAAAAAAAAAAAAAAAAAAAAAAAAAAAAAAAAAAAAAAAAAAAAAAAAAAAAAAAAFAAAADwAAAABAAAAAAAAAIBkogAoAAAAAQAAACMAAAAjAAAAIwAAAB4AAAAAAAAASwAAAEsAAAAA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IBkogB/f38AH0l9A8zMzADAwP8Af39/AAAAAAAAAAAAAAAAAAAAAAAAAAAAIQAAABgAAAAUAAAABwIAAI0BAAC7CQAAhQYAABAAAAAmAAAACAAAAP//////////"/>
              </a:ext>
            </a:extLst>
          </p:cNvSpPr>
          <p:nvPr/>
        </p:nvSpPr>
        <p:spPr>
          <a:xfrm>
            <a:off x="329565" y="252095"/>
            <a:ext cx="1252220" cy="807720"/>
          </a:xfrm>
          <a:prstGeom prst="ellipse">
            <a:avLst/>
          </a:prstGeom>
          <a:solidFill>
            <a:srgbClr val="FFFFFF"/>
          </a:solidFill>
          <a:ln w="25400" cap="flat" cmpd="sng" algn="ctr">
            <a:solidFill>
              <a:srgbClr val="8064A2"/>
            </a:solidFill>
            <a:prstDash val="solid"/>
            <a:headEnd type="none"/>
            <a:tailEnd type="none"/>
          </a:ln>
          <a:effectLst/>
        </p:spPr>
        <p:txBody>
          <a:bodyPr vert="horz" wrap="square" lIns="91440" tIns="45720" rIns="91440" bIns="45720" numCol="1" spcCol="215900" anchor="ctr"/>
          <a:lstStyle/>
          <a:p>
            <a:pPr marL="0" marR="0" indent="0" algn="ctr">
              <a:spcBef>
                <a:spcPts val="0"/>
              </a:spcBef>
              <a:spcAft>
                <a:spcPts val="0"/>
              </a:spcAft>
              <a:buNone/>
            </a:pPr>
            <a:endParaRPr sz="1800" cap="none">
              <a:latin typeface="Calibri" pitchFamily="2" charset="0"/>
              <a:ea typeface="Calibri" pitchFamily="2" charset="0"/>
              <a:cs typeface="Calibri" pitchFamily="2" charset="0"/>
            </a:endParaRPr>
          </a:p>
        </p:txBody>
      </p:sp>
      <p:pic>
        <p:nvPicPr>
          <p:cNvPr id="7" name="Google Shape;131;p16"/>
          <p:cNvPicPr>
            <a:extLst>
              <a:ext uri="smNativeData">
                <pr:smNativeData xmlns:pr="smNativeData" xmlns="smNativeData" val="SMDATA_17_VL+6ah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B9JfQPMzMwAwMD/AH9/fwAAAAAAAAAAAAAAAAD///8AAAAAACEAAAAYAAAAFAAAACo8AAACAAAAAUoAAIsGAAAQAAAAJgAAAAgAAAD//////////w=="/>
              </a:ext>
            </a:extLst>
          </p:cNvPicPr>
          <p:nvPr/>
        </p:nvPicPr>
        <p:blipFill>
          <a:blip r:embed="rId3"/>
          <a:stretch>
            <a:fillRect/>
          </a:stretch>
        </p:blipFill>
        <p:spPr>
          <a:xfrm>
            <a:off x="9780270" y="1270"/>
            <a:ext cx="2249805" cy="1062355"/>
          </a:xfrm>
          <a:prstGeom prst="rect">
            <a:avLst/>
          </a:prstGeom>
          <a:noFill/>
          <a:ln>
            <a:noFill/>
          </a:ln>
          <a:effectLst/>
        </p:spPr>
      </p:pic>
      <p:sp>
        <p:nvSpPr>
          <p:cNvPr id="8" name="Google Shape;132;p16" descr="Your startup LOGO"/>
          <p:cNvSpPr>
            <a:extLst>
              <a:ext uri="smNativeData">
                <pr:smNativeData xmlns:pr="smNativeData" xmlns="smNativeData" val="SMDATA_15_VL+6ahMAAAAlAAAAZgAAAA0AAAAAkAAAAEgAAACQAAAASAAAAAAAAAABAAAAAAAAAAEAAABQAAAAAAAAAAAA8D8AAAAAAADwPwAAAAAAAOA/AAAAAAAA4D8AAAAAAADgPwAAAAAAAOA/AAAAAAAA4D8AAAAAAADgPwAAAAAAAOA/AAAAAAAA4D8CAAAAjAAAAAEAAAAAAAAA////AP///wgAAAAAAAAAAAAAAAAAAAAAAAAAAAAAAAAAAAAAeAAAAAEAAABAAAAAAAAAAAAAAABaAAAAAAAAAAAAAAAAAAAAAAAAAAAAAAAAAAAAAAAAAAAAAAAAAAAAAAAAAAAAAAAAAAAAAAAAAAAAAAAAAAAAAAAAAAAAAAAAAAAAFAAAADwAAAABAAAAAAAAAIBkogAoAAAAAQAAACMAAAAjAAAAIwAAAB4AAAAAAAAASwAAAEsAAAAA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IBkogB/f38AH0l9A8zMzADAwP8Af39/AAAAAAAAAAAAAAAAAAAAAAAAAAAAIQAAABgAAAAUAAAABwIAAI0BAAC7CQAAhQYAABAAAAAmAAAACAAAAP//////////"/>
              </a:ext>
            </a:extLst>
          </p:cNvSpPr>
          <p:nvPr/>
        </p:nvSpPr>
        <p:spPr>
          <a:xfrm>
            <a:off x="329565" y="252095"/>
            <a:ext cx="1252220" cy="807720"/>
          </a:xfrm>
          <a:prstGeom prst="ellipse">
            <a:avLst/>
          </a:prstGeom>
          <a:solidFill>
            <a:srgbClr val="FFFFFF"/>
          </a:solidFill>
          <a:ln w="25400" cap="flat" cmpd="sng" algn="ctr">
            <a:solidFill>
              <a:srgbClr val="8064A2"/>
            </a:solidFill>
            <a:prstDash val="solid"/>
            <a:headEnd type="none"/>
            <a:tailEnd type="none"/>
          </a:ln>
          <a:effectLst/>
        </p:spPr>
        <p:txBody>
          <a:bodyPr vert="horz" wrap="square" lIns="91440" tIns="45720" rIns="91440" bIns="45720" numCol="1" spcCol="215900" anchor="ctr"/>
          <a:lstStyle/>
          <a:p>
            <a:pPr marL="0" marR="0" indent="0" algn="ctr">
              <a:spcBef>
                <a:spcPts val="0"/>
              </a:spcBef>
              <a:spcAft>
                <a:spcPts val="0"/>
              </a:spcAft>
              <a:buNone/>
            </a:pPr>
            <a:r>
              <a:rPr lang="en-us" sz="1500" b="1" cap="none">
                <a:latin typeface="Calibri" pitchFamily="2" charset="0"/>
                <a:ea typeface="Calibri" pitchFamily="2" charset="0"/>
                <a:cs typeface="Calibri" pitchFamily="2" charset="0"/>
              </a:rPr>
              <a:t>6@RootRevival</a:t>
            </a:r>
            <a:endParaRPr sz="1500" b="1" cap="none">
              <a:latin typeface="Calibri" pitchFamily="2" charset="0"/>
              <a:ea typeface="Calibri" pitchFamily="2" charset="0"/>
              <a:cs typeface="Calibri" pitchFamily="2" charset="0"/>
            </a:endParaRPr>
          </a:p>
        </p:txBody>
      </p:sp>
      <p:sp>
        <p:nvSpPr>
          <p:cNvPr id="9" name="Rectangle1"/>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IAHAAATRwAAJAkAABAAAAAmAAAACAAAAP//////////"/>
              </a:ext>
            </a:extLst>
          </p:cNvSpPr>
          <p:nvPr/>
        </p:nvSpPr>
        <p:spPr>
          <a:xfrm>
            <a:off x="533400" y="1219200"/>
            <a:ext cx="11020425" cy="266700"/>
          </a:xfrm>
          <a:prstGeom prst="rect">
            <a:avLst/>
          </a:prstGeom>
          <a:noFill/>
          <a:ln>
            <a:noFill/>
          </a:ln>
          <a:effectLst/>
        </p:spPr>
        <p:txBody>
          <a:bodyPr vert="horz" wrap="square" lIns="0" tIns="0" rIns="0" bIns="0" numCol="1" spcCol="215900" anchor="t"/>
          <a:lstStyle/>
          <a:p>
            <a:pPr>
              <a:defRPr sz="1750" b="1" cap="none">
                <a:solidFill>
                  <a:srgbClr val="173754"/>
                </a:solidFill>
              </a:defRPr>
            </a:pPr>
            <a:r>
              <a:t>Analysis of feasibility: working prototype</a:t>
            </a:r>
          </a:p>
        </p:txBody>
      </p:sp>
      <p:sp>
        <p:nvSpPr>
          <p:cNvPr id="10" name="Rectangle2"/>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PYJAABARwAAag4AABAAAAAmAAAACAAAAP//////////"/>
              </a:ext>
            </a:extLst>
          </p:cNvSpPr>
          <p:nvPr/>
        </p:nvSpPr>
        <p:spPr>
          <a:xfrm>
            <a:off x="533400" y="1619250"/>
            <a:ext cx="11049000" cy="800100"/>
          </a:xfrm>
          <a:prstGeom prst="rect">
            <a:avLst/>
          </a:prstGeom>
          <a:noFill/>
          <a:ln>
            <a:noFill/>
          </a:ln>
          <a:effectLst/>
        </p:spPr>
        <p:txBody>
          <a:bodyPr vert="horz" wrap="square" lIns="0" tIns="0" rIns="0" bIns="0" numCol="1" spcCol="215900" anchor="t"/>
          <a:lstStyle/>
          <a:p>
            <a:pPr>
              <a:defRPr sz="1350" cap="none">
                <a:solidFill>
                  <a:srgbClr val="172B3A"/>
                </a:solidFill>
              </a:defRPr>
            </a:pPr>
            <a:r>
              <a:rPr sz="1350" cap="none">
                <a:solidFill>
                  <a:srgbClr val="172B3A"/>
                </a:solidFill>
              </a:rPr>
              <a:t>Research benchmark: locked train / validation / test protocol, 100 genuine + 210 adversarial cases, thresholds locked before testing. Working prototype: analyst workbench on fixture scenarios and Agora 2014–15 listing text. Python backend (FastAPI, DuckDB, pgpy) in development. Open-source, CPU-only.</a:t>
            </a:r>
          </a:p>
        </p:txBody>
      </p:sp>
      <p:sp>
        <p:nvSpPr>
          <p:cNvPr id="11" name="Rectangle3"/>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FoPAAD7MQAADREAABAAAAAmAAAACAAAAP//////////"/>
              </a:ext>
            </a:extLst>
          </p:cNvSpPr>
          <p:nvPr/>
        </p:nvSpPr>
        <p:spPr>
          <a:xfrm>
            <a:off x="533400" y="2495550"/>
            <a:ext cx="7591425" cy="276225"/>
          </a:xfrm>
          <a:prstGeom prst="rect">
            <a:avLst/>
          </a:prstGeom>
          <a:noFill/>
          <a:ln>
            <a:noFill/>
          </a:ln>
          <a:effectLst/>
        </p:spPr>
        <p:txBody>
          <a:bodyPr vert="horz" wrap="square" lIns="0" tIns="0" rIns="0" bIns="0" numCol="1" spcCol="215900" anchor="t"/>
          <a:lstStyle/>
          <a:p>
            <a:pPr>
              <a:defRPr sz="1750" b="1" cap="none">
                <a:solidFill>
                  <a:srgbClr val="173754"/>
                </a:solidFill>
              </a:defRPr>
            </a:pPr>
            <a:r>
              <a:t>Potential challenges and risks</a:t>
            </a:r>
          </a:p>
        </p:txBody>
      </p:sp>
      <p:graphicFrame>
        <p:nvGraphicFramePr>
          <p:cNvPr id="12" name=""/>
          <p:cNvGraphicFramePr>
            <a:graphicFrameLocks noGrp="1"/>
          </p:cNvGraphicFramePr>
          <p:nvPr/>
        </p:nvGraphicFramePr>
        <p:xfrm>
          <a:off x="533400" y="2905125"/>
          <a:ext cx="7620000" cy="3089910"/>
        </p:xfrm>
        <a:graphic>
          <a:graphicData uri="http://schemas.openxmlformats.org/drawingml/2006/table">
            <a:tbl>
              <a:tblPr>
                <a:noFill/>
              </a:tblPr>
              <a:tblGrid>
                <a:gridCol w="2533650"/>
                <a:gridCol w="5086350"/>
              </a:tblGrid>
              <a:tr h="476250">
                <a:tc>
                  <a:txBody>
                    <a:bodyPr wrap="square" numCol="1"/>
                    <a:lstStyle/>
                    <a:p>
                      <a:pPr marL="0" marR="0" indent="0" algn="l">
                        <a:buNone/>
                      </a:pPr>
                      <a:r>
                        <a:rPr sz="1300" b="1" cap="none">
                          <a:solidFill>
                            <a:srgbClr val="FFFFFF"/>
                          </a:solidFill>
                        </a:rPr>
                        <a:t>Challenge</a:t>
                      </a:r>
                    </a:p>
                  </a:txBody>
                  <a:tcPr marL="91440" marR="91440" marT="45720" marB="45720" vert="horz">
                    <a:lnL>
                      <a:noFill/>
                    </a:lnL>
                    <a:lnR>
                      <a:noFill/>
                    </a:lnR>
                    <a:lnT>
                      <a:noFill/>
                    </a:lnT>
                    <a:lnB>
                      <a:noFill/>
                    </a:lnB>
                    <a:lnTlToBr>
                      <a:noFill/>
                    </a:lnTlToBr>
                    <a:lnBlToTr>
                      <a:noFill/>
                    </a:lnBlToTr>
                    <a:solidFill>
                      <a:srgbClr val="173754"/>
                    </a:solidFill>
                  </a:tcPr>
                </a:tc>
                <a:tc>
                  <a:txBody>
                    <a:bodyPr wrap="square" numCol="1"/>
                    <a:lstStyle/>
                    <a:p>
                      <a:pPr marL="0" marR="0" indent="0" algn="l">
                        <a:buNone/>
                      </a:pPr>
                      <a:r>
                        <a:rPr sz="1300" b="1" cap="none">
                          <a:solidFill>
                            <a:srgbClr val="FFFFFF"/>
                          </a:solidFill>
                        </a:rPr>
                        <a:t>Strategies for overcoming it</a:t>
                      </a:r>
                    </a:p>
                  </a:txBody>
                  <a:tcPr marL="91440" marR="91440" marT="45720" marB="45720" vert="horz">
                    <a:lnL>
                      <a:noFill/>
                    </a:lnL>
                    <a:lnR>
                      <a:noFill/>
                    </a:lnR>
                    <a:lnT>
                      <a:noFill/>
                    </a:lnT>
                    <a:lnB>
                      <a:noFill/>
                    </a:lnB>
                    <a:lnTlToBr>
                      <a:noFill/>
                    </a:lnTlToBr>
                    <a:lnBlToTr>
                      <a:noFill/>
                    </a:lnBlToTr>
                    <a:solidFill>
                      <a:srgbClr val="173754"/>
                    </a:solidFill>
                  </a:tcPr>
                </a:tc>
                <a:extLst>
                  <a:ext uri="smNativeData">
                    <pr:rowheight xmlns="" xmlns:pr="smNativeData" dt="1790623572" type="min" val="476250"/>
                  </a:ext>
                </a:extLst>
              </a:tr>
              <a:tr h="476250">
                <a:tc>
                  <a:txBody>
                    <a:bodyPr wrap="square" numCol="1"/>
                    <a:lstStyle/>
                    <a:p>
                      <a:pPr marL="0" marR="0" indent="0" algn="l">
                        <a:buNone/>
                      </a:pPr>
                      <a:r>
                        <a:rPr sz="1300" cap="none">
                          <a:solidFill>
                            <a:srgbClr val="172B3A"/>
                          </a:solidFill>
                        </a:rPr>
                        <a:t>Copied identifiers / text</a:t>
                      </a:r>
                    </a:p>
                  </a:txBody>
                  <a:tcPr marL="91440" marR="91440" marT="45720" marB="45720" vert="horz">
                    <a:lnL>
                      <a:noFill/>
                    </a:lnL>
                    <a:lnR>
                      <a:noFill/>
                    </a:lnR>
                    <a:lnT>
                      <a:noFill/>
                    </a:lnT>
                    <a:lnB>
                      <a:noFill/>
                    </a:lnB>
                    <a:lnTlToBr>
                      <a:noFill/>
                    </a:lnTlToBr>
                    <a:lnBlToTr>
                      <a:noFill/>
                    </a:lnBlToTr>
                    <a:solidFill>
                      <a:srgbClr val="F2F7FA"/>
                    </a:solidFill>
                  </a:tcPr>
                </a:tc>
                <a:tc>
                  <a:txBody>
                    <a:bodyPr wrap="square" numCol="1"/>
                    <a:lstStyle/>
                    <a:p>
                      <a:pPr marL="0" marR="0" indent="0" algn="l">
                        <a:buNone/>
                      </a:pPr>
                      <a:r>
                        <a:rPr sz="1300" cap="none">
                          <a:solidFill>
                            <a:srgbClr val="172B3A"/>
                          </a:solidFill>
                        </a:rPr>
                        <a:t>Check signed proof and replays; copied signals count only once.</a:t>
                      </a:r>
                    </a:p>
                  </a:txBody>
                  <a:tcPr marL="91440" marR="91440" marT="45720" marB="45720" vert="horz">
                    <a:lnL>
                      <a:noFill/>
                    </a:lnL>
                    <a:lnR>
                      <a:noFill/>
                    </a:lnR>
                    <a:lnT>
                      <a:noFill/>
                    </a:lnT>
                    <a:lnB>
                      <a:noFill/>
                    </a:lnB>
                    <a:lnTlToBr>
                      <a:noFill/>
                    </a:lnTlToBr>
                    <a:lnBlToTr>
                      <a:noFill/>
                    </a:lnBlToTr>
                    <a:solidFill>
                      <a:srgbClr val="F2F7FA"/>
                    </a:solidFill>
                  </a:tcPr>
                </a:tc>
                <a:extLst>
                  <a:ext uri="smNativeData">
                    <pr:rowheight xmlns="" xmlns:pr="smNativeData" dt="1790623572" type="min" val="476250"/>
                  </a:ext>
                </a:extLst>
              </a:tr>
              <a:tr h="476250">
                <a:tc>
                  <a:txBody>
                    <a:bodyPr wrap="square" numCol="1"/>
                    <a:lstStyle/>
                    <a:p>
                      <a:pPr marL="0" marR="0" indent="0" algn="l">
                        <a:buNone/>
                      </a:pPr>
                      <a:r>
                        <a:rPr sz="1300" cap="none">
                          <a:solidFill>
                            <a:srgbClr val="172B3A"/>
                          </a:solidFill>
                        </a:rPr>
                        <a:t>Too little evidence</a:t>
                      </a:r>
                    </a:p>
                  </a:txBody>
                  <a:tcPr marL="91440" marR="91440" marT="45720" marB="45720" vert="horz">
                    <a:lnL>
                      <a:noFill/>
                    </a:lnL>
                    <a:lnR>
                      <a:noFill/>
                    </a:lnR>
                    <a:lnT>
                      <a:noFill/>
                    </a:lnT>
                    <a:lnB>
                      <a:noFill/>
                    </a:lnB>
                    <a:lnTlToBr>
                      <a:noFill/>
                    </a:lnTlToBr>
                    <a:lnBlToTr>
                      <a:noFill/>
                    </a:lnBlToTr>
                    <a:solidFill>
                      <a:srgbClr val="FFFFFF"/>
                    </a:solidFill>
                  </a:tcPr>
                </a:tc>
                <a:tc>
                  <a:txBody>
                    <a:bodyPr wrap="square" numCol="1"/>
                    <a:lstStyle/>
                    <a:p>
                      <a:pPr marL="0" marR="0" indent="0" algn="l">
                        <a:buNone/>
                      </a:pPr>
                      <a:r>
                        <a:rPr sz="1300" cap="none">
                          <a:solidFill>
                            <a:srgbClr val="172B3A"/>
                          </a:solidFill>
                        </a:rPr>
                        <a:t>Return HOLD instead of guessing; combine multiple independent signals.</a:t>
                      </a:r>
                    </a:p>
                  </a:txBody>
                  <a:tcPr marL="91440" marR="91440" marT="45720" marB="45720" vert="horz">
                    <a:lnL>
                      <a:noFill/>
                    </a:lnL>
                    <a:lnR>
                      <a:noFill/>
                    </a:lnR>
                    <a:lnT>
                      <a:noFill/>
                    </a:lnT>
                    <a:lnB>
                      <a:noFill/>
                    </a:lnB>
                    <a:lnTlToBr>
                      <a:noFill/>
                    </a:lnTlToBr>
                    <a:lnBlToTr>
                      <a:noFill/>
                    </a:lnBlToTr>
                    <a:solidFill>
                      <a:srgbClr val="FFFFFF"/>
                    </a:solidFill>
                  </a:tcPr>
                </a:tc>
                <a:extLst>
                  <a:ext uri="smNativeData">
                    <pr:rowheight xmlns="" xmlns:pr="smNativeData" dt="1790623572" type="min" val="476250"/>
                  </a:ext>
                </a:extLst>
              </a:tr>
              <a:tr h="476250">
                <a:tc>
                  <a:txBody>
                    <a:bodyPr wrap="square" numCol="1"/>
                    <a:lstStyle/>
                    <a:p>
                      <a:pPr marL="0" marR="0" indent="0" algn="l">
                        <a:buNone/>
                      </a:pPr>
                      <a:r>
                        <a:rPr sz="1300" cap="none">
                          <a:solidFill>
                            <a:srgbClr val="172B3A"/>
                          </a:solidFill>
                        </a:rPr>
                        <a:t>Operator imitation</a:t>
                      </a:r>
                    </a:p>
                  </a:txBody>
                  <a:tcPr marL="91440" marR="91440" marT="45720" marB="45720" vert="horz">
                    <a:lnL>
                      <a:noFill/>
                    </a:lnL>
                    <a:lnR>
                      <a:noFill/>
                    </a:lnR>
                    <a:lnT>
                      <a:noFill/>
                    </a:lnT>
                    <a:lnB>
                      <a:noFill/>
                    </a:lnB>
                    <a:lnTlToBr>
                      <a:noFill/>
                    </a:lnTlToBr>
                    <a:lnBlToTr>
                      <a:noFill/>
                    </a:lnBlToTr>
                    <a:solidFill>
                      <a:srgbClr val="F2F7FA"/>
                    </a:solidFill>
                  </a:tcPr>
                </a:tc>
                <a:tc>
                  <a:txBody>
                    <a:bodyPr wrap="square" numCol="1"/>
                    <a:lstStyle/>
                    <a:p>
                      <a:pPr marL="0" marR="0" indent="0" algn="l">
                        <a:buNone/>
                      </a:pPr>
                      <a:r>
                        <a:rPr sz="1300" cap="none">
                          <a:solidFill>
                            <a:srgbClr val="172B3A"/>
                          </a:solidFill>
                        </a:rPr>
                        <a:t>Several continuity signals + independent proof + human review.</a:t>
                      </a:r>
                    </a:p>
                  </a:txBody>
                  <a:tcPr marL="91440" marR="91440" marT="45720" marB="45720" vert="horz">
                    <a:lnL>
                      <a:noFill/>
                    </a:lnL>
                    <a:lnR>
                      <a:noFill/>
                    </a:lnR>
                    <a:lnT>
                      <a:noFill/>
                    </a:lnT>
                    <a:lnB>
                      <a:noFill/>
                    </a:lnB>
                    <a:lnTlToBr>
                      <a:noFill/>
                    </a:lnTlToBr>
                    <a:lnBlToTr>
                      <a:noFill/>
                    </a:lnBlToTr>
                    <a:solidFill>
                      <a:srgbClr val="F2F7FA"/>
                    </a:solidFill>
                  </a:tcPr>
                </a:tc>
                <a:extLst>
                  <a:ext uri="smNativeData">
                    <pr:rowheight xmlns="" xmlns:pr="smNativeData" dt="1790623572" type="min" val="476250"/>
                  </a:ext>
                </a:extLst>
              </a:tr>
              <a:tr h="476250">
                <a:tc>
                  <a:txBody>
                    <a:bodyPr wrap="square" numCol="1"/>
                    <a:lstStyle/>
                    <a:p>
                      <a:pPr marL="0" marR="0" indent="0" algn="l">
                        <a:buNone/>
                      </a:pPr>
                      <a:r>
                        <a:rPr sz="1300" cap="none">
                          <a:solidFill>
                            <a:srgbClr val="172B3A"/>
                          </a:solidFill>
                        </a:rPr>
                        <a:t>No real-world ground truth</a:t>
                      </a:r>
                    </a:p>
                  </a:txBody>
                  <a:tcPr marL="91440" marR="91440" marT="45720" marB="45720" vert="horz">
                    <a:lnL>
                      <a:noFill/>
                    </a:lnL>
                    <a:lnR>
                      <a:noFill/>
                    </a:lnR>
                    <a:lnT>
                      <a:noFill/>
                    </a:lnT>
                    <a:lnB>
                      <a:noFill/>
                    </a:lnB>
                    <a:lnTlToBr>
                      <a:noFill/>
                    </a:lnTlToBr>
                    <a:lnBlToTr>
                      <a:noFill/>
                    </a:lnBlToTr>
                    <a:solidFill>
                      <a:srgbClr val="FFFFFF"/>
                    </a:solidFill>
                  </a:tcPr>
                </a:tc>
                <a:tc>
                  <a:txBody>
                    <a:bodyPr wrap="square" numCol="1"/>
                    <a:lstStyle/>
                    <a:p>
                      <a:pPr marL="0" marR="0" indent="0" algn="l">
                        <a:buNone/>
                      </a:pPr>
                      <a:r>
                        <a:rPr sz="1300" cap="none">
                          <a:solidFill>
                            <a:srgbClr val="172B3A"/>
                          </a:solidFill>
                        </a:rPr>
                        <a:t>Controlled fixtures → licensed research datasets → supervised analyst pilot.</a:t>
                      </a:r>
                    </a:p>
                  </a:txBody>
                  <a:tcPr marL="91440" marR="91440" marT="45720" marB="45720" vert="horz">
                    <a:lnL>
                      <a:noFill/>
                    </a:lnL>
                    <a:lnR>
                      <a:noFill/>
                    </a:lnR>
                    <a:lnT>
                      <a:noFill/>
                    </a:lnT>
                    <a:lnB>
                      <a:noFill/>
                    </a:lnB>
                    <a:lnTlToBr>
                      <a:noFill/>
                    </a:lnTlToBr>
                    <a:lnBlToTr>
                      <a:noFill/>
                    </a:lnBlToTr>
                    <a:solidFill>
                      <a:srgbClr val="FFFFFF"/>
                    </a:solidFill>
                  </a:tcPr>
                </a:tc>
                <a:extLst>
                  <a:ext uri="smNativeData">
                    <pr:rowheight xmlns="" xmlns:pr="smNativeData" dt="1790623572" type="min" val="476250"/>
                  </a:ext>
                </a:extLst>
              </a:tr>
              <a:tr h="476250">
                <a:tc>
                  <a:txBody>
                    <a:bodyPr wrap="square" numCol="1"/>
                    <a:lstStyle/>
                    <a:p>
                      <a:pPr marL="0" marR="0" indent="0" algn="l">
                        <a:buNone/>
                      </a:pPr>
                      <a:r>
                        <a:rPr sz="1300" cap="none">
                          <a:solidFill>
                            <a:srgbClr val="172B3A"/>
                          </a:solidFill>
                        </a:rPr>
                        <a:t>Legal and ethical risk</a:t>
                      </a:r>
                    </a:p>
                  </a:txBody>
                  <a:tcPr marL="91440" marR="91440" marT="45720" marB="45720" vert="horz">
                    <a:lnL>
                      <a:noFill/>
                    </a:lnL>
                    <a:lnR>
                      <a:noFill/>
                    </a:lnR>
                    <a:lnT>
                      <a:noFill/>
                    </a:lnT>
                    <a:lnB>
                      <a:noFill/>
                    </a:lnB>
                    <a:lnTlToBr>
                      <a:noFill/>
                    </a:lnTlToBr>
                    <a:lnBlToTr>
                      <a:noFill/>
                    </a:lnBlToTr>
                    <a:solidFill>
                      <a:srgbClr val="F2F7FA"/>
                    </a:solidFill>
                  </a:tcPr>
                </a:tc>
                <a:tc>
                  <a:txBody>
                    <a:bodyPr wrap="square" numCol="1"/>
                    <a:lstStyle/>
                    <a:p>
                      <a:pPr marL="0" marR="0" indent="0" algn="l">
                        <a:buNone/>
                      </a:pPr>
                      <a:r>
                        <a:rPr sz="1300" cap="none">
                          <a:solidFill>
                            <a:srgbClr val="172B3A"/>
                          </a:solidFill>
                        </a:rPr>
                        <a:t>Authorised law-enforcement use only; passive collection; human sign-off; tamper-evident audit trail; built to work within the IT Act 2000 and DPDP Act 2023.</a:t>
                      </a:r>
                    </a:p>
                  </a:txBody>
                  <a:tcPr marL="91440" marR="91440" marT="45720" marB="45720" vert="horz">
                    <a:lnL>
                      <a:noFill/>
                    </a:lnL>
                    <a:lnR>
                      <a:noFill/>
                    </a:lnR>
                    <a:lnT>
                      <a:noFill/>
                    </a:lnT>
                    <a:lnB>
                      <a:noFill/>
                    </a:lnB>
                    <a:lnTlToBr>
                      <a:noFill/>
                    </a:lnTlToBr>
                    <a:lnBlToTr>
                      <a:noFill/>
                    </a:lnBlToTr>
                    <a:solidFill>
                      <a:srgbClr val="F2F7FA"/>
                    </a:solidFill>
                  </a:tcPr>
                </a:tc>
                <a:extLst>
                  <a:ext uri="smNativeData">
                    <pr:rowheight xmlns="" xmlns:pr="smNativeData" dt="1790623572" type="min" val="476250"/>
                  </a:ext>
                </a:extLst>
              </a:tr>
            </a:tbl>
          </a:graphicData>
        </a:graphic>
      </p:graphicFrame>
      <p:sp>
        <p:nvSpPr>
          <p:cNvPr id="13" name="Rectangle4"/>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2jQAAHgPAAAERwAAHBEAABAAAAAmAAAACAAAAP//////////"/>
              </a:ext>
            </a:extLst>
          </p:cNvSpPr>
          <p:nvPr/>
        </p:nvSpPr>
        <p:spPr>
          <a:xfrm>
            <a:off x="8591550" y="2514600"/>
            <a:ext cx="2952750" cy="266700"/>
          </a:xfrm>
          <a:prstGeom prst="rect">
            <a:avLst/>
          </a:prstGeom>
          <a:noFill/>
          <a:ln>
            <a:noFill/>
          </a:ln>
          <a:effectLst/>
        </p:spPr>
        <p:txBody>
          <a:bodyPr vert="horz" wrap="square" lIns="0" tIns="0" rIns="0" bIns="0" numCol="1" spcCol="215900" anchor="t"/>
          <a:lstStyle/>
          <a:p>
            <a:pPr>
              <a:defRPr sz="1750" b="1" cap="none">
                <a:solidFill>
                  <a:srgbClr val="173754"/>
                </a:solidFill>
              </a:defRPr>
            </a:pPr>
            <a:r>
              <a:t>Prototype and test results</a:t>
            </a:r>
          </a:p>
        </p:txBody>
      </p:sp>
      <p:sp>
        <p:nvSpPr>
          <p:cNvPr id="14" name="Rectangle5"/>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HIkAABQCgAA6SUAABAAAAAmAAAACAAAAP//////////"/>
              </a:ext>
            </a:extLst>
          </p:cNvSpPr>
          <p:nvPr/>
        </p:nvSpPr>
        <p:spPr>
          <a:xfrm>
            <a:off x="533400" y="5924550"/>
            <a:ext cx="1143000" cy="238125"/>
          </a:xfrm>
          <a:prstGeom prst="rect">
            <a:avLst/>
          </a:prstGeom>
          <a:noFill/>
          <a:ln>
            <a:noFill/>
          </a:ln>
          <a:effectLst/>
        </p:spPr>
        <p:txBody>
          <a:bodyPr vert="horz" wrap="square" lIns="0" tIns="0" rIns="0" bIns="0" numCol="1" spcCol="215900" anchor="t"/>
          <a:lstStyle/>
          <a:p>
            <a:pPr>
              <a:defRPr sz="1500" b="1" cap="none">
                <a:solidFill>
                  <a:srgbClr val="173754"/>
                </a:solidFill>
              </a:defRPr>
            </a:pPr>
            <a:r>
              <a:t>Viability</a:t>
            </a:r>
          </a:p>
        </p:txBody>
      </p:sp>
      <p:sp>
        <p:nvSpPr>
          <p:cNvPr id="15" name="Rectangle6"/>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5goAAHIkAAD1RgAAyiYAABAAAAAmAAAACAAAAP//////////"/>
              </a:ext>
            </a:extLst>
          </p:cNvSpPr>
          <p:nvPr/>
        </p:nvSpPr>
        <p:spPr>
          <a:xfrm>
            <a:off x="1771650" y="5924550"/>
            <a:ext cx="9763125" cy="381000"/>
          </a:xfrm>
          <a:prstGeom prst="rect">
            <a:avLst/>
          </a:prstGeom>
          <a:noFill/>
          <a:ln>
            <a:noFill/>
          </a:ln>
          <a:effectLst/>
        </p:spPr>
        <p:txBody>
          <a:bodyPr vert="horz" wrap="square" lIns="0" tIns="0" rIns="0" bIns="0" numCol="1" spcCol="215900" anchor="t"/>
          <a:lstStyle/>
          <a:p>
            <a:pPr>
              <a:defRPr sz="1300" cap="none">
                <a:solidFill>
                  <a:srgbClr val="172B3A"/>
                </a:solidFill>
              </a:defRPr>
            </a:pPr>
            <a:r>
              <a:t>Low-cost on-premise deployment, modular source connectors and STIX 2.1 output for existing CTI tools. Only new or changed data is re-verified, so compute stays low as data grows.</a:t>
            </a:r>
          </a:p>
        </p:txBody>
      </p:sp>
      <p:sp>
        <p:nvSpPr>
          <p:cNvPr id="17" name="Rounded Rectangle 1999854155"/>
          <p:cNvSpPr>
            <a:extLst>
              <a:ext uri="smNativeData">
                <pr:smNativeData xmlns:pr="smNativeData" xmlns="smNativeData" val="SMDATA_15_VL+6ahMAAAAlAAAAZQAAAA0AAAAAVgAAACsAAABWAAAAKwAAAAAAAAABAAAAAAAAAAEAAABQAAAAexSuR+F6xD8AAAAAAADwvwAAAAAAAOA/AAAAAAAA4D8AAAAAAADgPwAAAAAAAOA/AAAAAAAA4D8AAAAAAADgPwAAAAAAAOA/AAAAAAAA4D8CAAAAjAAAAAEAAAAAAAAA7vX5AKbC/wAAAAAAAAAAAAAAAAAAAAAAAAAAAAAAAAAAAAAAZAAAAAEAAABAAAAAAAAAAJz///9aAAAAAAAAAAAAAAAAAAAAAAAAAAAAAAAAAAAAAAAAAAAAAAAAAAAAAAAAAAAAAAAAAAAAAAAAAAAAAAAAAAAAAAAAAAAAAAAAAAAAFAAAADwAAAABAAAAAAAAAM/d5gA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7vX5AKbC/wAAAAAAAAAAAAAAAAAAAAAAAAAAAAAAAAAAAAAAAAAAAM/d5gB/f38AH0l9A8zMzADAwP8Af39/AAAAAAAAAAAAAAAAAAAAAAAAAAAAIQAAABgAAAAUAAAA4DQAAM0cAACOOgAAcCMAABAAAAAmAAAACAAAAP//////////"/>
              </a:ext>
            </a:extLst>
          </p:cNvSpPr>
          <p:nvPr/>
        </p:nvSpPr>
        <p:spPr>
          <a:xfrm>
            <a:off x="8595360" y="4724400"/>
            <a:ext cx="1428750" cy="809625"/>
          </a:xfrm>
          <a:prstGeom prst="roundRect">
            <a:avLst>
              <a:gd name="adj" fmla="val 8000"/>
            </a:avLst>
          </a:prstGeom>
          <a:solidFill>
            <a:srgbClr val="EEF5F9"/>
          </a:solidFill>
          <a:ln w="12700" cap="flat" cmpd="sng" algn="ctr">
            <a:solidFill>
              <a:srgbClr val="CFDDE6"/>
            </a:solidFill>
            <a:prstDash val="solid"/>
            <a:headEnd type="none"/>
            <a:tailEnd type="none"/>
          </a:ln>
          <a:effectLst/>
        </p:spPr>
        <p:txBody>
          <a:bodyPr vert="horz" wrap="square" lIns="54610" tIns="27305" rIns="54610" bIns="27305" numCol="1" spcCol="215900" anchor="ctr"/>
          <a:lstStyle/>
          <a:p>
            <a:pPr algn="ctr">
              <a:defRPr cap="none" sz="2000">
                <a:solidFill>
                  <a:srgbClr val="FFFFFF"/>
                </a:solidFill>
                <a:latin typeface="Arial" pitchFamily="2" charset="0"/>
                <a:ea typeface="Arial" pitchFamily="2" charset="0"/>
                <a:cs typeface="Arial" pitchFamily="2" charset="0"/>
              </a:defRPr>
            </a:pPr>
            <a:r>
              <a:rPr sz="2000" b="1" cap="none">
                <a:solidFill>
                  <a:srgbClr val="173754"/>
                </a:solidFill>
              </a:rPr>
              <a:t>0 vs 30</a:t>
            </a:r>
          </a:p>
          <a:p>
            <a:pPr algn="ctr">
              <a:defRPr cap="none" sz="900" b="0">
                <a:solidFill>
                  <a:srgbClr val="506473"/>
                </a:solidFill>
                <a:latin typeface="Arial" pitchFamily="2" charset="0"/>
                <a:ea typeface="Arial" pitchFamily="2" charset="0"/>
                <a:cs typeface="Arial" pitchFamily="2" charset="0"/>
              </a:defRPr>
            </a:pPr>
            <a:r>
              <a:rPr sz="900" b="0" cap="none">
                <a:solidFill>
                  <a:srgbClr val="506473"/>
                </a:solidFill>
              </a:rPr>
              <a:t>false attributions vs. best baseline at matched recall</a:t>
            </a:r>
          </a:p>
        </p:txBody>
      </p:sp>
      <p:sp>
        <p:nvSpPr>
          <p:cNvPr id="19" name="Rounded Rectangle 1999854157"/>
          <p:cNvSpPr>
            <a:extLst>
              <a:ext uri="smNativeData">
                <pr:smNativeData xmlns:pr="smNativeData" xmlns="smNativeData" val="SMDATA_15_VL+6ahMAAAAlAAAAZQAAAA0AAAAAVgAAACsAAABWAAAAKwAAAAAAAAABAAAAAAAAAAEAAABQAAAAexSuR+F6xD8AAAAAAADwvwAAAAAAAOA/AAAAAAAA4D8AAAAAAADgPwAAAAAAAOA/AAAAAAAA4D8AAAAAAADgPwAAAAAAAOA/AAAAAAAA4D8CAAAAjAAAAAEAAAAAAAAA7vX5AKbC/wAAAAAAAAAAAAAAAAAAAAAAAAAAAAAAAAAAAAAAZAAAAAEAAABAAAAAAAAAAJz///9aAAAAAAAAAAAAAAAAAAAAAAAAAAAAAAAAAAAAAAAAAAAAAAAAAAAAAAAAAAAAAAAAAAAAAAAAAAAAAAAAAAAAAAAAAAAAAAAAAAAAFAAAADwAAAABAAAAAAAAAM/d5gA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7vX5AKbC/wAAAAAAAAAAAAAAAAAAAAAAAAAAAAAAAAAAAAAAAAAAAM/d5gB/f38AH0l9A8zMzADAwP8Af39/AAAAAAAAAAAAAAAAAAAAAAAAAAAAIQAAABgAAAAUAAAAXUEAAM0cAAALRwAAcCMAABAAAAAmAAAACAAAAP//////////"/>
              </a:ext>
            </a:extLst>
          </p:cNvSpPr>
          <p:nvPr/>
        </p:nvSpPr>
        <p:spPr>
          <a:xfrm>
            <a:off x="10119360" y="4724400"/>
            <a:ext cx="1428750" cy="809625"/>
          </a:xfrm>
          <a:prstGeom prst="roundRect">
            <a:avLst>
              <a:gd name="adj" fmla="val 8000"/>
            </a:avLst>
          </a:prstGeom>
          <a:solidFill>
            <a:srgbClr val="EEF5F9"/>
          </a:solidFill>
          <a:ln w="12700" cap="flat" cmpd="sng" algn="ctr">
            <a:solidFill>
              <a:srgbClr val="CFDDE6"/>
            </a:solidFill>
            <a:prstDash val="solid"/>
            <a:headEnd type="none"/>
            <a:tailEnd type="none"/>
          </a:ln>
          <a:effectLst/>
        </p:spPr>
        <p:txBody>
          <a:bodyPr vert="horz" wrap="square" lIns="54610" tIns="27305" rIns="54610" bIns="27305" numCol="1" spcCol="215900" anchor="ctr"/>
          <a:lstStyle/>
          <a:p>
            <a:pPr algn="ctr">
              <a:defRPr cap="none" sz="2000">
                <a:solidFill>
                  <a:srgbClr val="FFFFFF"/>
                </a:solidFill>
                <a:latin typeface="Arial" pitchFamily="2" charset="0"/>
                <a:ea typeface="Arial" pitchFamily="2" charset="0"/>
                <a:cs typeface="Arial" pitchFamily="2" charset="0"/>
              </a:defRPr>
            </a:pPr>
            <a:r>
              <a:rPr sz="2000" b="1" cap="none">
                <a:solidFill>
                  <a:srgbClr val="173754"/>
                </a:solidFill>
              </a:rPr>
              <a:t>67%</a:t>
            </a:r>
          </a:p>
          <a:p>
            <a:pPr algn="ctr">
              <a:defRPr cap="none" sz="900" b="0">
                <a:solidFill>
                  <a:srgbClr val="506473"/>
                </a:solidFill>
                <a:latin typeface="Arial" pitchFamily="2" charset="0"/>
                <a:ea typeface="Arial" pitchFamily="2" charset="0"/>
                <a:cs typeface="Arial" pitchFamily="2" charset="0"/>
              </a:defRPr>
            </a:pPr>
            <a:r>
              <a:rPr sz="900" b="0" cap="none">
                <a:solidFill>
                  <a:srgbClr val="506473"/>
                </a:solidFill>
              </a:rPr>
              <a:t>of genuine migrations resolved with no false attribution</a:t>
            </a:r>
          </a:p>
        </p:txBody>
      </p:sp>
      <p:pic>
        <p:nvPicPr>
          <p:cNvPr id="1001" name=""/>
          <p:cNvPicPr>
            <a:picLocks xmlns:a="http://schemas.openxmlformats.org/drawingml/2006/main" noChangeAspect="1"/>
          </p:cNvPicPr>
          <p:nvPr/>
        </p:nvPicPr>
        <p:blipFill>
          <a:blip xmlns:r="http://schemas.openxmlformats.org/officeDocument/2006/relationships" xmlns:a="http://schemas.openxmlformats.org/drawingml/2006/main" r:embed="rIdEdit1000"/>
          <a:stretch xmlns:a="http://schemas.openxmlformats.org/drawingml/2006/main"/>
        </p:blipFill>
        <p:spPr>
          <a:xfrm xmlns:a="http://schemas.openxmlformats.org/drawingml/2006/main">
            <a:off x="8595360" y="2910448"/>
            <a:ext cx="2952750" cy="1640417"/>
          </a:xfrm>
          <a:prstGeom xmlns:a="http://schemas.openxmlformats.org/drawingml/2006/main" prst="rect">
            <a:avLst/>
          </a:prstGeom>
        </p:spPr>
      </p:pic>
      <p:sp>
        <p:nvSpPr>
          <p:cNvPr id="1002" name="Prototype caption">
            <a:extLst xmlns:a="http://schemas.openxmlformats.org/drawingml/2006/main">
              <a:ext uri="{FF2B5EF4-FFF2-40B4-BE49-F238E27FC236}">
                <a16:creationId xmlns:a16="http://schemas.microsoft.com/office/drawing/2014/main" id="{8661F10B-310E-4B99-9241-94C3604C6BC3}"/>
              </a:ext>
            </a:extLst>
          </p:cNvPr>
          <p:cNvSpPr>
            <a:spLocks xmlns:a="http://schemas.openxmlformats.org/drawingml/2006/main" noGrp="1"/>
          </p:cNvSpPr>
          <p:nvPr/>
        </p:nvSpPr>
        <p:spPr>
          <a:xfrm xmlns:a="http://schemas.openxmlformats.org/drawingml/2006/main">
            <a:off x="8595360" y="4562475"/>
            <a:ext cx="295275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 b="0">
                <a:solidFill>
                  <a:srgbClr val="506473"/>
                </a:solidFill>
                <a:latin typeface="Arial"/>
                <a:ea typeface="Arial"/>
                <a:cs typeface="Arial"/>
              </a:defRPr>
            </a:pPr>
            <a:r>
              <a:rPr sz="750" b="0">
                <a:solidFill>
                  <a:srgbClr val="506473"/>
                </a:solidFill>
                <a:latin typeface="Arial"/>
                <a:ea typeface="Arial"/>
                <a:cs typeface="Arial"/>
              </a:rPr>
              <a:t>Prototype · fixture data</a:t>
            </a:r>
          </a:p>
        </p:txBody>
      </p:sp>
      <p:sp>
        <p:nvSpPr>
          <p:cNvPr id="1003" name="Benchmark caveat">
            <a:extLst xmlns:a="http://schemas.openxmlformats.org/drawingml/2006/main">
              <a:ext uri="{FF2B5EF4-FFF2-40B4-BE49-F238E27FC236}">
                <a16:creationId xmlns:a16="http://schemas.microsoft.com/office/drawing/2014/main" id="{7BB315B2-9F7D-4D32-B55B-56AD5DD377DB}"/>
              </a:ext>
            </a:extLst>
          </p:cNvPr>
          <p:cNvSpPr>
            <a:spLocks xmlns:a="http://schemas.openxmlformats.org/drawingml/2006/main" noGrp="1"/>
          </p:cNvSpPr>
          <p:nvPr/>
        </p:nvSpPr>
        <p:spPr>
          <a:xfrm xmlns:a="http://schemas.openxmlformats.org/drawingml/2006/main">
            <a:off x="8595360" y="5572125"/>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506473"/>
                </a:solidFill>
                <a:latin typeface="Arial"/>
                <a:ea typeface="Arial"/>
                <a:cs typeface="Arial"/>
              </a:defRPr>
            </a:pPr>
            <a:r>
              <a:rPr sz="675" b="0">
                <a:solidFill>
                  <a:srgbClr val="506473"/>
                </a:solidFill>
                <a:latin typeface="Arial"/>
                <a:ea typeface="Arial"/>
                <a:cs typeface="Arial"/>
              </a:rPr>
              <a:t>Controlled adversarial benchmark; real-world rates to be validated.</a:t>
            </a:r>
          </a:p>
        </p:txBody>
      </p:sp>
      <p:sp>
        <p:nvSpPr>
          <p:cNvPr id="1004" name="Prototype and benchmark links">
            <a:extLst xmlns:a="http://schemas.openxmlformats.org/drawingml/2006/main">
              <a:ext uri="{FF2B5EF4-FFF2-40B4-BE49-F238E27FC236}">
                <a16:creationId xmlns:a16="http://schemas.microsoft.com/office/drawing/2014/main" id="{C36DC7FF-62C6-4CA8-BEF8-DE32E7B6FE8B}"/>
              </a:ext>
            </a:extLst>
          </p:cNvPr>
          <p:cNvSpPr>
            <a:spLocks xmlns:a="http://schemas.openxmlformats.org/drawingml/2006/main" noGrp="1"/>
          </p:cNvSpPr>
          <p:nvPr/>
        </p:nvSpPr>
        <p:spPr>
          <a:xfrm xmlns:a="http://schemas.openxmlformats.org/drawingml/2006/main">
            <a:off x="533400" y="2352675"/>
            <a:ext cx="11049000" cy="123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75" b="0">
                <a:solidFill>
                  <a:srgbClr val="0070C0"/>
                </a:solidFill>
                <a:latin typeface="Arial"/>
                <a:ea typeface="Arial"/>
                <a:cs typeface="Arial"/>
              </a:defRPr>
            </a:pPr>
            <a:r>
              <a:rPr sz="675" b="0">
                <a:solidFill>
                  <a:srgbClr val="0070C0"/>
                </a:solidFill>
                <a:latin typeface="Arial"/>
                <a:ea typeface="Arial"/>
                <a:cs typeface="Arial"/>
                <a:hlinkClick r:id="rIdSourceLink"/>
              </a:rPr>
              <a:t>Prototype source / benchmark: github.com/nsaharsh11/sakshiastra</a:t>
            </a:r>
          </a:p>
        </p:txBody>
      </p:sp>
    </p:spTree>
  </p:cSld>
  <p:clrMapOvr>
    <a:masterClrMapping/>
  </p:clrMapOvr>
  <p:timing>
    <p:tnLst>
      <p:par>
        <p:cTn id="1" dur="indefinite" restart="never" nodeType="tmRoot"/>
      </p:par>
    </p:tnLst>
  </p:timing>
</p:sld>
</file>

<file path=ppt/slides/slide5.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showMasterPhAnim="0">
  <p:cSld>
    <p:spTree>
      <p:nvGrpSpPr>
        <p:cNvPr id="1" name=""/>
        <p:cNvGrpSpPr/>
        <p:nvPr/>
      </p:nvGrpSpPr>
      <p:grpSpPr>
        <a:xfrm>
          <a:off x="0" y="0"/>
          <a:ext cx="0" cy="0"/>
          <a:chOff x="0" y="0"/>
          <a:chExt cx="0" cy="0"/>
        </a:xfrm>
      </p:grpSpPr>
      <p:sp>
        <p:nvSpPr>
          <p:cNvPr id="2" name="Google Shape;138;p17"/>
          <p:cNvSpPr>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EAAAAAAAAAAHD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QAAAAAAAAAHAAAAAAAAAAEAAACAgIAAQgAAAAAAAAAkAAAAZAAAAGQAAAAAAAAAy8vLAEIAAAAAAAAAJ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HDAAP///wEAAAAAAAAAAAAAAAAAAAAAAAAAAAAAAAAAAAAAAAAAAAAAAAJ/f38AgICAAMvLywDAwP8Af39/AAAAAAAAAAAAAAAAAAAAAAAAAAAAIQAAABgAAAAUAAAAAAAAABcnAAAASwAAMCoAABAAAAAmAAAACAAAAP//////////"/>
              </a:ext>
            </a:extLst>
          </p:cNvSpPr>
          <p:nvPr/>
        </p:nvSpPr>
        <p:spPr>
          <a:xfrm>
            <a:off x="0" y="6354445"/>
            <a:ext cx="12192000" cy="503555"/>
          </a:xfrm>
          <a:prstGeom prst="rect">
            <a:avLst/>
          </a:prstGeom>
          <a:solidFill>
            <a:srgbClr val="0070C0"/>
          </a:solidFill>
          <a:ln>
            <a:noFill/>
          </a:ln>
          <a:effectLst>
            <a:outerShdw blurRad="12700" dist="22860" dir="5400000">
              <a:srgbClr val="808080">
                <a:alpha val="34000"/>
              </a:srgbClr>
            </a:outerShdw>
          </a:effectLst>
        </p:spPr>
        <p:txBody>
          <a:bodyPr vert="horz" wrap="square" lIns="91440" tIns="45720" rIns="91440" bIns="45720" numCol="1" spcCol="215900" anchor="ctr"/>
          <a:lstStyle/>
          <a:p>
            <a:pPr marL="0" marR="0" indent="0" algn="ctr">
              <a:lnSpc>
                <a:spcPct val="100000"/>
              </a:lnSpc>
              <a:spcBef>
                <a:spcPts val="0"/>
              </a:spcBef>
              <a:spcAft>
                <a:spcPts val="0"/>
              </a:spcAft>
              <a:buNone/>
            </a:pPr>
            <a:endParaRPr sz="1800" cap="none">
              <a:solidFill>
                <a:srgbClr val="953734"/>
              </a:solidFill>
              <a:latin typeface="Calibri" pitchFamily="2" charset="0"/>
              <a:ea typeface="Calibri" pitchFamily="2" charset="0"/>
              <a:cs typeface="Calibri" pitchFamily="2" charset="0"/>
            </a:endParaRPr>
          </a:p>
        </p:txBody>
      </p:sp>
      <p:sp>
        <p:nvSpPr>
          <p:cNvPr id="3" name="Google Shape;139;p17"/>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AMAALX///9ARwAAvQYAABAAAAAmAAAACAAAADwwAAD/HwAA"/>
              </a:ext>
            </a:extLst>
          </p:cNvSpPr>
          <p:nvPr>
            <p:ph type="title"/>
          </p:nvPr>
        </p:nvSpPr>
        <p:spPr>
          <a:noFill/>
          <a:ln>
            <a:noFill/>
          </a:ln>
        </p:spPr>
        <p:txBody>
          <a:bodyPr vert="horz" wrap="square" lIns="91440" tIns="45720" rIns="91440" bIns="45720" numCol="1" spcCol="215900" anchor="ctr">
            <a:prstTxWarp prst="textNoShape">
              <a:avLst/>
            </a:prstTxWarp>
          </a:bodyPr>
          <a:lstStyle/>
          <a:p>
            <a:pPr marL="0" indent="0" algn="ctr">
              <a:spcBef>
                <a:spcPts val="0"/>
              </a:spcBef>
              <a:spcAft>
                <a:spcPts val="0"/>
              </a:spcAft>
              <a:buNone/>
            </a:pPr>
            <a:r>
              <a:rPr lang="en-us" sz="3200" b="1" cap="none">
                <a:latin typeface="Arial" pitchFamily="2" charset="0"/>
                <a:ea typeface="Times New Roman" pitchFamily="1" charset="0"/>
                <a:cs typeface="Times New Roman" pitchFamily="1" charset="0"/>
              </a:rPr>
              <a:t>IMPACT AND BENEFITS</a:t>
            </a:r>
          </a:p>
        </p:txBody>
      </p:sp>
      <p:sp>
        <p:nvSpPr>
          <p:cNvPr id="4" name="Google Shape;141;p17"/>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DUAABonAABARwAAWSkAABAAAAAmAAAACAAAADwwAAD/HwAA"/>
              </a:ext>
            </a:extLst>
          </p:cNvSpPr>
          <p:nvPr>
            <p:ph type="sldNum" idx="12"/>
          </p:nvPr>
        </p:nvSpPr>
        <p:spPr>
          <a:noFill/>
          <a:ln>
            <a:noFill/>
          </a:ln>
        </p:spPr>
        <p:txBody>
          <a:bodyPr vert="horz" wrap="square" lIns="91440" tIns="45720" rIns="91440" bIns="45720" numCol="1" spcCol="215900" anchor="ctr">
            <a:prstTxWarp prst="textNoShape">
              <a:avLst/>
            </a:prstTxWarp>
          </a:bodyPr>
          <a:lstStyle/>
          <a:p>
            <a:pPr marL="0" marR="0" indent="0" algn="r">
              <a:lnSpc>
                <a:spcPct val="100000"/>
              </a:lnSpc>
              <a:spcBef>
                <a:spcPts val="0"/>
              </a:spcBef>
              <a:spcAft>
                <a:spcPts val="0"/>
              </a:spcAft>
              <a:buNone/>
            </a:pPr>
            <a:fld id="{3C25ED2C-62D1-701B-9F9D-944EA3D369C1}" type="slidenum">
              <a:rPr lang="en-us" b="1" cap="none">
                <a:solidFill>
                  <a:srgbClr val="FFFFFF"/>
                </a:solidFill>
              </a:rPr>
              <a:t>5</a:t>
            </a:fld>
            <a:endParaRPr b="1" cap="none">
              <a:solidFill>
                <a:srgbClr val="FFFFFF"/>
              </a:solidFill>
            </a:endParaRPr>
          </a:p>
        </p:txBody>
      </p:sp>
      <p:sp>
        <p:nvSpPr>
          <p:cNvPr id="5" name="Google Shape;142;p17"/>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mBwAABonAABOMAAAWSkAABAAAAAmAAAACAAAAD0wAAD/HwAA"/>
              </a:ext>
            </a:extLst>
          </p:cNvSpPr>
          <p:nvPr>
            <p:ph type="ftr" idx="11"/>
          </p:nvPr>
        </p:nvSpPr>
        <p:spPr>
          <a:xfrm>
            <a:off x="4648200" y="6356350"/>
            <a:ext cx="3204210" cy="365125"/>
          </a:xfrm>
          <a:noFill/>
          <a:ln>
            <a:noFill/>
          </a:ln>
        </p:spPr>
        <p:txBody>
          <a:bodyPr vert="horz" wrap="square" lIns="91440" tIns="45720" rIns="91440" bIns="45720" numCol="1" spcCol="215900" anchor="ctr">
            <a:prstTxWarp prst="textNoShape">
              <a:avLst/>
            </a:prstTxWarp>
          </a:bodyPr>
          <a:lstStyle/>
          <a:p>
            <a:pPr marL="0" marR="0" indent="0" algn="ctr">
              <a:lnSpc>
                <a:spcPct val="100000"/>
              </a:lnSpc>
              <a:spcBef>
                <a:spcPts val="0"/>
              </a:spcBef>
              <a:spcAft>
                <a:spcPts val="0"/>
              </a:spcAft>
              <a:buNone/>
            </a:pPr>
            <a:r>
              <a:rPr lang="en-us" cap="none">
                <a:solidFill>
                  <a:srgbClr val="FFFFFF"/>
                </a:solidFill>
              </a:rPr>
              <a:t>@SIH Idea submission- Template</a:t>
            </a:r>
            <a:endParaRPr cap="none">
              <a:solidFill>
                <a:srgbClr val="FFFFFF"/>
              </a:solidFill>
            </a:endParaRPr>
          </a:p>
        </p:txBody>
      </p:sp>
      <p:sp>
        <p:nvSpPr>
          <p:cNvPr id="6" name="Google Shape;143;p17" descr="Your startup LOGO"/>
          <p:cNvSpPr>
            <a:extLst>
              <a:ext uri="smNativeData">
                <pr:smNativeData xmlns:pr="smNativeData" xmlns="smNativeData" val="SMDATA_15_VL+6ahMAAAAlAAAAZgAAAA0AAAAAkAAAAEgAAACQAAAASAAAAAAAAAABAAAAAAAAAAEAAABQAAAAAAAAAAAA8D8AAAAAAADwPwAAAAAAAOA/AAAAAAAA4D8AAAAAAADgPwAAAAAAAOA/AAAAAAAA4D8AAAAAAADgPwAAAAAAAOA/AAAAAAAA4D8CAAAAjAAAAAEAAAAAAAAA////AP///wgAAAAAAAAAAAAAAAAAAAAAAAAAAAAAAAAAAAAAeAAAAAEAAABAAAAAAAAAAAAAAABaAAAAAAAAAAAAAAAAAAAAAAAAAAAAAAAAAAAAAAAAAAAAAAAAAAAAAAAAAAAAAAAAAAAAAAAAAAAAAAAAAAAAAAAAAAAAAAAAAAAAFAAAADwAAAABAAAAAAAAAIBkogAoAAAAAQAAACMAAAAjAAAAIwAAAB4AAAAAAAAASwAAAEsAAAAA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IBkogB/f38AH0l9A8zMzADAwP8Af39/AAAAAAAAAAAAAAAAAAAAAAAAAAAAIQAAABgAAAAUAAAABwIAAI0BAAC7CQAAhQYAABAAAAAmAAAACAAAAP//////////"/>
              </a:ext>
            </a:extLst>
          </p:cNvSpPr>
          <p:nvPr/>
        </p:nvSpPr>
        <p:spPr>
          <a:xfrm>
            <a:off x="329565" y="252095"/>
            <a:ext cx="1252220" cy="807720"/>
          </a:xfrm>
          <a:prstGeom prst="ellipse">
            <a:avLst/>
          </a:prstGeom>
          <a:solidFill>
            <a:srgbClr val="FFFFFF"/>
          </a:solidFill>
          <a:ln w="25400" cap="flat" cmpd="sng" algn="ctr">
            <a:solidFill>
              <a:srgbClr val="8064A2"/>
            </a:solidFill>
            <a:prstDash val="solid"/>
            <a:headEnd type="none"/>
            <a:tailEnd type="none"/>
          </a:ln>
          <a:effectLst/>
        </p:spPr>
        <p:txBody>
          <a:bodyPr vert="horz" wrap="square" lIns="91440" tIns="45720" rIns="91440" bIns="45720" numCol="1" spcCol="215900" anchor="ctr"/>
          <a:lstStyle/>
          <a:p>
            <a:pPr marL="0" marR="0" indent="0" algn="ctr">
              <a:spcBef>
                <a:spcPts val="0"/>
              </a:spcBef>
              <a:spcAft>
                <a:spcPts val="0"/>
              </a:spcAft>
              <a:buNone/>
            </a:pPr>
            <a:endParaRPr sz="1800" cap="none">
              <a:latin typeface="Calibri" pitchFamily="2" charset="0"/>
              <a:ea typeface="Calibri" pitchFamily="2" charset="0"/>
              <a:cs typeface="Calibri" pitchFamily="2" charset="0"/>
            </a:endParaRPr>
          </a:p>
        </p:txBody>
      </p:sp>
      <p:pic>
        <p:nvPicPr>
          <p:cNvPr id="7" name="Google Shape;144;p17"/>
          <p:cNvPicPr>
            <a:extLst>
              <a:ext uri="smNativeData">
                <pr:smNativeData xmlns:pr="smNativeData" xmlns="smNativeData" val="SMDATA_17_VL+6ah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B9JfQPMzMwAwMD/AH9/fwAAAAAAAAAAAAAAAAD///8AAAAAACEAAAAYAAAAFAAAACo8AAACAAAAAUoAAIsGAAAQAAAAJgAAAAgAAAD//////////w=="/>
              </a:ext>
            </a:extLst>
          </p:cNvPicPr>
          <p:nvPr/>
        </p:nvPicPr>
        <p:blipFill>
          <a:blip r:embed="rId3"/>
          <a:stretch>
            <a:fillRect/>
          </a:stretch>
        </p:blipFill>
        <p:spPr>
          <a:xfrm>
            <a:off x="9780270" y="1270"/>
            <a:ext cx="2249805" cy="1062355"/>
          </a:xfrm>
          <a:prstGeom prst="rect">
            <a:avLst/>
          </a:prstGeom>
          <a:noFill/>
          <a:ln>
            <a:noFill/>
          </a:ln>
          <a:effectLst/>
        </p:spPr>
      </p:pic>
      <p:sp>
        <p:nvSpPr>
          <p:cNvPr id="8" name="Google Shape;145;p17" descr="Your startup LOGO"/>
          <p:cNvSpPr>
            <a:extLst>
              <a:ext uri="smNativeData">
                <pr:smNativeData xmlns:pr="smNativeData" xmlns="smNativeData" val="SMDATA_15_VL+6ahMAAAAlAAAAZgAAAA0AAAAAkAAAAEgAAACQAAAASAAAAAAAAAABAAAAAAAAAAEAAABQAAAAAAAAAAAA8D8AAAAAAADwPwAAAAAAAOA/AAAAAAAA4D8AAAAAAADgPwAAAAAAAOA/AAAAAAAA4D8AAAAAAADgPwAAAAAAAOA/AAAAAAAA4D8CAAAAjAAAAAEAAAAAAAAA////AP///wgAAAAAAAAAAAAAAAAAAAAAAAAAAAAAAAAAAAAAeAAAAAEAAABAAAAAAAAAAAAAAABaAAAAAAAAAAAAAAAAAAAAAAAAAAAAAAAAAAAAAAAAAAAAAAAAAAAAAAAAAAAAAAAAAAAAAAAAAAAAAAAAAAAAAAAAAAAAAAAAAAAAFAAAADwAAAABAAAAAAAAAIBkogAoAAAAAQAAACMAAAAjAAAAIwAAAB4AAAAAAAAASwAAAEsAAAAA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IBkogB/f38AH0l9A8zMzADAwP8Af39/AAAAAAAAAAAAAAAAAAAAAAAAAAAAIQAAABgAAAAUAAAABwIAAI0BAAC7CQAAhQYAABAAAAAmAAAACAAAAP//////////"/>
              </a:ext>
            </a:extLst>
          </p:cNvSpPr>
          <p:nvPr/>
        </p:nvSpPr>
        <p:spPr>
          <a:xfrm>
            <a:off x="329565" y="252095"/>
            <a:ext cx="1252220" cy="807720"/>
          </a:xfrm>
          <a:prstGeom prst="ellipse">
            <a:avLst/>
          </a:prstGeom>
          <a:solidFill>
            <a:srgbClr val="FFFFFF"/>
          </a:solidFill>
          <a:ln w="25400" cap="flat" cmpd="sng" algn="ctr">
            <a:solidFill>
              <a:srgbClr val="8064A2"/>
            </a:solidFill>
            <a:prstDash val="solid"/>
            <a:headEnd type="none"/>
            <a:tailEnd type="none"/>
          </a:ln>
          <a:effectLst/>
        </p:spPr>
        <p:txBody>
          <a:bodyPr vert="horz" wrap="square" lIns="91440" tIns="45720" rIns="91440" bIns="45720" numCol="1" spcCol="215900" anchor="ctr"/>
          <a:lstStyle/>
          <a:p>
            <a:pPr marL="0" marR="0" indent="0" algn="ctr">
              <a:spcBef>
                <a:spcPts val="0"/>
              </a:spcBef>
              <a:spcAft>
                <a:spcPts val="0"/>
              </a:spcAft>
              <a:buNone/>
            </a:pPr>
            <a:r>
              <a:rPr lang="en-us" sz="1500" b="1" cap="none">
                <a:latin typeface="Calibri" pitchFamily="2" charset="0"/>
                <a:ea typeface="Calibri" pitchFamily="2" charset="0"/>
                <a:cs typeface="Calibri" pitchFamily="2" charset="0"/>
              </a:rPr>
              <a:t>6@RootRevival</a:t>
            </a:r>
            <a:endParaRPr sz="1500" b="1" cap="none">
              <a:latin typeface="Calibri" pitchFamily="2" charset="0"/>
              <a:ea typeface="Calibri" pitchFamily="2" charset="0"/>
              <a:cs typeface="Calibri" pitchFamily="2" charset="0"/>
            </a:endParaRPr>
          </a:p>
        </p:txBody>
      </p:sp>
      <p:cxnSp>
        <p:nvCxnSpPr>
          <p:cNvPr id="9" name="Connector1"/>
          <p:cNvCxnSpPr>
            <a:stCxn id="28" idx="3"/>
            <a:endCxn id="31" idx="1"/>
            <a:extLst>
              <a:ext uri="smNativeData">
                <pr:smNativeData xmlns:pr="smNativeData" xmlns="smNativeData" val="SMDATA_15_VL+6ahMAAAAlAAAADQAAAA0AAAAAkAAAAEgAAACQAAAASAAAAAAAAAAAAAAAAAAAAAEAAABQAAAAAAAAAAAA8L8AAAAAAAAAAAAAAAAAAP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BzuQAbAAAAAQAAACMAAAAjAAAAIwAAAB4AAAAAAAAAZAAAAGQAAAAD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BzuQB/f38AH0l9A8zMzADAwP8Af39/AAAAAAAAAAAAAAAAAAAAAAAAAAAAIQAAABgAAAAUAAAANDUAAFcSAADHOAAAVxIAABAAAAAmAAAACAAAAP//////////"/>
              </a:ext>
            </a:extLst>
          </p:cNvCxnSpPr>
          <p:nvPr/>
        </p:nvCxnSpPr>
        <p:spPr>
          <a:xfrm rot="16200000" flipH="1">
            <a:off x="8938895" y="2691130"/>
            <a:ext cx="12700" cy="581025"/>
          </a:xfrm>
          <a:prstGeom prst="straightConnector1">
            <a:avLst/>
          </a:prstGeom>
          <a:noFill/>
          <a:ln w="17145" cap="flat" cmpd="sng" algn="ctr">
            <a:solidFill>
              <a:srgbClr val="0073B9"/>
            </a:solidFill>
            <a:prstDash val="solid"/>
            <a:headEnd type="none"/>
            <a:tailEnd type="arrow" w="sm" len="sm"/>
          </a:ln>
          <a:effectLst/>
        </p:spPr>
      </p:cxnSp>
      <p:sp>
        <p:nvSpPr>
          <p:cNvPr id="10" name="Rectangle1"/>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IAHAACCIwAAYAkAABAAAAAmAAAACAAAAP//////////"/>
              </a:ext>
            </a:extLst>
          </p:cNvSpPr>
          <p:nvPr/>
        </p:nvSpPr>
        <p:spPr>
          <a:xfrm>
            <a:off x="533400" y="1219200"/>
            <a:ext cx="5238750" cy="304800"/>
          </a:xfrm>
          <a:prstGeom prst="rect">
            <a:avLst/>
          </a:prstGeom>
          <a:noFill/>
          <a:ln>
            <a:noFill/>
          </a:ln>
          <a:effectLst/>
        </p:spPr>
        <p:txBody>
          <a:bodyPr vert="horz" wrap="square" lIns="0" tIns="0" rIns="0" bIns="0" numCol="1" spcCol="215900" anchor="t"/>
          <a:lstStyle/>
          <a:p>
            <a:pPr>
              <a:defRPr sz="1750" b="1" cap="none">
                <a:solidFill>
                  <a:srgbClr val="173754"/>
                </a:solidFill>
              </a:defRPr>
            </a:pPr>
            <a:r>
              <a:t>01  Potential impact</a:t>
            </a:r>
          </a:p>
        </p:txBody>
      </p:sp>
      <p:sp>
        <p:nvSpPr>
          <p:cNvPr id="11" name="Line1"/>
          <p:cNvSpPr>
            <a:extLst>
              <a:ext uri="smNativeData">
                <pr:smNativeData xmlns:pr="smNativeData" xmlns="smNativeData" val="SMDATA_15_VL+6ahMAAAAlAAAACg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d5gAU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d5gB/f38AH0l9A8zMzADAwP8Af39/AAAAAAAAAAAAAAAAAAAAAAAAAAAAIQAAABgAAAAUAAAASAMAAI0JAACCIwAAjQkAABAAAAAmAAAACAAAAP//////////"/>
              </a:ext>
            </a:extLst>
          </p:cNvSpPr>
          <p:nvPr/>
        </p:nvSpPr>
        <p:spPr>
          <a:xfrm>
            <a:off x="533400" y="1552575"/>
            <a:ext cx="5238750" cy="0"/>
          </a:xfrm>
          <a:prstGeom prst="line">
            <a:avLst/>
          </a:prstGeom>
          <a:noFill/>
          <a:ln w="12700" cap="flat" cmpd="sng" algn="ctr">
            <a:solidFill>
              <a:srgbClr val="CFDDE6"/>
            </a:solidFill>
            <a:prstDash val="solid"/>
            <a:headEnd type="none"/>
            <a:tailEnd type="none"/>
          </a:ln>
          <a:effectLst/>
        </p:spPr>
      </p:sp>
      <p:sp>
        <p:nvSpPr>
          <p:cNvPr id="12" name="Rectangle2"/>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IwKAACCIwAAEgwAABAAAAAmAAAACAAAAP//////////"/>
              </a:ext>
            </a:extLst>
          </p:cNvSpPr>
          <p:nvPr/>
        </p:nvSpPr>
        <p:spPr>
          <a:xfrm>
            <a:off x="533400" y="1714500"/>
            <a:ext cx="5238750" cy="247650"/>
          </a:xfrm>
          <a:prstGeom prst="rect">
            <a:avLst/>
          </a:prstGeom>
          <a:noFill/>
          <a:ln>
            <a:noFill/>
          </a:ln>
          <a:effectLst/>
        </p:spPr>
        <p:txBody>
          <a:bodyPr vert="horz" wrap="square" lIns="0" tIns="0" rIns="0" bIns="0" numCol="1" spcCol="215900" anchor="t"/>
          <a:lstStyle/>
          <a:p>
            <a:pPr>
              <a:defRPr sz="1500" b="1" cap="none">
                <a:solidFill>
                  <a:srgbClr val="173754"/>
                </a:solidFill>
              </a:defRPr>
            </a:pPr>
            <a:r>
              <a:t>National security</a:t>
            </a:r>
          </a:p>
        </p:txBody>
      </p:sp>
      <p:sp>
        <p:nvSpPr>
          <p:cNvPr id="13" name="Rectangle3"/>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GwMAACCIwAAOxAAABAAAAAmAAAACAAAAP//////////"/>
              </a:ext>
            </a:extLst>
          </p:cNvSpPr>
          <p:nvPr/>
        </p:nvSpPr>
        <p:spPr>
          <a:xfrm>
            <a:off x="533400" y="2019300"/>
            <a:ext cx="5238750" cy="619125"/>
          </a:xfrm>
          <a:prstGeom prst="rect">
            <a:avLst/>
          </a:prstGeom>
          <a:noFill/>
          <a:ln>
            <a:noFill/>
          </a:ln>
          <a:effectLst/>
        </p:spPr>
        <p:txBody>
          <a:bodyPr vert="horz" wrap="square" lIns="0" tIns="0" rIns="0" bIns="0" numCol="1" spcCol="215900" anchor="t"/>
          <a:lstStyle/>
          <a:p>
            <a:pPr>
              <a:defRPr sz="1450" cap="none">
                <a:solidFill>
                  <a:srgbClr val="172B3A"/>
                </a:solidFill>
              </a:defRPr>
            </a:pPr>
            <a:r>
              <a:t>Trace actors behind drugs, arms, stolen data, money laundering and terror financing, even after they rebrand or switch markets.</a:t>
            </a:r>
          </a:p>
        </p:txBody>
      </p:sp>
      <p:sp>
        <p:nvSpPr>
          <p:cNvPr id="14" name="Rectangle4"/>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LMQAACCIwAAORIAABAAAAAmAAAACAAAAP//////////"/>
              </a:ext>
            </a:extLst>
          </p:cNvSpPr>
          <p:nvPr/>
        </p:nvSpPr>
        <p:spPr>
          <a:xfrm>
            <a:off x="533400" y="2714625"/>
            <a:ext cx="5238750" cy="247650"/>
          </a:xfrm>
          <a:prstGeom prst="rect">
            <a:avLst/>
          </a:prstGeom>
          <a:noFill/>
          <a:ln>
            <a:noFill/>
          </a:ln>
          <a:effectLst/>
        </p:spPr>
        <p:txBody>
          <a:bodyPr vert="horz" wrap="square" lIns="0" tIns="0" rIns="0" bIns="0" numCol="1" spcCol="215900" anchor="t"/>
          <a:lstStyle/>
          <a:p>
            <a:pPr>
              <a:defRPr sz="1500" b="1" cap="none">
                <a:solidFill>
                  <a:srgbClr val="173754"/>
                </a:solidFill>
              </a:defRPr>
            </a:pPr>
            <a:r>
              <a:t>Investigators</a:t>
            </a:r>
          </a:p>
        </p:txBody>
      </p:sp>
      <p:sp>
        <p:nvSpPr>
          <p:cNvPr id="15" name="Rectangle5"/>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JMSAACCIwAAgBYAABAAAAAmAAAACAAAAP//////////"/>
              </a:ext>
            </a:extLst>
          </p:cNvSpPr>
          <p:nvPr/>
        </p:nvSpPr>
        <p:spPr>
          <a:xfrm>
            <a:off x="533400" y="3019425"/>
            <a:ext cx="5238750" cy="638175"/>
          </a:xfrm>
          <a:prstGeom prst="rect">
            <a:avLst/>
          </a:prstGeom>
          <a:noFill/>
          <a:ln>
            <a:noFill/>
          </a:ln>
          <a:effectLst/>
        </p:spPr>
        <p:txBody>
          <a:bodyPr vert="horz" wrap="square" lIns="0" tIns="0" rIns="0" bIns="0" numCol="1" spcCol="215900" anchor="t"/>
          <a:lstStyle/>
          <a:p>
            <a:pPr>
              <a:defRPr sz="1450" cap="none">
                <a:solidFill>
                  <a:srgbClr val="172B3A"/>
                </a:solidFill>
              </a:defRPr>
            </a:pPr>
            <a:r>
              <a:t>NTRO, state cyber cells, CERT-In, SOCs and FIUs get one view of aliases, crypto wallets, hidden-service servers and the evidence timeline.</a:t>
            </a:r>
          </a:p>
        </p:txBody>
      </p:sp>
      <p:sp>
        <p:nvSpPr>
          <p:cNvPr id="16" name="Rectangle6"/>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PgWAACCIwAAfhgAABAAAAAmAAAACAAAAP//////////"/>
              </a:ext>
            </a:extLst>
          </p:cNvSpPr>
          <p:nvPr/>
        </p:nvSpPr>
        <p:spPr>
          <a:xfrm>
            <a:off x="533400" y="3733800"/>
            <a:ext cx="5238750" cy="247650"/>
          </a:xfrm>
          <a:prstGeom prst="rect">
            <a:avLst/>
          </a:prstGeom>
          <a:noFill/>
          <a:ln>
            <a:noFill/>
          </a:ln>
          <a:effectLst/>
        </p:spPr>
        <p:txBody>
          <a:bodyPr vert="horz" wrap="square" lIns="0" tIns="0" rIns="0" bIns="0" numCol="1" spcCol="215900" anchor="t"/>
          <a:lstStyle/>
          <a:p>
            <a:pPr>
              <a:defRPr sz="1500" b="1" cap="none">
                <a:solidFill>
                  <a:srgbClr val="173754"/>
                </a:solidFill>
              </a:defRPr>
            </a:pPr>
            <a:r>
              <a:t>Faster follow-up</a:t>
            </a:r>
          </a:p>
        </p:txBody>
      </p:sp>
      <p:sp>
        <p:nvSpPr>
          <p:cNvPr id="17" name="Rectangle7"/>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NgYAACCIwAAbBsAABAAAAAmAAAACAAAAP//////////"/>
              </a:ext>
            </a:extLst>
          </p:cNvSpPr>
          <p:nvPr/>
        </p:nvSpPr>
        <p:spPr>
          <a:xfrm>
            <a:off x="533400" y="4038600"/>
            <a:ext cx="5238750" cy="419100"/>
          </a:xfrm>
          <a:prstGeom prst="rect">
            <a:avLst/>
          </a:prstGeom>
          <a:noFill/>
          <a:ln>
            <a:noFill/>
          </a:ln>
          <a:effectLst/>
        </p:spPr>
        <p:txBody>
          <a:bodyPr vert="horz" wrap="square" lIns="0" tIns="0" rIns="0" bIns="0" numCol="1" spcCol="215900" anchor="t"/>
          <a:lstStyle/>
          <a:p>
            <a:pPr>
              <a:defRPr sz="1450" cap="none">
                <a:solidFill>
                  <a:srgbClr val="172B3A"/>
                </a:solidFill>
              </a:defRPr>
            </a:pPr>
            <a:r>
              <a:t>Every unresolved link names the evidence to seek next.</a:t>
            </a:r>
          </a:p>
        </p:txBody>
      </p:sp>
      <p:sp>
        <p:nvSpPr>
          <p:cNvPr id="18" name="Rectangle8"/>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FwcAACCIwAAHh4AABAAAAAmAAAACAAAAP//////////"/>
              </a:ext>
            </a:extLst>
          </p:cNvSpPr>
          <p:nvPr/>
        </p:nvSpPr>
        <p:spPr>
          <a:xfrm>
            <a:off x="533400" y="4610100"/>
            <a:ext cx="5238750" cy="285750"/>
          </a:xfrm>
          <a:prstGeom prst="rect">
            <a:avLst/>
          </a:prstGeom>
          <a:noFill/>
          <a:ln>
            <a:noFill/>
          </a:ln>
          <a:effectLst/>
        </p:spPr>
        <p:txBody>
          <a:bodyPr vert="horz" wrap="square" lIns="0" tIns="0" rIns="0" bIns="0" numCol="1" spcCol="215900" anchor="t"/>
          <a:lstStyle/>
          <a:p>
            <a:pPr>
              <a:defRPr sz="1750" b="1" cap="none">
                <a:solidFill>
                  <a:srgbClr val="173754"/>
                </a:solidFill>
              </a:defRPr>
            </a:pPr>
            <a:r>
              <a:t>02  Benefits of the solution</a:t>
            </a:r>
          </a:p>
        </p:txBody>
      </p:sp>
      <p:sp>
        <p:nvSpPr>
          <p:cNvPr id="19" name="Line2"/>
          <p:cNvSpPr>
            <a:extLst>
              <a:ext uri="smNativeData">
                <pr:smNativeData xmlns:pr="smNativeData" xmlns="smNativeData" val="SMDATA_15_VL+6ahMAAAAlAAAACg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d5gAU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d5gB/f38AH0l9A8zMzADAwP8Af39/AAAAAAAAAAAAAAAAAAAAAAAAAAAAIQAAABgAAAAUAAAASAMAAFoeAACCIwAAWh4AABAAAAAmAAAACAAAAP//////////"/>
              </a:ext>
            </a:extLst>
          </p:cNvSpPr>
          <p:nvPr/>
        </p:nvSpPr>
        <p:spPr>
          <a:xfrm>
            <a:off x="533400" y="4933950"/>
            <a:ext cx="5238750" cy="0"/>
          </a:xfrm>
          <a:prstGeom prst="line">
            <a:avLst/>
          </a:prstGeom>
          <a:noFill/>
          <a:ln w="12700" cap="flat" cmpd="sng" algn="ctr">
            <a:solidFill>
              <a:srgbClr val="CFDDE6"/>
            </a:solidFill>
            <a:prstDash val="solid"/>
            <a:headEnd type="none"/>
            <a:tailEnd type="none"/>
          </a:ln>
          <a:effectLst/>
        </p:spPr>
      </p:sp>
      <p:sp>
        <p:nvSpPr>
          <p:cNvPr id="20" name="benefit-label-0"/>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B0fAACCIwAAlCAAABAAAAAmAAAACAAAAP//////////"/>
              </a:ext>
            </a:extLst>
          </p:cNvSpPr>
          <p:nvPr/>
        </p:nvSpPr>
        <p:spPr>
          <a:xfrm>
            <a:off x="533400" y="5057775"/>
            <a:ext cx="5238750" cy="238125"/>
          </a:xfrm>
          <a:prstGeom prst="rect">
            <a:avLst/>
          </a:prstGeom>
          <a:noFill/>
          <a:ln>
            <a:noFill/>
          </a:ln>
          <a:effectLst/>
        </p:spPr>
        <p:txBody>
          <a:bodyPr vert="horz" wrap="square" lIns="0" tIns="0" rIns="0" bIns="0" numCol="1" spcCol="215900" anchor="t"/>
          <a:lstStyle/>
          <a:p>
            <a:pPr>
              <a:defRPr cap="none">
                <a:solidFill>
                  <a:srgbClr val="172B3A"/>
                </a:solidFill>
              </a:defRPr>
            </a:pPr>
            <a:r>
              <a:rPr b="1" cap="none"/>
              <a:t>Social:</a:t>
            </a:r>
            <a:r>
              <a:t> reduce risks of wrongful attribution.</a:t>
            </a:r>
          </a:p>
        </p:txBody>
      </p:sp>
      <p:sp>
        <p:nvSpPr>
          <p:cNvPr id="21" name="benefit-label-1"/>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JQgAACCIwAACyIAABAAAAAmAAAACAAAAP//////////"/>
              </a:ext>
            </a:extLst>
          </p:cNvSpPr>
          <p:nvPr/>
        </p:nvSpPr>
        <p:spPr>
          <a:xfrm>
            <a:off x="533400" y="5295900"/>
            <a:ext cx="5238750" cy="238125"/>
          </a:xfrm>
          <a:prstGeom prst="rect">
            <a:avLst/>
          </a:prstGeom>
          <a:noFill/>
          <a:ln>
            <a:noFill/>
          </a:ln>
          <a:effectLst/>
        </p:spPr>
        <p:txBody>
          <a:bodyPr vert="horz" wrap="square" lIns="0" tIns="0" rIns="0" bIns="0" numCol="1" spcCol="215900" anchor="t"/>
          <a:lstStyle/>
          <a:p>
            <a:pPr>
              <a:defRPr cap="none">
                <a:solidFill>
                  <a:srgbClr val="172B3A"/>
                </a:solidFill>
              </a:defRPr>
            </a:pPr>
            <a:r>
              <a:rPr b="1" cap="none"/>
              <a:t>Legal:</a:t>
            </a:r>
            <a:r>
              <a:t> hash-chained, source-graded dossiers.</a:t>
            </a:r>
          </a:p>
        </p:txBody>
      </p:sp>
      <p:sp>
        <p:nvSpPr>
          <p:cNvPr id="22" name="benefit-label-2"/>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AsiAACCIwAAgiMAABAAAAAmAAAACAAAAP//////////"/>
              </a:ext>
            </a:extLst>
          </p:cNvSpPr>
          <p:nvPr/>
        </p:nvSpPr>
        <p:spPr>
          <a:xfrm>
            <a:off x="533400" y="5534025"/>
            <a:ext cx="5238750" cy="238125"/>
          </a:xfrm>
          <a:prstGeom prst="rect">
            <a:avLst/>
          </a:prstGeom>
          <a:noFill/>
          <a:ln>
            <a:noFill/>
          </a:ln>
          <a:effectLst/>
        </p:spPr>
        <p:txBody>
          <a:bodyPr vert="horz" wrap="square" lIns="0" tIns="0" rIns="0" bIns="0" numCol="1" spcCol="215900" anchor="t"/>
          <a:lstStyle/>
          <a:p>
            <a:pPr>
              <a:defRPr cap="none">
                <a:solidFill>
                  <a:srgbClr val="172B3A"/>
                </a:solidFill>
              </a:defRPr>
            </a:pPr>
            <a:r>
              <a:rPr b="1" cap="none"/>
              <a:t>Operational:</a:t>
            </a:r>
            <a:r>
              <a:t> focus reviews on supported leads.</a:t>
            </a:r>
          </a:p>
        </p:txBody>
      </p:sp>
      <p:sp>
        <p:nvSpPr>
          <p:cNvPr id="23" name="benefit-label-3"/>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IIjAACCIwAA+SQAABAAAAAmAAAACAAAAP//////////"/>
              </a:ext>
            </a:extLst>
          </p:cNvSpPr>
          <p:nvPr/>
        </p:nvSpPr>
        <p:spPr>
          <a:xfrm>
            <a:off x="533400" y="5772150"/>
            <a:ext cx="5238750" cy="238125"/>
          </a:xfrm>
          <a:prstGeom prst="rect">
            <a:avLst/>
          </a:prstGeom>
          <a:noFill/>
          <a:ln>
            <a:noFill/>
          </a:ln>
          <a:effectLst/>
        </p:spPr>
        <p:txBody>
          <a:bodyPr vert="horz" wrap="square" lIns="0" tIns="0" rIns="0" bIns="0" numCol="1" spcCol="215900" anchor="t"/>
          <a:lstStyle/>
          <a:p>
            <a:pPr>
              <a:defRPr cap="none">
                <a:solidFill>
                  <a:srgbClr val="172B3A"/>
                </a:solidFill>
              </a:defRPr>
            </a:pPr>
            <a:r>
              <a:rPr b="1" cap="none"/>
              <a:t>Economic:</a:t>
            </a:r>
            <a:r>
              <a:t> open-source CPU, secure on-premise use.</a:t>
            </a:r>
          </a:p>
        </p:txBody>
      </p:sp>
      <p:sp>
        <p:nvSpPr>
          <p:cNvPr id="24" name="benefit-label-4"/>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PkkAACCIwAAcCYAABAAAAAmAAAACAAAAP//////////"/>
              </a:ext>
            </a:extLst>
          </p:cNvSpPr>
          <p:nvPr/>
        </p:nvSpPr>
        <p:spPr>
          <a:xfrm>
            <a:off x="533400" y="6010275"/>
            <a:ext cx="5238750" cy="238125"/>
          </a:xfrm>
          <a:prstGeom prst="rect">
            <a:avLst/>
          </a:prstGeom>
          <a:noFill/>
          <a:ln>
            <a:noFill/>
          </a:ln>
          <a:effectLst/>
        </p:spPr>
        <p:txBody>
          <a:bodyPr vert="horz" wrap="square" lIns="0" tIns="0" rIns="0" bIns="0" numCol="1" spcCol="215900" anchor="t"/>
          <a:lstStyle/>
          <a:p>
            <a:pPr>
              <a:defRPr cap="none">
                <a:solidFill>
                  <a:srgbClr val="172B3A"/>
                </a:solidFill>
              </a:defRPr>
            </a:pPr>
            <a:r>
              <a:rPr b="1" cap="none"/>
              <a:t>Interoperable:</a:t>
            </a:r>
            <a:r>
              <a:t> STIX 2.1 feeds existing CTI platforms.</a:t>
            </a:r>
          </a:p>
        </p:txBody>
      </p:sp>
      <p:sp>
        <p:nvSpPr>
          <p:cNvPr id="25" name="Line3"/>
          <p:cNvSpPr>
            <a:extLst>
              <a:ext uri="smNativeData">
                <pr:smNativeData xmlns:pr="smNativeData" xmlns="smNativeData" val="SMDATA_15_VL+6ahMAAAAlAAAACg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d5gAU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d5gB/f38AH0l9A8zMzADAwP8Af39/AAAAAAAAAAAAAAAAAAAAAAAAAAAAIQAAABgAAAAUAAAAFyUAACMKAAAXJQAAJSYAABAAAAAmAAAACAAAAP//////////"/>
              </a:ext>
            </a:extLst>
          </p:cNvSpPr>
          <p:nvPr/>
        </p:nvSpPr>
        <p:spPr>
          <a:xfrm>
            <a:off x="6029325" y="1647825"/>
            <a:ext cx="0" cy="4552950"/>
          </a:xfrm>
          <a:prstGeom prst="line">
            <a:avLst/>
          </a:prstGeom>
          <a:noFill/>
          <a:ln w="12700" cap="flat" cmpd="sng" algn="ctr">
            <a:solidFill>
              <a:srgbClr val="CFDDE6"/>
            </a:solidFill>
            <a:prstDash val="solid"/>
            <a:headEnd type="none"/>
            <a:tailEnd type="none"/>
          </a:ln>
          <a:effectLst/>
        </p:spPr>
      </p:sp>
      <p:sp>
        <p:nvSpPr>
          <p:cNvPr id="26" name="Rectangle9"/>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nSYAAIAHAADHRwAAyAoAABAAAAAmAAAACAAAAP//////////"/>
              </a:ext>
            </a:extLst>
          </p:cNvSpPr>
          <p:nvPr/>
        </p:nvSpPr>
        <p:spPr>
          <a:xfrm>
            <a:off x="6276975" y="1219200"/>
            <a:ext cx="5391150" cy="533400"/>
          </a:xfrm>
          <a:prstGeom prst="rect">
            <a:avLst/>
          </a:prstGeom>
          <a:noFill/>
          <a:ln>
            <a:noFill/>
          </a:ln>
          <a:effectLst/>
        </p:spPr>
        <p:txBody>
          <a:bodyPr vert="horz" wrap="square" lIns="0" tIns="0" rIns="0" bIns="0" numCol="1" spcCol="215900" anchor="t"/>
          <a:lstStyle/>
          <a:p>
            <a:pPr>
              <a:defRPr sz="1750" b="1" cap="none">
                <a:solidFill>
                  <a:srgbClr val="173754"/>
                </a:solidFill>
              </a:defRPr>
            </a:pPr>
            <a:r>
              <a:t>Illustrative case: valid key, changed operator</a:t>
            </a:r>
          </a:p>
        </p:txBody>
      </p:sp>
      <p:sp>
        <p:nvSpPr>
          <p:cNvPr id="27" name="Rectangle10"/>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nSYAAKkLAABtRwAA0w4AABAAAAAmAAAACAAAAP//////////"/>
              </a:ext>
            </a:extLst>
          </p:cNvSpPr>
          <p:nvPr/>
        </p:nvSpPr>
        <p:spPr>
          <a:xfrm>
            <a:off x="6276975" y="1895475"/>
            <a:ext cx="5334000" cy="514350"/>
          </a:xfrm>
          <a:prstGeom prst="rect">
            <a:avLst/>
          </a:prstGeom>
          <a:noFill/>
          <a:ln>
            <a:noFill/>
          </a:ln>
          <a:effectLst/>
        </p:spPr>
        <p:txBody>
          <a:bodyPr vert="horz" wrap="square" lIns="0" tIns="0" rIns="0" bIns="0" numCol="1" spcCol="215900" anchor="t"/>
          <a:lstStyle/>
          <a:p>
            <a:pPr>
              <a:defRPr sz="1450" cap="none">
                <a:solidFill>
                  <a:srgbClr val="172B3A"/>
                </a:solidFill>
              </a:defRPr>
            </a:pPr>
            <a:r>
              <a:t>The signing key remains valid, but writing style and posting habits change after a suspected takeover.</a:t>
            </a:r>
          </a:p>
        </p:txBody>
      </p:sp>
      <p:sp>
        <p:nvSpPr>
          <p:cNvPr id="28" name="AutoShape1"/>
          <p:cNvSpPr>
            <a:extLst>
              <a:ext uri="smNativeData">
                <pr:smNativeData xmlns:pr="smNativeData" xmlns="smNativeData" val="SMDATA_15_VL+6ahMAAAAlAAAAZQAAAA0AAAAAkAAAAEgAAACQAAAASAAAAAAAAAAAAAAAAAAAAAEAAABQAAAArthfdk8ezj8AAAAAAADwvwAAAAAAAOA/AAAAAAAA4D8AAAAAAADgPwAAAAAAAOA/AAAAAAAA4D8AAAAAAADgPwAAAAAAAOA/AAAAAAAA4D8CAAAAjAAAAAEAAAAAAAAA7vX5AP///wgAAAAAAAAAAAAAAAAAAAAAAAAAAAAAAAAAAAAAeAAAAAEAAABAAAAAAAAAAAAAAABaAAAAAAAAAAAAAAAAAAAAAAAAAAAAAAAAAAAAAAAAAAAAAAAAAAAAAAAAAAAAAAAAAAAAAAAAAAAAAAAAAAAAAAAAAAAAAAAAAAAAFAAAADwAAAABAAAAAAAAAM/d5gAU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7vX5AP///wEAAAAAAAAAAAAAAAAAAAAAAAAAAAAAAAAAAAAAAAAAAM/d5gB/f38AH0l9A8zMzADAwP8Af39/AAAAAAAAAAAAAAAAAAAAAAAAAAAAIQAAABgAAAAUAAAAnSYAAFkQAAA0NQAAVRQAABAAAAAmAAAACAAAAP//////////"/>
              </a:ext>
            </a:extLst>
          </p:cNvSpPr>
          <p:nvPr/>
        </p:nvSpPr>
        <p:spPr>
          <a:xfrm>
            <a:off x="6276975" y="2657475"/>
            <a:ext cx="2371725" cy="647700"/>
          </a:xfrm>
          <a:prstGeom prst="roundRect">
            <a:avLst>
              <a:gd name="adj" fmla="val 11765"/>
            </a:avLst>
          </a:prstGeom>
          <a:solidFill>
            <a:srgbClr val="EEF5F9"/>
          </a:solidFill>
          <a:ln w="12700" cap="flat" cmpd="sng" algn="ctr">
            <a:solidFill>
              <a:srgbClr val="CFDDE6"/>
            </a:solidFill>
            <a:prstDash val="solid"/>
            <a:headEnd type="none"/>
            <a:tailEnd type="none"/>
          </a:ln>
          <a:effectLst/>
        </p:spPr>
      </p:sp>
      <p:sp>
        <p:nvSpPr>
          <p:cNvPr id="29" name="Rectangle11"/>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UScAANEQAACANAAAdRIAABAAAAAmAAAACAAAAP//////////"/>
              </a:ext>
            </a:extLst>
          </p:cNvSpPr>
          <p:nvPr/>
        </p:nvSpPr>
        <p:spPr>
          <a:xfrm>
            <a:off x="6391275" y="2733675"/>
            <a:ext cx="2143125" cy="266700"/>
          </a:xfrm>
          <a:prstGeom prst="rect">
            <a:avLst/>
          </a:prstGeom>
          <a:noFill/>
          <a:ln>
            <a:noFill/>
          </a:ln>
          <a:effectLst/>
        </p:spPr>
        <p:txBody>
          <a:bodyPr vert="horz" wrap="square" lIns="0" tIns="0" rIns="0" bIns="0" numCol="1" spcCol="215900" anchor="t"/>
          <a:lstStyle/>
          <a:p>
            <a:pPr>
              <a:defRPr b="1" cap="none">
                <a:solidFill>
                  <a:srgbClr val="173754"/>
                </a:solidFill>
              </a:defRPr>
            </a:pPr>
            <a:r>
              <a:t>Before 14 March</a:t>
            </a:r>
          </a:p>
        </p:txBody>
      </p:sp>
      <p:sp>
        <p:nvSpPr>
          <p:cNvPr id="30" name="Rectangle12"/>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UScAAHUSAACANAAANxQAABAAAAAmAAAACAAAAP//////////"/>
              </a:ext>
            </a:extLst>
          </p:cNvSpPr>
          <p:nvPr/>
        </p:nvSpPr>
        <p:spPr>
          <a:xfrm>
            <a:off x="6391275" y="3000375"/>
            <a:ext cx="2143125" cy="285750"/>
          </a:xfrm>
          <a:prstGeom prst="rect">
            <a:avLst/>
          </a:prstGeom>
          <a:noFill/>
          <a:ln>
            <a:noFill/>
          </a:ln>
          <a:effectLst/>
        </p:spPr>
        <p:txBody>
          <a:bodyPr vert="horz" wrap="square" lIns="0" tIns="0" rIns="0" bIns="0" numCol="1" spcCol="215900" anchor="t"/>
          <a:lstStyle/>
          <a:p>
            <a:pPr>
              <a:defRPr sz="1200" cap="none">
                <a:solidFill>
                  <a:srgbClr val="506473"/>
                </a:solidFill>
              </a:defRPr>
            </a:pPr>
            <a:r>
              <a:t>Stable style and cadence</a:t>
            </a:r>
          </a:p>
        </p:txBody>
      </p:sp>
      <p:sp>
        <p:nvSpPr>
          <p:cNvPr id="31" name="AutoShape2"/>
          <p:cNvSpPr>
            <a:extLst>
              <a:ext uri="smNativeData">
                <pr:smNativeData xmlns:pr="smNativeData" xmlns="smNativeData" val="SMDATA_15_VL+6ahMAAAAlAAAAZQAAAA0AAAAAkAAAAEgAAACQAAAASAAAAAAAAAAAAAAAAAAAAAEAAABQAAAArthfdk8ezj8AAAAAAADwvwAAAAAAAOA/AAAAAAAA4D8AAAAAAADgPwAAAAAAAOA/AAAAAAAA4D8AAAAAAADgPwAAAAAAAOA/AAAAAAAA4D8CAAAAjAAAAAEAAAAAAAAA/PTnAP///wgAAAAAAAAAAAAAAAAAAAAAAAAAAAAAAAAAAAAAeAAAAAEAAABAAAAAAAAAAAAAAABaAAAAAAAAAAAAAAAAAAAAAAAAAAAAAAAAAAAAAAAAAAAAAAAAAAAAAAAAAAAAAAAAAAAAAAAAAAAAAAAAAAAAAAAAAAAAAAAAAAAAFAAAADwAAAABAAAAAAAAAM/d5gAU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PTnAP///wEAAAAAAAAAAAAAAAAAAAAAAAAAAAAAAAAAAAAAAAAAAM/d5gB/f38AH0l9A8zMzADAwP8Af39/AAAAAAAAAAAAAAAAAAAAAAAAAAAAIQAAABgAAAAUAAAAxzgAAFkQAABeRwAAVRQAABAAAAAmAAAACAAAAP//////////"/>
              </a:ext>
            </a:extLst>
          </p:cNvSpPr>
          <p:nvPr/>
        </p:nvSpPr>
        <p:spPr>
          <a:xfrm>
            <a:off x="9229725" y="2657475"/>
            <a:ext cx="2371725" cy="647700"/>
          </a:xfrm>
          <a:prstGeom prst="roundRect">
            <a:avLst>
              <a:gd name="adj" fmla="val 11765"/>
            </a:avLst>
          </a:prstGeom>
          <a:solidFill>
            <a:srgbClr val="FCF4E7"/>
          </a:solidFill>
          <a:ln w="12700" cap="flat" cmpd="sng" algn="ctr">
            <a:solidFill>
              <a:srgbClr val="CFDDE6"/>
            </a:solidFill>
            <a:prstDash val="solid"/>
            <a:headEnd type="none"/>
            <a:tailEnd type="none"/>
          </a:ln>
          <a:effectLst/>
        </p:spPr>
      </p:sp>
      <p:sp>
        <p:nvSpPr>
          <p:cNvPr id="32" name="Rectangle13"/>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ezkAANEQAACqRgAAdRIAABAAAAAmAAAACAAAAP//////////"/>
              </a:ext>
            </a:extLst>
          </p:cNvSpPr>
          <p:nvPr/>
        </p:nvSpPr>
        <p:spPr>
          <a:xfrm>
            <a:off x="9344025" y="2733675"/>
            <a:ext cx="2143125" cy="266700"/>
          </a:xfrm>
          <a:prstGeom prst="rect">
            <a:avLst/>
          </a:prstGeom>
          <a:noFill/>
          <a:ln>
            <a:noFill/>
          </a:ln>
          <a:effectLst/>
        </p:spPr>
        <p:txBody>
          <a:bodyPr vert="horz" wrap="square" lIns="0" tIns="0" rIns="0" bIns="0" numCol="1" spcCol="215900" anchor="t"/>
          <a:lstStyle/>
          <a:p>
            <a:pPr>
              <a:defRPr b="1" cap="none">
                <a:solidFill>
                  <a:srgbClr val="173754"/>
                </a:solidFill>
              </a:defRPr>
            </a:pPr>
            <a:r>
              <a:t>From 14 March</a:t>
            </a:r>
          </a:p>
        </p:txBody>
      </p:sp>
      <p:sp>
        <p:nvSpPr>
          <p:cNvPr id="33" name="Rectangle14"/>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ezkAAHUSAACqRgAANxQAABAAAAAmAAAACAAAAP//////////"/>
              </a:ext>
            </a:extLst>
          </p:cNvSpPr>
          <p:nvPr/>
        </p:nvSpPr>
        <p:spPr>
          <a:xfrm>
            <a:off x="9344025" y="3000375"/>
            <a:ext cx="2143125" cy="285750"/>
          </a:xfrm>
          <a:prstGeom prst="rect">
            <a:avLst/>
          </a:prstGeom>
          <a:noFill/>
          <a:ln>
            <a:noFill/>
          </a:ln>
          <a:effectLst/>
        </p:spPr>
        <p:txBody>
          <a:bodyPr vert="horz" wrap="square" lIns="0" tIns="0" rIns="0" bIns="0" numCol="1" spcCol="215900" anchor="t"/>
          <a:lstStyle/>
          <a:p>
            <a:pPr>
              <a:defRPr sz="1200" cap="none">
                <a:solidFill>
                  <a:srgbClr val="506473"/>
                </a:solidFill>
              </a:defRPr>
            </a:pPr>
            <a:r>
              <a:t>Behaviour break</a:t>
            </a:r>
          </a:p>
        </p:txBody>
      </p:sp>
      <p:graphicFrame>
        <p:nvGraphicFramePr>
          <p:cNvPr id="34" name=""/>
          <p:cNvGraphicFramePr>
            <a:graphicFrameLocks noGrp="1"/>
          </p:cNvGraphicFramePr>
          <p:nvPr/>
        </p:nvGraphicFramePr>
        <p:xfrm>
          <a:off x="6276975" y="3581400"/>
          <a:ext cx="5324475" cy="1811020"/>
        </p:xfrm>
        <a:graphic>
          <a:graphicData uri="http://schemas.openxmlformats.org/drawingml/2006/table">
            <a:tbl>
              <a:tblPr>
                <a:noFill/>
              </a:tblPr>
              <a:tblGrid>
                <a:gridCol w="1666875"/>
                <a:gridCol w="3657600"/>
              </a:tblGrid>
              <a:tr h="330835">
                <a:tc>
                  <a:txBody>
                    <a:bodyPr wrap="square" numCol="1"/>
                    <a:lstStyle/>
                    <a:p>
                      <a:pPr marL="0" marR="0" indent="0" algn="l">
                        <a:buNone/>
                      </a:pPr>
                      <a:r>
                        <a:rPr sz="1300" b="1" cap="none">
                          <a:solidFill>
                            <a:srgbClr val="FFFFFF"/>
                          </a:solidFill>
                        </a:rPr>
                        <a:t>Claim</a:t>
                      </a:r>
                    </a:p>
                  </a:txBody>
                  <a:tcPr marL="91440" marR="91440" marT="45720" marB="45720" vert="horz">
                    <a:lnL>
                      <a:noFill/>
                    </a:lnL>
                    <a:lnR>
                      <a:noFill/>
                    </a:lnR>
                    <a:lnT>
                      <a:noFill/>
                    </a:lnT>
                    <a:lnB>
                      <a:noFill/>
                    </a:lnB>
                    <a:lnTlToBr>
                      <a:noFill/>
                    </a:lnTlToBr>
                    <a:lnBlToTr>
                      <a:noFill/>
                    </a:lnBlToTr>
                    <a:solidFill>
                      <a:srgbClr val="173754"/>
                    </a:solidFill>
                  </a:tcPr>
                </a:tc>
                <a:tc>
                  <a:txBody>
                    <a:bodyPr wrap="square" numCol="1"/>
                    <a:lstStyle/>
                    <a:p>
                      <a:pPr marL="0" marR="0" indent="0" algn="l">
                        <a:buNone/>
                      </a:pPr>
                      <a:r>
                        <a:rPr sz="1300" b="1" cap="none">
                          <a:solidFill>
                            <a:srgbClr val="FFFFFF"/>
                          </a:solidFill>
                        </a:rPr>
                        <a:t>Result in this scenario</a:t>
                      </a:r>
                    </a:p>
                  </a:txBody>
                  <a:tcPr marL="91440" marR="91440" marT="45720" marB="45720" vert="horz">
                    <a:lnL>
                      <a:noFill/>
                    </a:lnL>
                    <a:lnR>
                      <a:noFill/>
                    </a:lnR>
                    <a:lnT>
                      <a:noFill/>
                    </a:lnT>
                    <a:lnB>
                      <a:noFill/>
                    </a:lnB>
                    <a:lnTlToBr>
                      <a:noFill/>
                    </a:lnTlToBr>
                    <a:lnBlToTr>
                      <a:noFill/>
                    </a:lnBlToTr>
                    <a:solidFill>
                      <a:srgbClr val="173754"/>
                    </a:solidFill>
                  </a:tcPr>
                </a:tc>
                <a:extLst>
                  <a:ext uri="smNativeData">
                    <pr:rowheight xmlns="" xmlns:pr="smNativeData" dt="1790623572" type="min" val="330835"/>
                  </a:ext>
                </a:extLst>
              </a:tr>
              <a:tr h="330835">
                <a:tc>
                  <a:txBody>
                    <a:bodyPr wrap="square" numCol="1"/>
                    <a:lstStyle/>
                    <a:p>
                      <a:pPr marL="0" marR="0" indent="0" algn="l">
                        <a:buNone/>
                      </a:pPr>
                      <a:r>
                        <a:rPr sz="1300" cap="none">
                          <a:solidFill>
                            <a:srgbClr val="172B3A"/>
                          </a:solidFill>
                        </a:rPr>
                        <a:t>Key Control</a:t>
                      </a:r>
                    </a:p>
                  </a:txBody>
                  <a:tcPr marL="91440" marR="91440" marT="45720" marB="45720" vert="horz">
                    <a:lnL>
                      <a:noFill/>
                    </a:lnL>
                    <a:lnR>
                      <a:noFill/>
                    </a:lnR>
                    <a:lnT>
                      <a:noFill/>
                    </a:lnT>
                    <a:lnB>
                      <a:noFill/>
                    </a:lnB>
                    <a:lnTlToBr>
                      <a:noFill/>
                    </a:lnTlToBr>
                    <a:lnBlToTr>
                      <a:noFill/>
                    </a:lnBlToTr>
                    <a:solidFill>
                      <a:srgbClr val="F2F7FA"/>
                    </a:solidFill>
                  </a:tcPr>
                </a:tc>
                <a:tc>
                  <a:txBody>
                    <a:bodyPr wrap="square" numCol="1"/>
                    <a:lstStyle/>
                    <a:p>
                      <a:pPr marL="0" marR="0" indent="0" algn="l">
                        <a:buNone/>
                      </a:pPr>
                      <a:r>
                        <a:rPr sz="1300" cap="none">
                          <a:solidFill>
                            <a:srgbClr val="172B3A"/>
                          </a:solidFill>
                        </a:rPr>
                        <a:t>ASSERT · VERIFIED: persona-bound signature</a:t>
                      </a:r>
                    </a:p>
                  </a:txBody>
                  <a:tcPr marL="91440" marR="91440" marT="45720" marB="45720" vert="horz">
                    <a:lnL>
                      <a:noFill/>
                    </a:lnL>
                    <a:lnR>
                      <a:noFill/>
                    </a:lnR>
                    <a:lnT>
                      <a:noFill/>
                    </a:lnT>
                    <a:lnB>
                      <a:noFill/>
                    </a:lnB>
                    <a:lnTlToBr>
                      <a:noFill/>
                    </a:lnTlToBr>
                    <a:lnBlToTr>
                      <a:noFill/>
                    </a:lnBlToTr>
                    <a:solidFill>
                      <a:srgbClr val="F2F7FA"/>
                    </a:solidFill>
                  </a:tcPr>
                </a:tc>
                <a:extLst>
                  <a:ext uri="smNativeData">
                    <pr:rowheight xmlns="" xmlns:pr="smNativeData" dt="1790623572" type="min" val="330835"/>
                  </a:ext>
                </a:extLst>
              </a:tr>
              <a:tr h="330835">
                <a:tc>
                  <a:txBody>
                    <a:bodyPr wrap="square" numCol="1"/>
                    <a:lstStyle/>
                    <a:p>
                      <a:pPr marL="0" marR="0" indent="0" algn="l">
                        <a:buNone/>
                      </a:pPr>
                      <a:r>
                        <a:rPr sz="1300" cap="none">
                          <a:solidFill>
                            <a:srgbClr val="172B3A"/>
                          </a:solidFill>
                        </a:rPr>
                        <a:t>Wallet Control</a:t>
                      </a:r>
                    </a:p>
                  </a:txBody>
                  <a:tcPr marL="91440" marR="91440" marT="45720" marB="45720" vert="horz">
                    <a:lnL>
                      <a:noFill/>
                    </a:lnL>
                    <a:lnR>
                      <a:noFill/>
                    </a:lnR>
                    <a:lnT>
                      <a:noFill/>
                    </a:lnT>
                    <a:lnB>
                      <a:noFill/>
                    </a:lnB>
                    <a:lnTlToBr>
                      <a:noFill/>
                    </a:lnTlToBr>
                    <a:lnBlToTr>
                      <a:noFill/>
                    </a:lnBlToTr>
                    <a:solidFill>
                      <a:srgbClr val="FFFFFF"/>
                    </a:solidFill>
                  </a:tcPr>
                </a:tc>
                <a:tc>
                  <a:txBody>
                    <a:bodyPr wrap="square" numCol="1"/>
                    <a:lstStyle/>
                    <a:p>
                      <a:pPr marL="0" marR="0" indent="0" algn="l">
                        <a:buNone/>
                      </a:pPr>
                      <a:r>
                        <a:rPr sz="1300" cap="none">
                          <a:solidFill>
                            <a:srgbClr val="172B3A"/>
                          </a:solidFill>
                        </a:rPr>
                        <a:t>not tested</a:t>
                      </a:r>
                    </a:p>
                  </a:txBody>
                  <a:tcPr marL="91440" marR="91440" marT="45720" marB="45720" vert="horz">
                    <a:lnL>
                      <a:noFill/>
                    </a:lnL>
                    <a:lnR>
                      <a:noFill/>
                    </a:lnR>
                    <a:lnT>
                      <a:noFill/>
                    </a:lnT>
                    <a:lnB>
                      <a:noFill/>
                    </a:lnB>
                    <a:lnTlToBr>
                      <a:noFill/>
                    </a:lnTlToBr>
                    <a:lnBlToTr>
                      <a:noFill/>
                    </a:lnBlToTr>
                    <a:solidFill>
                      <a:srgbClr val="FFFFFF"/>
                    </a:solidFill>
                  </a:tcPr>
                </a:tc>
                <a:extLst>
                  <a:ext uri="smNativeData">
                    <pr:rowheight xmlns="" xmlns:pr="smNativeData" dt="1790623572" type="min" val="330835"/>
                  </a:ext>
                </a:extLst>
              </a:tr>
              <a:tr h="330835">
                <a:tc>
                  <a:txBody>
                    <a:bodyPr wrap="square" numCol="1"/>
                    <a:lstStyle/>
                    <a:p>
                      <a:pPr marL="0" marR="0" indent="0" algn="l">
                        <a:buNone/>
                      </a:pPr>
                      <a:r>
                        <a:rPr sz="1300" cap="none">
                          <a:solidFill>
                            <a:srgbClr val="172B3A"/>
                          </a:solidFill>
                        </a:rPr>
                        <a:t>Persona Link</a:t>
                      </a:r>
                    </a:p>
                  </a:txBody>
                  <a:tcPr marL="91440" marR="91440" marT="45720" marB="45720" vert="horz">
                    <a:lnL>
                      <a:noFill/>
                    </a:lnL>
                    <a:lnR>
                      <a:noFill/>
                    </a:lnR>
                    <a:lnT>
                      <a:noFill/>
                    </a:lnT>
                    <a:lnB>
                      <a:noFill/>
                    </a:lnB>
                    <a:lnTlToBr>
                      <a:noFill/>
                    </a:lnTlToBr>
                    <a:lnBlToTr>
                      <a:noFill/>
                    </a:lnBlToTr>
                    <a:solidFill>
                      <a:srgbClr val="FFFFFF"/>
                    </a:solidFill>
                  </a:tcPr>
                </a:tc>
                <a:tc>
                  <a:txBody>
                    <a:bodyPr wrap="square" numCol="1"/>
                    <a:lstStyle/>
                    <a:p>
                      <a:pPr marL="0" marR="0" indent="0" algn="l">
                        <a:buNone/>
                      </a:pPr>
                      <a:r>
                        <a:rPr sz="1300" cap="none">
                          <a:solidFill>
                            <a:srgbClr val="172B3A"/>
                          </a:solidFill>
                        </a:rPr>
                        <a:t>not tested</a:t>
                      </a:r>
                    </a:p>
                  </a:txBody>
                  <a:tcPr marL="91440" marR="91440" marT="45720" marB="45720" vert="horz">
                    <a:lnL>
                      <a:noFill/>
                    </a:lnL>
                    <a:lnR>
                      <a:noFill/>
                    </a:lnR>
                    <a:lnT>
                      <a:noFill/>
                    </a:lnT>
                    <a:lnB>
                      <a:noFill/>
                    </a:lnB>
                    <a:lnTlToBr>
                      <a:noFill/>
                    </a:lnTlToBr>
                    <a:lnBlToTr>
                      <a:noFill/>
                    </a:lnBlToTr>
                    <a:solidFill>
                      <a:srgbClr val="FFFFFF"/>
                    </a:solidFill>
                  </a:tcPr>
                </a:tc>
                <a:extLst>
                  <a:ext uri="smNativeData">
                    <pr:rowheight xmlns="" xmlns:pr="smNativeData" dt="1790623572" type="min" val="330835"/>
                  </a:ext>
                </a:extLst>
              </a:tr>
              <a:tr h="330835">
                <a:tc>
                  <a:txBody>
                    <a:bodyPr wrap="square" numCol="1"/>
                    <a:lstStyle/>
                    <a:p>
                      <a:pPr marL="0" marR="0" indent="0" algn="l">
                        <a:buNone/>
                      </a:pPr>
                      <a:r>
                        <a:rPr sz="1300" cap="none">
                          <a:solidFill>
                            <a:srgbClr val="172B3A"/>
                          </a:solidFill>
                        </a:rPr>
                        <a:t>Same Operator</a:t>
                      </a:r>
                    </a:p>
                  </a:txBody>
                  <a:tcPr marL="91440" marR="91440" marT="45720" marB="45720" vert="horz">
                    <a:lnL>
                      <a:noFill/>
                    </a:lnL>
                    <a:lnR>
                      <a:noFill/>
                    </a:lnR>
                    <a:lnT>
                      <a:noFill/>
                    </a:lnT>
                    <a:lnB>
                      <a:noFill/>
                    </a:lnB>
                    <a:lnTlToBr>
                      <a:noFill/>
                    </a:lnTlToBr>
                    <a:lnBlToTr>
                      <a:noFill/>
                    </a:lnBlToTr>
                    <a:solidFill>
                      <a:srgbClr val="F2F7FA"/>
                    </a:solidFill>
                  </a:tcPr>
                </a:tc>
                <a:tc>
                  <a:txBody>
                    <a:bodyPr wrap="square" numCol="1"/>
                    <a:lstStyle/>
                    <a:p>
                      <a:pPr marL="0" marR="0" indent="0" algn="l">
                        <a:buNone/>
                      </a:pPr>
                      <a:r>
                        <a:rPr sz="1300" cap="none">
                          <a:solidFill>
                            <a:srgbClr val="172B3A"/>
                          </a:solidFill>
                        </a:rPr>
                        <a:t>HOLD · QUESTIONABLE: behavioural break</a:t>
                      </a:r>
                    </a:p>
                  </a:txBody>
                  <a:tcPr marL="91440" marR="91440" marT="45720" marB="45720" vert="horz">
                    <a:lnL>
                      <a:noFill/>
                    </a:lnL>
                    <a:lnR>
                      <a:noFill/>
                    </a:lnR>
                    <a:lnT>
                      <a:noFill/>
                    </a:lnT>
                    <a:lnB>
                      <a:noFill/>
                    </a:lnB>
                    <a:lnTlToBr>
                      <a:noFill/>
                    </a:lnTlToBr>
                    <a:lnBlToTr>
                      <a:noFill/>
                    </a:lnBlToTr>
                    <a:solidFill>
                      <a:srgbClr val="F2F7FA"/>
                    </a:solidFill>
                  </a:tcPr>
                </a:tc>
                <a:extLst>
                  <a:ext uri="smNativeData">
                    <pr:rowheight xmlns="" xmlns:pr="smNativeData" dt="1790623572" type="min" val="330835"/>
                  </a:ext>
                </a:extLst>
              </a:tr>
            </a:tbl>
          </a:graphicData>
        </a:graphic>
      </p:graphicFrame>
      <p:sp>
        <p:nvSpPr>
          <p:cNvPr id="35" name="Rectangle15"/>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nSYAAHUhAABeRwAARiMAABAAAAAmAAAACAAAAP//////////"/>
              </a:ext>
            </a:extLst>
          </p:cNvSpPr>
          <p:nvPr/>
        </p:nvSpPr>
        <p:spPr>
          <a:xfrm>
            <a:off x="6276975" y="5438775"/>
            <a:ext cx="5324475" cy="295275"/>
          </a:xfrm>
          <a:prstGeom prst="rect">
            <a:avLst/>
          </a:prstGeom>
          <a:noFill/>
          <a:ln>
            <a:noFill/>
          </a:ln>
          <a:effectLst/>
        </p:spPr>
        <p:txBody>
          <a:bodyPr vert="horz" wrap="square" lIns="0" tIns="0" rIns="0" bIns="0" numCol="1" spcCol="215900" anchor="t"/>
          <a:lstStyle/>
          <a:p>
            <a:pPr>
              <a:defRPr sz="1800" b="1" cap="none">
                <a:solidFill>
                  <a:srgbClr val="A96C0A"/>
                </a:solidFill>
              </a:defRPr>
            </a:pPr>
            <a:r>
              <a:t>HOLD: possible takeover</a:t>
            </a:r>
          </a:p>
        </p:txBody>
      </p:sp>
      <p:sp>
        <p:nvSpPr>
          <p:cNvPr id="36" name="Rectangle16"/>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nSYAAL4jAABeRwAAnSYAABAAAAAmAAAACAAAAP//////////"/>
              </a:ext>
            </a:extLst>
          </p:cNvSpPr>
          <p:nvPr/>
        </p:nvSpPr>
        <p:spPr>
          <a:xfrm>
            <a:off x="6276975" y="5810250"/>
            <a:ext cx="5324475" cy="466725"/>
          </a:xfrm>
          <a:prstGeom prst="rect">
            <a:avLst/>
          </a:prstGeom>
          <a:noFill/>
          <a:ln>
            <a:noFill/>
          </a:ln>
          <a:effectLst/>
        </p:spPr>
        <p:txBody>
          <a:bodyPr vert="horz" wrap="square" lIns="0" tIns="0" rIns="0" bIns="0" numCol="1" spcCol="215900" anchor="t"/>
          <a:lstStyle/>
          <a:p>
            <a:pPr>
              <a:defRPr cap="none">
                <a:solidFill>
                  <a:srgbClr val="172B3A"/>
                </a:solidFill>
              </a:defRPr>
            </a:pPr>
            <a:r>
              <a:rPr cap="none">
                <a:solidFill>
                  <a:srgbClr val="172B3A"/>
                </a:solidFill>
              </a:rPr>
              <a:t>Next: request out-of-band continuity proof and review activity after 14 March.</a:t>
            </a:r>
          </a:p>
        </p:txBody>
      </p:sp>
    </p:spTree>
  </p:cSld>
  <p:clrMapOvr>
    <a:masterClrMapping/>
  </p:clrMapOvr>
  <p:timing>
    <p:tnLst>
      <p:par>
        <p:cTn id="1" dur="indefinite" restart="never" nodeType="tmRoot"/>
      </p:par>
    </p:tnLst>
  </p:timing>
</p:sld>
</file>

<file path=ppt/slides/slide6.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showMasterPhAnim="0">
  <p:cSld>
    <p:spTree>
      <p:nvGrpSpPr>
        <p:cNvPr id="1" name=""/>
        <p:cNvGrpSpPr/>
        <p:nvPr/>
      </p:nvGrpSpPr>
      <p:grpSpPr>
        <a:xfrm>
          <a:off x="0" y="0"/>
          <a:ext cx="0" cy="0"/>
          <a:chOff x="0" y="0"/>
          <a:chExt cx="0" cy="0"/>
        </a:xfrm>
      </p:grpSpPr>
      <p:sp>
        <p:nvSpPr>
          <p:cNvPr id="2" name="Google Shape;151;p18"/>
          <p:cNvSpPr>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EAAAAAAAAAAHD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QAAAAAAAAAHAAAAAAAAAAEAAACAgIAAQgAAAAAAAAAkAAAAZAAAAGQAAAAAAAAAy8vLAEIAAAAAAAAAJ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HDAAP///wEAAAAAAAAAAAAAAAAAAAAAAAAAAAAAAAAAAAAAAAAAAAAAAAJ/f38AgICAAMvLywDAwP8Af39/AAAAAAAAAAAAAAAAAAAAAAAAAAAAIQAAABgAAAAUAAAAAAAAABcnAAAASwAAMCoAABAAAAAmAAAACAAAAP//////////"/>
              </a:ext>
            </a:extLst>
          </p:cNvSpPr>
          <p:nvPr/>
        </p:nvSpPr>
        <p:spPr>
          <a:xfrm>
            <a:off x="0" y="6354445"/>
            <a:ext cx="12192000" cy="503555"/>
          </a:xfrm>
          <a:prstGeom prst="rect">
            <a:avLst/>
          </a:prstGeom>
          <a:solidFill>
            <a:srgbClr val="0070C0"/>
          </a:solidFill>
          <a:ln>
            <a:noFill/>
          </a:ln>
          <a:effectLst>
            <a:outerShdw blurRad="12700" dist="22860" dir="5400000">
              <a:srgbClr val="808080">
                <a:alpha val="34000"/>
              </a:srgbClr>
            </a:outerShdw>
          </a:effectLst>
        </p:spPr>
        <p:txBody>
          <a:bodyPr vert="horz" wrap="square" lIns="91440" tIns="45720" rIns="91440" bIns="45720" numCol="1" spcCol="215900" anchor="ctr"/>
          <a:lstStyle/>
          <a:p>
            <a:pPr marL="0" marR="0" indent="0" algn="ctr">
              <a:lnSpc>
                <a:spcPct val="100000"/>
              </a:lnSpc>
              <a:spcBef>
                <a:spcPts val="0"/>
              </a:spcBef>
              <a:spcAft>
                <a:spcPts val="0"/>
              </a:spcAft>
              <a:buNone/>
            </a:pPr>
            <a:endParaRPr sz="1800" cap="none">
              <a:solidFill>
                <a:srgbClr val="953734"/>
              </a:solidFill>
              <a:latin typeface="Calibri" pitchFamily="2" charset="0"/>
              <a:ea typeface="Calibri" pitchFamily="2" charset="0"/>
              <a:cs typeface="Calibri" pitchFamily="2" charset="0"/>
            </a:endParaRPr>
          </a:p>
        </p:txBody>
      </p:sp>
      <p:sp>
        <p:nvSpPr>
          <p:cNvPr id="3" name="Google Shape;152;p18"/>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AMAALX///9ARwAAvQYAABAAAAAmAAAACAAAADwwAAD/HwAA"/>
              </a:ext>
            </a:extLst>
          </p:cNvSpPr>
          <p:nvPr>
            <p:ph type="title"/>
          </p:nvPr>
        </p:nvSpPr>
        <p:spPr>
          <a:noFill/>
          <a:ln>
            <a:noFill/>
          </a:ln>
        </p:spPr>
        <p:txBody>
          <a:bodyPr vert="horz" wrap="square" lIns="91440" tIns="45720" rIns="91440" bIns="45720" numCol="1" spcCol="215900" anchor="ctr">
            <a:prstTxWarp prst="textNoShape">
              <a:avLst/>
            </a:prstTxWarp>
          </a:bodyPr>
          <a:lstStyle/>
          <a:p>
            <a:pPr marL="0" indent="0" algn="ctr">
              <a:spcBef>
                <a:spcPts val="0"/>
              </a:spcBef>
              <a:spcAft>
                <a:spcPts val="0"/>
              </a:spcAft>
              <a:buNone/>
            </a:pPr>
            <a:r>
              <a:rPr lang="en-us" sz="3200" b="1" cap="none">
                <a:latin typeface="Arial" pitchFamily="2" charset="0"/>
                <a:ea typeface="Times New Roman" pitchFamily="1" charset="0"/>
                <a:cs typeface="Times New Roman" pitchFamily="1" charset="0"/>
              </a:rPr>
              <a:t>RESEARCH AND REFERENCES</a:t>
            </a:r>
          </a:p>
        </p:txBody>
      </p:sp>
      <p:sp>
        <p:nvSpPr>
          <p:cNvPr id="4" name="Google Shape;154;p18"/>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DUAABonAABARwAAWSkAABAAAAAmAAAACAAAADwwAAD/HwAA"/>
              </a:ext>
            </a:extLst>
          </p:cNvSpPr>
          <p:nvPr>
            <p:ph type="sldNum" idx="12"/>
          </p:nvPr>
        </p:nvSpPr>
        <p:spPr>
          <a:noFill/>
          <a:ln>
            <a:noFill/>
          </a:ln>
        </p:spPr>
        <p:txBody>
          <a:bodyPr vert="horz" wrap="square" lIns="91440" tIns="45720" rIns="91440" bIns="45720" numCol="1" spcCol="215900" anchor="ctr">
            <a:prstTxWarp prst="textNoShape">
              <a:avLst/>
            </a:prstTxWarp>
          </a:bodyPr>
          <a:lstStyle/>
          <a:p>
            <a:pPr marL="0" marR="0" indent="0" algn="r">
              <a:lnSpc>
                <a:spcPct val="100000"/>
              </a:lnSpc>
              <a:spcBef>
                <a:spcPts val="0"/>
              </a:spcBef>
              <a:spcAft>
                <a:spcPts val="0"/>
              </a:spcAft>
              <a:buNone/>
            </a:pPr>
            <a:fld id="{3C259B2E-60D1-706D-9F9D-9638D5D369C3}" type="slidenum">
              <a:rPr lang="en-us" b="1" cap="none">
                <a:solidFill>
                  <a:srgbClr val="FFFFFF"/>
                </a:solidFill>
              </a:rPr>
              <a:t>6</a:t>
            </a:fld>
            <a:endParaRPr b="1" cap="none">
              <a:solidFill>
                <a:srgbClr val="FFFFFF"/>
              </a:solidFill>
            </a:endParaRPr>
          </a:p>
        </p:txBody>
      </p:sp>
      <p:sp>
        <p:nvSpPr>
          <p:cNvPr id="5" name="Google Shape;155;p18"/>
          <p:cNvSpPr>
            <a:spLocks noGrp="1" noChangeArrowheads="1"/>
            <a:extLst>
              <a:ext uri="smNativeData">
                <pr:smNativeData xmlns:pr="smNativeData" xmlns="smNativeData" val="SMDATA_15_VL+6ah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mBwAABonAABOMAAAWSkAABAAAAAmAAAACAAAAD0wAAD/HwAA"/>
              </a:ext>
            </a:extLst>
          </p:cNvSpPr>
          <p:nvPr>
            <p:ph type="ftr" idx="11"/>
          </p:nvPr>
        </p:nvSpPr>
        <p:spPr>
          <a:xfrm>
            <a:off x="4648200" y="6356350"/>
            <a:ext cx="3204210" cy="365125"/>
          </a:xfrm>
          <a:noFill/>
          <a:ln>
            <a:noFill/>
          </a:ln>
        </p:spPr>
        <p:txBody>
          <a:bodyPr vert="horz" wrap="square" lIns="91440" tIns="45720" rIns="91440" bIns="45720" numCol="1" spcCol="215900" anchor="ctr">
            <a:prstTxWarp prst="textNoShape">
              <a:avLst/>
            </a:prstTxWarp>
          </a:bodyPr>
          <a:lstStyle/>
          <a:p>
            <a:pPr marL="0" marR="0" indent="0" algn="ctr">
              <a:lnSpc>
                <a:spcPct val="100000"/>
              </a:lnSpc>
              <a:spcBef>
                <a:spcPts val="0"/>
              </a:spcBef>
              <a:spcAft>
                <a:spcPts val="0"/>
              </a:spcAft>
              <a:buNone/>
            </a:pPr>
            <a:r>
              <a:rPr lang="en-us" cap="none">
                <a:solidFill>
                  <a:srgbClr val="FFFFFF"/>
                </a:solidFill>
              </a:rPr>
              <a:t>@SIH Idea submission- Template</a:t>
            </a:r>
            <a:endParaRPr cap="none">
              <a:solidFill>
                <a:srgbClr val="FFFFFF"/>
              </a:solidFill>
            </a:endParaRPr>
          </a:p>
        </p:txBody>
      </p:sp>
      <p:sp>
        <p:nvSpPr>
          <p:cNvPr id="6" name="Google Shape;156;p18" descr="Your startup LOGO"/>
          <p:cNvSpPr>
            <a:extLst>
              <a:ext uri="smNativeData">
                <pr:smNativeData xmlns:pr="smNativeData" xmlns="smNativeData" val="SMDATA_15_VL+6ahMAAAAlAAAAZgAAAA0AAAAAkAAAAEgAAACQAAAASAAAAAAAAAABAAAAAAAAAAEAAABQAAAAAAAAAAAA8D8AAAAAAADwPwAAAAAAAOA/AAAAAAAA4D8AAAAAAADgPwAAAAAAAOA/AAAAAAAA4D8AAAAAAADgPwAAAAAAAOA/AAAAAAAA4D8CAAAAjAAAAAEAAAAAAAAA////AP///wgAAAAAAAAAAAAAAAAAAAAAAAAAAAAAAAAAAAAAeAAAAAEAAABAAAAAAAAAAAAAAABaAAAAAAAAAAAAAAAAAAAAAAAAAAAAAAAAAAAAAAAAAAAAAAAAAAAAAAAAAAAAAAAAAAAAAAAAAAAAAAAAAAAAAAAAAAAAAAAAAAAAFAAAADwAAAABAAAAAAAAAIBkogAoAAAAAQAAACMAAAAjAAAAIwAAAB4AAAAAAAAASwAAAEsAAAAA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IBkogB/f38AH0l9A8zMzADAwP8Af39/AAAAAAAAAAAAAAAAAAAAAAAAAAAAIQAAABgAAAAUAAAABwIAAI0BAAC7CQAAhQYAABAAAAAmAAAACAAAAP//////////"/>
              </a:ext>
            </a:extLst>
          </p:cNvSpPr>
          <p:nvPr/>
        </p:nvSpPr>
        <p:spPr>
          <a:xfrm>
            <a:off x="329565" y="252095"/>
            <a:ext cx="1252220" cy="807720"/>
          </a:xfrm>
          <a:prstGeom prst="ellipse">
            <a:avLst/>
          </a:prstGeom>
          <a:solidFill>
            <a:srgbClr val="FFFFFF"/>
          </a:solidFill>
          <a:ln w="25400" cap="flat" cmpd="sng" algn="ctr">
            <a:solidFill>
              <a:srgbClr val="8064A2"/>
            </a:solidFill>
            <a:prstDash val="solid"/>
            <a:headEnd type="none"/>
            <a:tailEnd type="none"/>
          </a:ln>
          <a:effectLst/>
        </p:spPr>
        <p:txBody>
          <a:bodyPr vert="horz" wrap="square" lIns="91440" tIns="45720" rIns="91440" bIns="45720" numCol="1" spcCol="215900" anchor="ctr"/>
          <a:lstStyle/>
          <a:p>
            <a:pPr marL="0" marR="0" indent="0" algn="ctr">
              <a:spcBef>
                <a:spcPts val="0"/>
              </a:spcBef>
              <a:spcAft>
                <a:spcPts val="0"/>
              </a:spcAft>
              <a:buNone/>
            </a:pPr>
            <a:endParaRPr sz="1800" cap="none">
              <a:latin typeface="Calibri" pitchFamily="2" charset="0"/>
              <a:ea typeface="Calibri" pitchFamily="2" charset="0"/>
              <a:cs typeface="Calibri" pitchFamily="2" charset="0"/>
            </a:endParaRPr>
          </a:p>
        </p:txBody>
      </p:sp>
      <p:pic>
        <p:nvPicPr>
          <p:cNvPr id="7" name="Google Shape;157;p18"/>
          <p:cNvPicPr>
            <a:extLst>
              <a:ext uri="smNativeData">
                <pr:smNativeData xmlns:pr="smNativeData" xmlns="smNativeData" val="SMDATA_17_VL+6ah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B9JfQPMzMwAwMD/AH9/fwAAAAAAAAAAAAAAAAD///8AAAAAACEAAAAYAAAAFAAAACo8AAACAAAAAUoAAIsGAAAQAAAAJgAAAAgAAAD//////////w=="/>
              </a:ext>
            </a:extLst>
          </p:cNvPicPr>
          <p:nvPr/>
        </p:nvPicPr>
        <p:blipFill>
          <a:blip r:embed="rId3"/>
          <a:stretch>
            <a:fillRect/>
          </a:stretch>
        </p:blipFill>
        <p:spPr>
          <a:xfrm>
            <a:off x="9780270" y="1270"/>
            <a:ext cx="2249805" cy="1062355"/>
          </a:xfrm>
          <a:prstGeom prst="rect">
            <a:avLst/>
          </a:prstGeom>
          <a:noFill/>
          <a:ln>
            <a:noFill/>
          </a:ln>
          <a:effectLst/>
        </p:spPr>
      </p:pic>
      <p:sp>
        <p:nvSpPr>
          <p:cNvPr id="8" name="Google Shape;158;p18" descr="Your startup LOGO"/>
          <p:cNvSpPr>
            <a:extLst>
              <a:ext uri="smNativeData">
                <pr:smNativeData xmlns:pr="smNativeData" xmlns="smNativeData" val="SMDATA_15_VL+6ahMAAAAlAAAAZgAAAA0AAAAAkAAAAEgAAACQAAAASAAAAAAAAAABAAAAAAAAAAEAAABQAAAAAAAAAAAA8D8AAAAAAADwPwAAAAAAAOA/AAAAAAAA4D8AAAAAAADgPwAAAAAAAOA/AAAAAAAA4D8AAAAAAADgPwAAAAAAAOA/AAAAAAAA4D8CAAAAjAAAAAEAAAAAAAAA////AP///wgAAAAAAAAAAAAAAAAAAAAAAAAAAAAAAAAAAAAAeAAAAAEAAABAAAAAAAAAAAAAAABaAAAAAAAAAAAAAAAAAAAAAAAAAAAAAAAAAAAAAAAAAAAAAAAAAAAAAAAAAAAAAAAAAAAAAAAAAAAAAAAAAAAAAAAAAAAAAAAAAAAAFAAAADwAAAABAAAAAAAAAIBkogAoAAAAAQAAACMAAAAjAAAAIwAAAB4AAAAAAAAASwAAAEsAAAAAAAAASwAAAEs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IBkogB/f38AH0l9A8zMzADAwP8Af39/AAAAAAAAAAAAAAAAAAAAAAAAAAAAIQAAABgAAAAUAAAABwIAAI0BAAC7CQAAhQYAABAAAAAmAAAACAAAAP//////////"/>
              </a:ext>
            </a:extLst>
          </p:cNvSpPr>
          <p:nvPr/>
        </p:nvSpPr>
        <p:spPr>
          <a:xfrm>
            <a:off x="329565" y="252095"/>
            <a:ext cx="1252220" cy="807720"/>
          </a:xfrm>
          <a:prstGeom prst="ellipse">
            <a:avLst/>
          </a:prstGeom>
          <a:solidFill>
            <a:srgbClr val="FFFFFF"/>
          </a:solidFill>
          <a:ln w="25400" cap="flat" cmpd="sng" algn="ctr">
            <a:solidFill>
              <a:srgbClr val="8064A2"/>
            </a:solidFill>
            <a:prstDash val="solid"/>
            <a:headEnd type="none"/>
            <a:tailEnd type="none"/>
          </a:ln>
          <a:effectLst/>
        </p:spPr>
        <p:txBody>
          <a:bodyPr vert="horz" wrap="square" lIns="91440" tIns="45720" rIns="91440" bIns="45720" numCol="1" spcCol="215900" anchor="ctr"/>
          <a:lstStyle/>
          <a:p>
            <a:pPr marL="0" marR="0" indent="0" algn="ctr">
              <a:spcBef>
                <a:spcPts val="0"/>
              </a:spcBef>
              <a:spcAft>
                <a:spcPts val="0"/>
              </a:spcAft>
              <a:buNone/>
            </a:pPr>
            <a:r>
              <a:rPr lang="en-us" sz="1500" b="1" cap="none">
                <a:latin typeface="Calibri" pitchFamily="2" charset="0"/>
                <a:ea typeface="Calibri" pitchFamily="2" charset="0"/>
                <a:cs typeface="Calibri" pitchFamily="2" charset="0"/>
              </a:rPr>
              <a:t>6@RootRevival</a:t>
            </a:r>
            <a:endParaRPr sz="1500" b="1" cap="none">
              <a:latin typeface="Calibri" pitchFamily="2" charset="0"/>
              <a:ea typeface="Calibri" pitchFamily="2" charset="0"/>
              <a:cs typeface="Calibri" pitchFamily="2" charset="0"/>
            </a:endParaRPr>
          </a:p>
        </p:txBody>
      </p:sp>
      <p:sp>
        <p:nvSpPr>
          <p:cNvPr id="9" name="Rectangle1"/>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IAHAAA2JAAAQgkAABAAAAAmAAAACAAAAP//////////"/>
              </a:ext>
            </a:extLst>
          </p:cNvSpPr>
          <p:nvPr/>
        </p:nvSpPr>
        <p:spPr>
          <a:xfrm>
            <a:off x="533400" y="1219200"/>
            <a:ext cx="5353050" cy="285750"/>
          </a:xfrm>
          <a:prstGeom prst="rect">
            <a:avLst/>
          </a:prstGeom>
          <a:noFill/>
          <a:ln>
            <a:noFill/>
          </a:ln>
          <a:effectLst/>
        </p:spPr>
        <p:txBody>
          <a:bodyPr vert="horz" wrap="square" lIns="0" tIns="0" rIns="0" bIns="0" numCol="1" spcCol="215900" anchor="t"/>
          <a:lstStyle/>
          <a:p>
            <a:pPr>
              <a:defRPr sz="1750" b="1" cap="none">
                <a:solidFill>
                  <a:srgbClr val="173754"/>
                </a:solidFill>
              </a:defRPr>
            </a:pPr>
            <a:r>
              <a:t>Research foundations and references</a:t>
            </a:r>
          </a:p>
        </p:txBody>
      </p:sp>
      <p:sp>
        <p:nvSpPr>
          <p:cNvPr id="10" name="Rectangle2"/>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PYJAACCIwAAmQwAABAAAAAmAAAACAAAAP//////////"/>
              </a:ext>
            </a:extLst>
          </p:cNvSpPr>
          <p:nvPr/>
        </p:nvSpPr>
        <p:spPr>
          <a:xfrm>
            <a:off x="533400" y="1619250"/>
            <a:ext cx="5238750" cy="428625"/>
          </a:xfrm>
          <a:prstGeom prst="rect">
            <a:avLst/>
          </a:prstGeom>
          <a:noFill/>
          <a:ln>
            <a:noFill/>
          </a:ln>
          <a:effectLst/>
        </p:spPr>
        <p:txBody>
          <a:bodyPr vert="horz" wrap="square" lIns="0" tIns="0" rIns="0" bIns="0" numCol="1" spcCol="215900" anchor="t"/>
          <a:lstStyle/>
          <a:p>
            <a:pPr>
              <a:defRPr sz="1300" cap="none">
                <a:solidFill>
                  <a:srgbClr val="172B3A"/>
                </a:solidFill>
              </a:defRPr>
            </a:pPr>
            <a:r>
              <a:t>Our work: literature / SIH26151 review, attack taxonomy, and a locked train / validation / test benchmark.</a:t>
            </a:r>
          </a:p>
        </p:txBody>
      </p:sp>
      <p:sp>
        <p:nvSpPr>
          <p:cNvPr id="11" name="Rectangle3"/>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BAOAACCIwAAaQ8AABAAAAAmAAAACAAAAP//////////"/>
              </a:ext>
            </a:extLst>
          </p:cNvSpPr>
          <p:nvPr/>
        </p:nvSpPr>
        <p:spPr>
          <a:xfrm>
            <a:off x="533400" y="2247900"/>
            <a:ext cx="5238750" cy="219075"/>
          </a:xfrm>
          <a:prstGeom prst="rect">
            <a:avLst/>
          </a:prstGeom>
          <a:noFill/>
          <a:ln>
            <a:noFill/>
          </a:ln>
          <a:effectLst/>
        </p:spPr>
        <p:txBody>
          <a:bodyPr vert="horz" wrap="square" lIns="0" tIns="0" rIns="0" bIns="0" numCol="1" spcCol="215900" anchor="t"/>
          <a:lstStyle/>
          <a:p>
            <a:pPr>
              <a:defRPr b="1" cap="none">
                <a:solidFill>
                  <a:srgbClr val="173754"/>
                </a:solidFill>
              </a:defRPr>
            </a:pPr>
            <a:r>
              <a:t>Tai, Soska &amp; Christin (2019), KDD</a:t>
            </a:r>
          </a:p>
        </p:txBody>
      </p:sp>
      <p:sp>
        <p:nvSpPr>
          <p:cNvPr id="12" name="Rectangle4"/>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IYPAACCIwAA0BAAABAAAAAmAAAACAAAAP//////////"/>
              </a:ext>
            </a:extLst>
          </p:cNvSpPr>
          <p:nvPr/>
        </p:nvSpPr>
        <p:spPr>
          <a:xfrm>
            <a:off x="533400" y="2476500"/>
            <a:ext cx="5238750" cy="209550"/>
          </a:xfrm>
          <a:prstGeom prst="rect">
            <a:avLst/>
          </a:prstGeom>
          <a:noFill/>
          <a:ln>
            <a:noFill/>
          </a:ln>
          <a:effectLst/>
        </p:spPr>
        <p:txBody>
          <a:bodyPr vert="horz" wrap="square" lIns="0" tIns="0" rIns="0" bIns="0" numCol="1" spcCol="215900" anchor="t"/>
          <a:lstStyle/>
          <a:p>
            <a:pPr>
              <a:defRPr sz="1250" cap="none">
                <a:solidFill>
                  <a:srgbClr val="172B3A"/>
                </a:solidFill>
              </a:defRPr>
            </a:pPr>
            <a:r>
              <a:t>Adversarial Matching of Dark Net Market Vendor Accounts</a:t>
            </a:r>
          </a:p>
        </p:txBody>
      </p:sp>
      <p:sp>
        <p:nvSpPr>
          <p:cNvPr id="13" name="Rectangle5"/>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OAQAACCIwAAGxIAABAAAAAmAAAACAAAAP//////////"/>
              </a:ext>
            </a:extLst>
          </p:cNvSpPr>
          <p:nvPr/>
        </p:nvSpPr>
        <p:spPr>
          <a:xfrm>
            <a:off x="533400" y="2676525"/>
            <a:ext cx="5238750" cy="209550"/>
          </a:xfrm>
          <a:prstGeom prst="rect">
            <a:avLst/>
          </a:prstGeom>
          <a:noFill/>
          <a:ln>
            <a:noFill/>
          </a:ln>
          <a:effectLst/>
        </p:spPr>
        <p:txBody>
          <a:bodyPr vert="horz" wrap="square" lIns="0" tIns="0" rIns="0" bIns="0" numCol="1" spcCol="215900" anchor="t"/>
          <a:lstStyle/>
          <a:p>
            <a:pPr>
              <a:defRPr sz="1100" cap="none">
                <a:solidFill>
                  <a:srgbClr val="0073B9"/>
                </a:solidFill>
              </a:defRPr>
            </a:pPr>
            <a:r>
              <a:t>doi.org/10.1145/3292500.3330763</a:t>
            </a:r>
          </a:p>
        </p:txBody>
      </p:sp>
      <p:sp>
        <p:nvSpPr>
          <p:cNvPr id="14" name="Rectangle6"/>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D0TAACCIwAAlhQAABAAAAAmAAAACAAAAP//////////"/>
              </a:ext>
            </a:extLst>
          </p:cNvSpPr>
          <p:nvPr/>
        </p:nvSpPr>
        <p:spPr>
          <a:xfrm>
            <a:off x="533400" y="3009900"/>
            <a:ext cx="5238750" cy="219075"/>
          </a:xfrm>
          <a:prstGeom prst="rect">
            <a:avLst/>
          </a:prstGeom>
          <a:noFill/>
          <a:ln>
            <a:noFill/>
          </a:ln>
          <a:effectLst/>
        </p:spPr>
        <p:txBody>
          <a:bodyPr vert="horz" wrap="square" lIns="0" tIns="0" rIns="0" bIns="0" numCol="1" spcCol="215900" anchor="t"/>
          <a:lstStyle/>
          <a:p>
            <a:pPr>
              <a:defRPr b="1" cap="none">
                <a:solidFill>
                  <a:srgbClr val="173754"/>
                </a:solidFill>
              </a:defRPr>
            </a:pPr>
            <a:r>
              <a:t>Saxena et al. (2023), ACL</a:t>
            </a:r>
          </a:p>
        </p:txBody>
      </p:sp>
      <p:sp>
        <p:nvSpPr>
          <p:cNvPr id="15" name="Rectangle7"/>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LMUAACCIwAA/RUAABAAAAAmAAAACAAAAP//////////"/>
              </a:ext>
            </a:extLst>
          </p:cNvSpPr>
          <p:nvPr/>
        </p:nvSpPr>
        <p:spPr>
          <a:xfrm>
            <a:off x="533400" y="3238500"/>
            <a:ext cx="5238750" cy="209550"/>
          </a:xfrm>
          <a:prstGeom prst="rect">
            <a:avLst/>
          </a:prstGeom>
          <a:noFill/>
          <a:ln>
            <a:noFill/>
          </a:ln>
          <a:effectLst/>
        </p:spPr>
        <p:txBody>
          <a:bodyPr vert="horz" wrap="square" lIns="0" tIns="0" rIns="0" bIns="0" numCol="1" spcCol="215900" anchor="t"/>
          <a:lstStyle/>
          <a:p>
            <a:pPr>
              <a:defRPr sz="1250" cap="none">
                <a:solidFill>
                  <a:srgbClr val="172B3A"/>
                </a:solidFill>
              </a:defRPr>
            </a:pPr>
            <a:r>
              <a:t>VendorLink: vendor migrants and potential aliases</a:t>
            </a:r>
          </a:p>
        </p:txBody>
      </p:sp>
      <p:sp>
        <p:nvSpPr>
          <p:cNvPr id="16" name="Rectangle8"/>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A0WAACCIwAASBcAABAAAAAmAAAACAAAAP//////////"/>
              </a:ext>
            </a:extLst>
          </p:cNvSpPr>
          <p:nvPr/>
        </p:nvSpPr>
        <p:spPr>
          <a:xfrm>
            <a:off x="533400" y="3438525"/>
            <a:ext cx="5238750" cy="209550"/>
          </a:xfrm>
          <a:prstGeom prst="rect">
            <a:avLst/>
          </a:prstGeom>
          <a:noFill/>
          <a:ln>
            <a:noFill/>
          </a:ln>
          <a:effectLst/>
        </p:spPr>
        <p:txBody>
          <a:bodyPr vert="horz" wrap="square" lIns="0" tIns="0" rIns="0" bIns="0" numCol="1" spcCol="215900" anchor="t"/>
          <a:lstStyle/>
          <a:p>
            <a:pPr>
              <a:defRPr sz="1100" cap="none">
                <a:solidFill>
                  <a:srgbClr val="0073B9"/>
                </a:solidFill>
              </a:defRPr>
            </a:pPr>
            <a:r>
              <a:t>aclanthology.org/2023.acl-long.481/</a:t>
            </a:r>
          </a:p>
        </p:txBody>
      </p:sp>
      <p:sp>
        <p:nvSpPr>
          <p:cNvPr id="17" name="Rectangle9"/>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GoYAACCIwAAwxkAABAAAAAmAAAACAAAAP//////////"/>
              </a:ext>
            </a:extLst>
          </p:cNvSpPr>
          <p:nvPr/>
        </p:nvSpPr>
        <p:spPr>
          <a:xfrm>
            <a:off x="533400" y="3771900"/>
            <a:ext cx="5238750" cy="219075"/>
          </a:xfrm>
          <a:prstGeom prst="rect">
            <a:avLst/>
          </a:prstGeom>
          <a:noFill/>
          <a:ln>
            <a:noFill/>
          </a:ln>
          <a:effectLst/>
        </p:spPr>
        <p:txBody>
          <a:bodyPr vert="horz" wrap="square" lIns="0" tIns="0" rIns="0" bIns="0" numCol="1" spcCol="215900" anchor="t"/>
          <a:lstStyle/>
          <a:p>
            <a:pPr>
              <a:defRPr b="1" cap="none">
                <a:solidFill>
                  <a:srgbClr val="173754"/>
                </a:solidFill>
              </a:defRPr>
            </a:pPr>
            <a:r>
              <a:t>Wang et al. (2018), ASIACCS</a:t>
            </a:r>
          </a:p>
        </p:txBody>
      </p:sp>
      <p:sp>
        <p:nvSpPr>
          <p:cNvPr id="18" name="Rectangle10"/>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OAZAACCIwAAKhsAABAAAAAmAAAACAAAAP//////////"/>
              </a:ext>
            </a:extLst>
          </p:cNvSpPr>
          <p:nvPr/>
        </p:nvSpPr>
        <p:spPr>
          <a:xfrm>
            <a:off x="533400" y="4000500"/>
            <a:ext cx="5238750" cy="209550"/>
          </a:xfrm>
          <a:prstGeom prst="rect">
            <a:avLst/>
          </a:prstGeom>
          <a:noFill/>
          <a:ln>
            <a:noFill/>
          </a:ln>
          <a:effectLst/>
        </p:spPr>
        <p:txBody>
          <a:bodyPr vert="horz" wrap="square" lIns="0" tIns="0" rIns="0" bIns="0" numCol="1" spcCol="215900" anchor="t"/>
          <a:lstStyle/>
          <a:p>
            <a:pPr>
              <a:defRPr sz="1250" cap="none">
                <a:solidFill>
                  <a:srgbClr val="172B3A"/>
                </a:solidFill>
              </a:defRPr>
            </a:pPr>
            <a:r>
              <a:t>You Are Your Photographs: vendor photo linkage</a:t>
            </a:r>
          </a:p>
        </p:txBody>
      </p:sp>
      <p:sp>
        <p:nvSpPr>
          <p:cNvPr id="19" name="Rectangle11"/>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DobAACCIwAAdRwAABAAAAAmAAAACAAAAP//////////"/>
              </a:ext>
            </a:extLst>
          </p:cNvSpPr>
          <p:nvPr/>
        </p:nvSpPr>
        <p:spPr>
          <a:xfrm>
            <a:off x="533400" y="4200525"/>
            <a:ext cx="5238750" cy="209550"/>
          </a:xfrm>
          <a:prstGeom prst="rect">
            <a:avLst/>
          </a:prstGeom>
          <a:noFill/>
          <a:ln>
            <a:noFill/>
          </a:ln>
          <a:effectLst/>
        </p:spPr>
        <p:txBody>
          <a:bodyPr vert="horz" wrap="square" lIns="0" tIns="0" rIns="0" bIns="0" numCol="1" spcCol="215900" anchor="t"/>
          <a:lstStyle/>
          <a:p>
            <a:pPr>
              <a:defRPr sz="1100" cap="none">
                <a:solidFill>
                  <a:srgbClr val="0073B9"/>
                </a:solidFill>
              </a:defRPr>
            </a:pPr>
            <a:r>
              <a:t>gangw.cs.illinois.edu/asiaccs18.pdf</a:t>
            </a:r>
          </a:p>
        </p:txBody>
      </p:sp>
      <p:sp>
        <p:nvSpPr>
          <p:cNvPr id="20" name="Rectangle12"/>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JYdAACCIwAA7x4AABAAAAAmAAAACAAAAP//////////"/>
              </a:ext>
            </a:extLst>
          </p:cNvSpPr>
          <p:nvPr/>
        </p:nvSpPr>
        <p:spPr>
          <a:xfrm>
            <a:off x="533400" y="4533900"/>
            <a:ext cx="5238750" cy="219075"/>
          </a:xfrm>
          <a:prstGeom prst="rect">
            <a:avLst/>
          </a:prstGeom>
          <a:noFill/>
          <a:ln>
            <a:noFill/>
          </a:ln>
          <a:effectLst/>
        </p:spPr>
        <p:txBody>
          <a:bodyPr vert="horz" wrap="square" lIns="0" tIns="0" rIns="0" bIns="0" numCol="1" spcCol="215900" anchor="t"/>
          <a:lstStyle/>
          <a:p>
            <a:pPr>
              <a:defRPr b="1" cap="none">
                <a:solidFill>
                  <a:srgbClr val="173754"/>
                </a:solidFill>
              </a:defRPr>
            </a:pPr>
            <a:r>
              <a:t>Cook et al. (1998), Science &amp; Justice</a:t>
            </a:r>
          </a:p>
        </p:txBody>
      </p:sp>
      <p:sp>
        <p:nvSpPr>
          <p:cNvPr id="21" name="Rectangle13"/>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A0fAACCIwAAVyAAABAAAAAmAAAACAAAAP//////////"/>
              </a:ext>
            </a:extLst>
          </p:cNvSpPr>
          <p:nvPr/>
        </p:nvSpPr>
        <p:spPr>
          <a:xfrm>
            <a:off x="533400" y="4762500"/>
            <a:ext cx="5238750" cy="209550"/>
          </a:xfrm>
          <a:prstGeom prst="rect">
            <a:avLst/>
          </a:prstGeom>
          <a:noFill/>
          <a:ln>
            <a:noFill/>
          </a:ln>
          <a:effectLst/>
        </p:spPr>
        <p:txBody>
          <a:bodyPr vert="horz" wrap="square" lIns="0" tIns="0" rIns="0" bIns="0" numCol="1" spcCol="215900" anchor="t"/>
          <a:lstStyle/>
          <a:p>
            <a:pPr>
              <a:defRPr sz="1250" cap="none">
                <a:solidFill>
                  <a:srgbClr val="172B3A"/>
                </a:solidFill>
              </a:defRPr>
            </a:pPr>
            <a:r>
              <a:t>A hierarchy of propositions</a:t>
            </a:r>
          </a:p>
        </p:txBody>
      </p:sp>
      <p:sp>
        <p:nvSpPr>
          <p:cNvPr id="22" name="Rectangle14"/>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GYgAACCIwAAoSEAABAAAAAmAAAACAAAAP//////////"/>
              </a:ext>
            </a:extLst>
          </p:cNvSpPr>
          <p:nvPr/>
        </p:nvSpPr>
        <p:spPr>
          <a:xfrm>
            <a:off x="533400" y="4962525"/>
            <a:ext cx="5238750" cy="209550"/>
          </a:xfrm>
          <a:prstGeom prst="rect">
            <a:avLst/>
          </a:prstGeom>
          <a:noFill/>
          <a:ln>
            <a:noFill/>
          </a:ln>
          <a:effectLst/>
        </p:spPr>
        <p:txBody>
          <a:bodyPr vert="horz" wrap="square" lIns="0" tIns="0" rIns="0" bIns="0" numCol="1" spcCol="215900" anchor="t"/>
          <a:lstStyle/>
          <a:p>
            <a:pPr>
              <a:defRPr sz="1100" cap="none">
                <a:solidFill>
                  <a:srgbClr val="0073B9"/>
                </a:solidFill>
              </a:defRPr>
            </a:pPr>
            <a:r>
              <a:t>doi.org/10.1016/S1355-0306(98)72117-3</a:t>
            </a:r>
          </a:p>
        </p:txBody>
      </p:sp>
      <p:sp>
        <p:nvSpPr>
          <p:cNvPr id="23" name="Line1"/>
          <p:cNvSpPr>
            <a:extLst>
              <a:ext uri="smNativeData">
                <pr:smNativeData xmlns:pr="smNativeData" xmlns="smNativeData" val="SMDATA_15_VL+6ahMAAAAlAAAACg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d5gAU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d5gB/f38AH0l9A8zMzADAwP8Af39/AAAAAAAAAAAAAAAAAAAAAAAAAAAAIQAAABgAAAAUAAAANSUAAF8KAAA1JQAAGSMAABAAAAAmAAAACAAAAP//////////"/>
              </a:ext>
            </a:extLst>
          </p:cNvSpPr>
          <p:nvPr/>
        </p:nvSpPr>
        <p:spPr>
          <a:xfrm>
            <a:off x="6048375" y="1685925"/>
            <a:ext cx="0" cy="4019550"/>
          </a:xfrm>
          <a:prstGeom prst="line">
            <a:avLst/>
          </a:prstGeom>
          <a:noFill/>
          <a:ln w="12700" cap="flat" cmpd="sng" algn="ctr">
            <a:solidFill>
              <a:srgbClr val="CFDDE6"/>
            </a:solidFill>
            <a:prstDash val="solid"/>
            <a:headEnd type="none"/>
            <a:tailEnd type="none"/>
          </a:ln>
          <a:effectLst/>
        </p:spPr>
      </p:sp>
      <p:sp>
        <p:nvSpPr>
          <p:cNvPr id="24" name="Rectangle15"/>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uyYAAIAHAADHRwAAqgoAABAAAAAmAAAACAAAAP//////////"/>
              </a:ext>
            </a:extLst>
          </p:cNvSpPr>
          <p:nvPr/>
        </p:nvSpPr>
        <p:spPr>
          <a:xfrm>
            <a:off x="6296025" y="1219200"/>
            <a:ext cx="5372100" cy="514350"/>
          </a:xfrm>
          <a:prstGeom prst="rect">
            <a:avLst/>
          </a:prstGeom>
          <a:noFill/>
          <a:ln>
            <a:noFill/>
          </a:ln>
          <a:effectLst/>
        </p:spPr>
        <p:txBody>
          <a:bodyPr vert="horz" wrap="square" lIns="0" tIns="0" rIns="0" bIns="0" numCol="1" spcCol="215900" anchor="t"/>
          <a:lstStyle/>
          <a:p>
            <a:pPr>
              <a:defRPr sz="1750" b="1" cap="none">
                <a:solidFill>
                  <a:srgbClr val="0073B9"/>
                </a:solidFill>
              </a:defRPr>
            </a:pPr>
            <a:r>
              <a:t>Technical mechanisms behind the innovations</a:t>
            </a:r>
          </a:p>
        </p:txBody>
      </p:sp>
      <p:sp>
        <p:nvSpPr>
          <p:cNvPr id="25" name="Rectangle16"/>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uyYAAJoLAAAxRwAALw0AABAAAAAmAAAACAAAAP//////////"/>
              </a:ext>
            </a:extLst>
          </p:cNvSpPr>
          <p:nvPr/>
        </p:nvSpPr>
        <p:spPr>
          <a:xfrm>
            <a:off x="6296025" y="1885950"/>
            <a:ext cx="5276850" cy="257175"/>
          </a:xfrm>
          <a:prstGeom prst="rect">
            <a:avLst/>
          </a:prstGeom>
          <a:noFill/>
          <a:ln>
            <a:noFill/>
          </a:ln>
          <a:effectLst/>
        </p:spPr>
        <p:txBody>
          <a:bodyPr vert="horz" wrap="square" lIns="0" tIns="0" rIns="0" bIns="0" numCol="1" spcCol="215900" anchor="t"/>
          <a:lstStyle/>
          <a:p>
            <a:pPr>
              <a:defRPr sz="1550" b="1" cap="none">
                <a:solidFill>
                  <a:srgbClr val="173754"/>
                </a:solidFill>
              </a:defRPr>
            </a:pPr>
            <a:r>
              <a:t>Key proof levels (L0–L3)</a:t>
            </a:r>
          </a:p>
        </p:txBody>
      </p:sp>
      <p:sp>
        <p:nvSpPr>
          <p:cNvPr id="26" name="Rectangle17"/>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uyYAAGsNAAAxRwAAOxAAABAAAAAmAAAACAAAAP//////////"/>
              </a:ext>
            </a:extLst>
          </p:cNvSpPr>
          <p:nvPr/>
        </p:nvSpPr>
        <p:spPr>
          <a:xfrm>
            <a:off x="6296025" y="2181225"/>
            <a:ext cx="5276850" cy="457200"/>
          </a:xfrm>
          <a:prstGeom prst="rect">
            <a:avLst/>
          </a:prstGeom>
          <a:noFill/>
          <a:ln>
            <a:noFill/>
          </a:ln>
          <a:effectLst/>
        </p:spPr>
        <p:txBody>
          <a:bodyPr vert="horz" wrap="square" lIns="0" tIns="0" rIns="0" bIns="0" numCol="1" spcCol="215900" anchor="t"/>
          <a:lstStyle/>
          <a:p>
            <a:pPr>
              <a:defRPr cap="none">
                <a:solidFill>
                  <a:srgbClr val="172B3A"/>
                </a:solidFill>
              </a:defRPr>
            </a:pPr>
            <a:r>
              <a:t>Pasted key → valid signature → signature naming the persona → fresh signature anchored to a recent blockchain block hash.</a:t>
            </a:r>
          </a:p>
        </p:txBody>
      </p:sp>
      <p:sp>
        <p:nvSpPr>
          <p:cNvPr id="27" name="Rectangle18"/>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uyYAAFkQAAAxRwAA7hEAABAAAAAmAAAACAAAAP//////////"/>
              </a:ext>
            </a:extLst>
          </p:cNvSpPr>
          <p:nvPr/>
        </p:nvSpPr>
        <p:spPr>
          <a:xfrm>
            <a:off x="6296025" y="2657475"/>
            <a:ext cx="5276850" cy="257175"/>
          </a:xfrm>
          <a:prstGeom prst="rect">
            <a:avLst/>
          </a:prstGeom>
          <a:noFill/>
          <a:ln>
            <a:noFill/>
          </a:ln>
          <a:effectLst/>
        </p:spPr>
        <p:txBody>
          <a:bodyPr vert="horz" wrap="square" lIns="0" tIns="0" rIns="0" bIns="0" numCol="1" spcCol="215900" anchor="t"/>
          <a:lstStyle/>
          <a:p>
            <a:pPr>
              <a:defRPr sz="1550" b="1" cap="none">
                <a:solidFill>
                  <a:srgbClr val="173754"/>
                </a:solidFill>
              </a:defRPr>
            </a:pPr>
            <a:r>
              <a:t>Replay + template-aware matching</a:t>
            </a:r>
          </a:p>
        </p:txBody>
      </p:sp>
      <p:sp>
        <p:nvSpPr>
          <p:cNvPr id="28" name="Rectangle19"/>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uyYAACoSAAAxRwAA+hQAABAAAAAmAAAACAAAAP//////////"/>
              </a:ext>
            </a:extLst>
          </p:cNvSpPr>
          <p:nvPr/>
        </p:nvSpPr>
        <p:spPr>
          <a:xfrm>
            <a:off x="6296025" y="2952750"/>
            <a:ext cx="5276850" cy="457200"/>
          </a:xfrm>
          <a:prstGeom prst="rect">
            <a:avLst/>
          </a:prstGeom>
          <a:noFill/>
          <a:ln>
            <a:noFill/>
          </a:ln>
          <a:effectLst/>
        </p:spPr>
        <p:txBody>
          <a:bodyPr vert="horz" wrap="square" lIns="0" tIns="0" rIns="0" bIns="0" numCol="1" spcCol="215900" anchor="t"/>
          <a:lstStyle/>
          <a:p>
            <a:pPr>
              <a:defRPr cap="none">
                <a:solidFill>
                  <a:srgbClr val="172B3A"/>
                </a:solidFill>
              </a:defRPr>
            </a:pPr>
            <a:r>
              <a:t>Reused proof gets zero weight for a new persona. Remove marketplace boilerplate before comparing writing style.</a:t>
            </a:r>
          </a:p>
        </p:txBody>
      </p:sp>
      <p:sp>
        <p:nvSpPr>
          <p:cNvPr id="29" name="Rectangle20"/>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uyYAABgVAAAxRwAArRYAABAAAAAmAAAACAAAAP//////////"/>
              </a:ext>
            </a:extLst>
          </p:cNvSpPr>
          <p:nvPr/>
        </p:nvSpPr>
        <p:spPr>
          <a:xfrm>
            <a:off x="6296025" y="3429000"/>
            <a:ext cx="5276850" cy="257175"/>
          </a:xfrm>
          <a:prstGeom prst="rect">
            <a:avLst/>
          </a:prstGeom>
          <a:noFill/>
          <a:ln>
            <a:noFill/>
          </a:ln>
          <a:effectLst/>
        </p:spPr>
        <p:txBody>
          <a:bodyPr vert="horz" wrap="square" lIns="0" tIns="0" rIns="0" bIns="0" numCol="1" spcCol="215900" anchor="t"/>
          <a:lstStyle/>
          <a:p>
            <a:pPr>
              <a:defRPr sz="1550" b="1" cap="none">
                <a:solidFill>
                  <a:srgbClr val="173754"/>
                </a:solidFill>
              </a:defRPr>
            </a:pPr>
            <a:r>
              <a:t>Evidence quality and trust</a:t>
            </a:r>
          </a:p>
        </p:txBody>
      </p:sp>
      <p:sp>
        <p:nvSpPr>
          <p:cNvPr id="30" name="Rectangle21"/>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uyYAAOkWAAAxRwAAuRkAABAAAAAmAAAACAAAAP//////////"/>
              </a:ext>
            </a:extLst>
          </p:cNvSpPr>
          <p:nvPr/>
        </p:nvSpPr>
        <p:spPr>
          <a:xfrm>
            <a:off x="6296025" y="3724275"/>
            <a:ext cx="5276850" cy="457200"/>
          </a:xfrm>
          <a:prstGeom prst="rect">
            <a:avLst/>
          </a:prstGeom>
          <a:noFill/>
          <a:ln>
            <a:noFill/>
          </a:ln>
          <a:effectLst/>
        </p:spPr>
        <p:txBody>
          <a:bodyPr vert="horz" wrap="square" lIns="0" tIns="0" rIns="0" bIns="0" numCol="1" spcCol="215900" anchor="t"/>
          <a:lstStyle/>
          <a:p>
            <a:pPr>
              <a:defRPr cap="none">
                <a:solidFill>
                  <a:srgbClr val="172B3A"/>
                </a:solidFill>
              </a:defRPr>
            </a:pPr>
            <a:r>
              <a:t>Each item shows how hard it is to fake plus an Admiralty source grade. Clustered vouches count less.</a:t>
            </a:r>
          </a:p>
        </p:txBody>
      </p:sp>
      <p:sp>
        <p:nvSpPr>
          <p:cNvPr id="31" name="Rectangle22"/>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uyYAANcZAAAxRwAAbBsAABAAAAAmAAAACAAAAP//////////"/>
              </a:ext>
            </a:extLst>
          </p:cNvSpPr>
          <p:nvPr/>
        </p:nvSpPr>
        <p:spPr>
          <a:xfrm>
            <a:off x="6296025" y="4200525"/>
            <a:ext cx="5276850" cy="257175"/>
          </a:xfrm>
          <a:prstGeom prst="rect">
            <a:avLst/>
          </a:prstGeom>
          <a:noFill/>
          <a:ln>
            <a:noFill/>
          </a:ln>
          <a:effectLst/>
        </p:spPr>
        <p:txBody>
          <a:bodyPr vert="horz" wrap="square" lIns="0" tIns="0" rIns="0" bIns="0" numCol="1" spcCol="215900" anchor="t"/>
          <a:lstStyle/>
          <a:p>
            <a:pPr>
              <a:defRPr sz="1550" b="1" cap="none">
                <a:solidFill>
                  <a:srgbClr val="173754"/>
                </a:solidFill>
              </a:defRPr>
            </a:pPr>
            <a:r>
              <a:t>Tamper-evident dossier</a:t>
            </a:r>
          </a:p>
        </p:txBody>
      </p:sp>
      <p:sp>
        <p:nvSpPr>
          <p:cNvPr id="32" name="Rectangle23"/>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uyYAAKgbAAAxRwAAeB4AABAAAAAmAAAACAAAAP//////////"/>
              </a:ext>
            </a:extLst>
          </p:cNvSpPr>
          <p:nvPr/>
        </p:nvSpPr>
        <p:spPr>
          <a:xfrm>
            <a:off x="6296025" y="4495800"/>
            <a:ext cx="5276850" cy="457200"/>
          </a:xfrm>
          <a:prstGeom prst="rect">
            <a:avLst/>
          </a:prstGeom>
          <a:noFill/>
          <a:ln>
            <a:noFill/>
          </a:ln>
          <a:effectLst/>
        </p:spPr>
        <p:txBody>
          <a:bodyPr vert="horz" wrap="square" lIns="0" tIns="0" rIns="0" bIns="0" numCol="1" spcCol="215900" anchor="t"/>
          <a:lstStyle/>
          <a:p>
            <a:pPr>
              <a:defRPr cap="none">
                <a:solidFill>
                  <a:srgbClr val="172B3A"/>
                </a:solidFill>
              </a:defRPr>
            </a:pPr>
            <a:r>
              <a:t>Hash snapshots and audit entries. Export claim statuses and source-graded evidence in STIX 2.1 and PDF.</a:t>
            </a:r>
          </a:p>
        </p:txBody>
      </p:sp>
      <p:sp>
        <p:nvSpPr>
          <p:cNvPr id="33" name="Rectangle24"/>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uyYAAJYeAAAxRwAAKyAAABAAAAAmAAAACAAAAP//////////"/>
              </a:ext>
            </a:extLst>
          </p:cNvSpPr>
          <p:nvPr/>
        </p:nvSpPr>
        <p:spPr>
          <a:xfrm>
            <a:off x="6296025" y="4972050"/>
            <a:ext cx="5276850" cy="257175"/>
          </a:xfrm>
          <a:prstGeom prst="rect">
            <a:avLst/>
          </a:prstGeom>
          <a:noFill/>
          <a:ln>
            <a:noFill/>
          </a:ln>
          <a:effectLst/>
        </p:spPr>
        <p:txBody>
          <a:bodyPr vert="horz" wrap="square" lIns="0" tIns="0" rIns="0" bIns="0" numCol="1" spcCol="215900" anchor="t"/>
          <a:lstStyle/>
          <a:p>
            <a:pPr>
              <a:defRPr sz="1550" b="1" cap="none">
                <a:solidFill>
                  <a:srgbClr val="173754"/>
                </a:solidFill>
              </a:defRPr>
            </a:pPr>
            <a:r>
              <a:t>Adversarial evaluation</a:t>
            </a:r>
          </a:p>
        </p:txBody>
      </p:sp>
      <p:sp>
        <p:nvSpPr>
          <p:cNvPr id="34" name="Rectangle25"/>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uyYAAGcgAAAxRwAANyMAABAAAAAmAAAACAAAAP//////////"/>
              </a:ext>
            </a:extLst>
          </p:cNvSpPr>
          <p:nvPr/>
        </p:nvSpPr>
        <p:spPr>
          <a:xfrm>
            <a:off x="6296025" y="5267325"/>
            <a:ext cx="5276850" cy="457200"/>
          </a:xfrm>
          <a:prstGeom prst="rect">
            <a:avLst/>
          </a:prstGeom>
          <a:noFill/>
          <a:ln>
            <a:noFill/>
          </a:ln>
          <a:effectLst/>
        </p:spPr>
        <p:txBody>
          <a:bodyPr vert="horz" wrap="square" lIns="0" tIns="0" rIns="0" bIns="0" numCol="1" spcCol="215900" anchor="t"/>
          <a:lstStyle/>
          <a:p>
            <a:pPr>
              <a:defRPr cap="none" sz="1250">
                <a:solidFill>
                  <a:srgbClr val="172B3A"/>
                </a:solidFill>
              </a:defRPr>
            </a:pPr>
            <a:r>
              <a:rPr cap="none" sz="1250">
                <a:solidFill>
                  <a:srgbClr val="172B3A"/>
                </a:solidFill>
              </a:rPr>
              <a:t>Benchmark: copied keys, replay, clones, takeovers, account sales. Prototype scenarios add wallet ladder and sock-puppet vouch rings.</a:t>
            </a:r>
          </a:p>
        </p:txBody>
      </p:sp>
      <p:sp>
        <p:nvSpPr>
          <p:cNvPr id="35" name="Rectangle26"/>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AMAAGMkAADvEAAA6SUAABAAAAAmAAAACAAAAP//////////"/>
              </a:ext>
            </a:extLst>
          </p:cNvSpPr>
          <p:nvPr/>
        </p:nvSpPr>
        <p:spPr>
          <a:xfrm>
            <a:off x="533400" y="5915025"/>
            <a:ext cx="2219325" cy="247650"/>
          </a:xfrm>
          <a:prstGeom prst="rect">
            <a:avLst/>
          </a:prstGeom>
          <a:noFill/>
          <a:ln>
            <a:noFill/>
          </a:ln>
          <a:effectLst/>
        </p:spPr>
        <p:txBody>
          <a:bodyPr vert="horz" wrap="square" lIns="0" tIns="0" rIns="0" bIns="0" numCol="1" spcCol="215900" anchor="t"/>
          <a:lstStyle/>
          <a:p>
            <a:pPr>
              <a:defRPr sz="1600" b="1" cap="none">
                <a:solidFill>
                  <a:srgbClr val="173754"/>
                </a:solidFill>
              </a:defRPr>
            </a:pPr>
            <a:r>
              <a:t>Our contribution</a:t>
            </a:r>
          </a:p>
        </p:txBody>
      </p:sp>
      <p:sp>
        <p:nvSpPr>
          <p:cNvPr id="36" name="Rectangle27"/>
          <p:cNvSpPr>
            <a:extLst>
              <a:ext uri="smNativeData">
                <pr:smNativeData xmlns:pr="smNativeData" xmlns="smNativeData" val="SMDATA_15_VL+6ah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lBEAACckAAAxRwAA6CYAABAAAAAmAAAACAAAAP//////////"/>
              </a:ext>
            </a:extLst>
          </p:cNvSpPr>
          <p:nvPr/>
        </p:nvSpPr>
        <p:spPr>
          <a:xfrm>
            <a:off x="2857500" y="5876925"/>
            <a:ext cx="8715375" cy="447675"/>
          </a:xfrm>
          <a:prstGeom prst="rect">
            <a:avLst/>
          </a:prstGeom>
          <a:noFill/>
          <a:ln>
            <a:noFill/>
          </a:ln>
          <a:effectLst/>
        </p:spPr>
        <p:txBody>
          <a:bodyPr vert="horz" wrap="square" lIns="0" tIns="0" rIns="0" bIns="0" numCol="1" spcCol="215900" anchor="t"/>
          <a:lstStyle/>
          <a:p>
            <a:pPr>
              <a:defRPr sz="1300" cap="none">
                <a:solidFill>
                  <a:srgbClr val="172B3A"/>
                </a:solidFill>
              </a:defRPr>
            </a:pPr>
            <a:r>
              <a:t>Established forensic and cryptographic methods, combined into one claim-by-claim, forgery-aware attribution workflow for the dark web.</a:t>
            </a:r>
          </a:p>
        </p:txBody>
      </p:sp>
      <p:sp>
        <p:nvSpPr>
          <p:cNvPr id="1000" name="Agora reference">
            <a:extLst xmlns:a="http://schemas.openxmlformats.org/drawingml/2006/main">
              <a:ext uri="{FF2B5EF4-FFF2-40B4-BE49-F238E27FC236}">
                <a16:creationId xmlns:a16="http://schemas.microsoft.com/office/drawing/2014/main" id="{EBD1C0A6-2E52-4C68-BF8A-5CE32D0FAEBA}"/>
              </a:ext>
            </a:extLst>
          </p:cNvPr>
          <p:cNvSpPr>
            <a:spLocks xmlns:a="http://schemas.openxmlformats.org/drawingml/2006/main" noGrp="1"/>
          </p:cNvSpPr>
          <p:nvPr/>
        </p:nvSpPr>
        <p:spPr>
          <a:xfrm xmlns:a="http://schemas.openxmlformats.org/drawingml/2006/main">
            <a:off x="533400" y="5295900"/>
            <a:ext cx="523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173754"/>
                </a:solidFill>
                <a:latin typeface="Arial"/>
                <a:ea typeface="Arial"/>
                <a:cs typeface="Arial"/>
              </a:defRPr>
            </a:pPr>
            <a:r>
              <a:rPr sz="900" b="1">
                <a:solidFill>
                  <a:srgbClr val="173754"/>
                </a:solidFill>
                <a:latin typeface="Arial"/>
                <a:ea typeface="Arial"/>
                <a:cs typeface="Arial"/>
              </a:rPr>
              <a:t>Agora darknet marketplace data 2014–15</a:t>
            </a:r>
          </a:p>
        </p:txBody>
      </p:sp>
      <p:sp>
        <p:nvSpPr>
          <p:cNvPr id="1001" name="Agora reference details">
            <a:extLst xmlns:a="http://schemas.openxmlformats.org/drawingml/2006/main">
              <a:ext uri="{FF2B5EF4-FFF2-40B4-BE49-F238E27FC236}">
                <a16:creationId xmlns:a16="http://schemas.microsoft.com/office/drawing/2014/main" id="{4D96610A-26B0-4338-9FFB-4D1B4C9DFDE9}"/>
              </a:ext>
            </a:extLst>
          </p:cNvPr>
          <p:cNvSpPr>
            <a:spLocks xmlns:a="http://schemas.openxmlformats.org/drawingml/2006/main" noGrp="1"/>
          </p:cNvSpPr>
          <p:nvPr/>
        </p:nvSpPr>
        <p:spPr>
          <a:xfrm xmlns:a="http://schemas.openxmlformats.org/drawingml/2006/main">
            <a:off x="533400" y="5505450"/>
            <a:ext cx="523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63" b="0">
                <a:solidFill>
                  <a:srgbClr val="506473"/>
                </a:solidFill>
                <a:latin typeface="Arial"/>
                <a:ea typeface="Arial"/>
                <a:cs typeface="Arial"/>
              </a:defRPr>
            </a:pPr>
            <a:r>
              <a:rPr sz="863" b="0">
                <a:solidFill>
                  <a:srgbClr val="506473"/>
                </a:solidFill>
                <a:latin typeface="Arial"/>
                <a:ea typeface="Arial"/>
                <a:cs typeface="Arial"/>
                <a:hlinkClick r:id="rIdSourceLink"/>
              </a:rPr>
              <a:t>Kaggle, philipjames11 · listing text only</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esentation">
  <a:themeElements>
    <a:clrScheme name="Presentation 1">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resentatio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Presentation">
  <a:themeElements>
    <a:clrScheme name="Presentation 1">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resentatio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Override1.xml><?xml version="1.0" encoding="utf-8"?>
<a:themeOverride xmlns:a="http://schemas.openxmlformats.org/drawingml/2006/main">
  <a:clrScheme name="Presentation">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Presentation">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Presentation">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Presentation">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Presentation">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xml><?xml version="1.0" encoding="utf-8"?>
<a:themeOverride xmlns:a="http://schemas.openxmlformats.org/drawingml/2006/main">
  <a:clrScheme name="Presentation">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n7sah</cp:lastModifiedBy>
  <cp:revision>0</cp:revision>
  <dcterms:created xsi:type="dcterms:W3CDTF">2026-09-29T00:40:11Z</dcterms:created>
  <dcterms:modified xsi:type="dcterms:W3CDTF">2026-09-28T19:26:12Z</dcterms:modified>
</cp:coreProperties>
</file>