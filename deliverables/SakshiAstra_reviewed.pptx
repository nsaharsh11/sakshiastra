
<file path=[Content_Types].xml><?xml version="1.0" encoding="utf-8"?>
<Types xmlns="http://schemas.openxmlformats.org/package/2006/content-types">
  <Default Extension="rels" ContentType="application/vnd.openxmlformats-package.relationships+xml"/>
  <Default Extension="xml" ContentType="application/xml"/>
  <Default Extension="vml" ContentType="application/vnd.openxmlformats-officedocument.vmlDrawing"/>
  <Default Extension="fntdata" ContentType="application/x-fontdata"/>
  <Default Extension="bmp" ContentType="image/bmp"/>
  <Default Extension="jpeg" ContentType="image/jpeg"/>
  <Default Extension="png" ContentType="image/png"/>
  <Default Extension="gif" ContentType="image/gif"/>
  <Default Extension="tif" ContentType="image/tif"/>
  <Default Extension="emf" ContentType="image/x-emf"/>
  <Default Extension="wmf" ContentType="image/x-wmf"/>
  <Default Extension="pct" ContentType="image/pct"/>
  <Default Extension="pcx" ContentType="image/pcx"/>
  <Default Extension="tga" ContentType="image/tga"/>
  <Default Extension="svg" ContentType="image/svg+xml"/>
  <Default Extension="webp" ContentType="image/webp"/>
  <Default Extension="avi" ContentType="video/avi"/>
  <Default Extension="wmv" ContentType="video/wmv"/>
  <Default Extension="mpg" ContentType="video/mpeg"/>
  <Default Extension="mpeg" ContentType="video/mpeg"/>
  <Default Extension="mp2" ContentType="video/mpeg"/>
  <Default Extension="mp4" ContentType="video/mpeg"/>
  <Default Extension="wma" ContentType="audio/x-ms-wma"/>
  <Default Extension="mid" ContentType="audio/unknown"/>
  <Default Extension="midi" ContentType="audio/unknown"/>
  <Default Extension="rmi" ContentType="audio/unknown"/>
  <Default Extension="mp3" ContentType="audio/unknown"/>
  <Default Extension="wav" ContentType="audio/wav"/>
  <Default Extension="bin" ContentType="application/vnd.openxmlformats-officedocument.oleObjec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Types>
</file>

<file path=_rels/.rels><?xml version="1.0" encoding="UTF-8" standalone="yes" ?>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SpecialPlsOnTitleSld="0">
  <p:sldMasterIdLst>
    <p:sldMasterId id="2147483648" r:id="rId5"/>
  </p:sldMasterIdLst>
  <p:notesMasterIdLst>
    <p:notesMasterId r:id="rId6"/>
  </p:notesMasterIdLst>
  <p:sldIdLst>
    <p:sldId id="256" r:id="rId7"/>
    <p:sldId id="257" r:id="rId8"/>
    <p:sldId id="258" r:id="rId9"/>
    <p:sldId id="259" r:id="rId10"/>
    <p:sldId id="260" r:id="rId11"/>
    <p:sldId id="261" r:id="rId12"/>
  </p:sldIdLst>
  <p:sldSz cx="12192000" cy="6858000"/>
  <p:notesSz cx="6858000" cy="9144000"/>
  <p:defaultTextStyle>
    <a:lvl1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1pPr>
    <a:lvl2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2pPr>
    <a:lvl3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3pPr>
    <a:lvl4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4pPr>
    <a:lvl5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5pPr>
    <a:lvl6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6pPr>
    <a:lvl7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7pPr>
    <a:lvl8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8pPr>
    <a:lvl9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9pPr>
  </p:defaultTextStyle>
</p:presentation>
</file>

<file path=ppt/presProps.xml><?xml version="1.0" encoding="utf-8"?>
<p:presentationP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showPr showNarration="1">
    <p:penClr>
      <a:srgbClr val="0000FF"/>
    </p:penClr>
  </p:showPr>
  <p:extLst>
    <p:ext uri="smNativeData">
      <pr:smAppRevision xmlns:pr="smNativeData" xmlns="smNativeData" dt="1790623572" val="1234" revOS="4"/>
      <pr:smFileRevision xmlns:pr="smNativeData" xmlns="smNativeData" dt="1790623572" val="101"/>
      <pr:guideOptions xmlns:pr="smNativeData" xmlns="smNativeData" dt="1790623572" snapToBorders="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slideViewPr>
    <p:cSldViewPr snapToGrid="0">
      <p:cViewPr>
        <p:scale>
          <a:sx n="80" d="100"/>
          <a:sy n="80" d="100"/>
        </p:scale>
        <p:origin x="-141" y="42"/>
      </p:cViewPr>
      <p:guideLst x="0" y="0">
        <p:guide orient="horz" pos="2160"/>
        <p:guide pos="3840"/>
      </p:guideLst>
    </p:cSldViewPr>
  </p:slideViewPr>
  <p:outlineViewPr>
    <p:cViewPr>
      <p:scale>
        <a:sx n="33" d="100"/>
        <a:sy n="33" d="100"/>
      </p:scale>
      <p:origin x="0" y="0"/>
    </p:cViewPr>
  </p:outlineViewPr>
  <p:sorterViewPr>
    <p:cViewPr>
      <p:scale>
        <a:sx n="15" d="100"/>
        <a:sy n="15" d="100"/>
      </p:scale>
      <p:origin x="0" y="0"/>
    </p:cViewPr>
  </p:sorterViewPr>
  <p:notesViewPr>
    <p:cSldViewPr snapToGrid="0">
      <p:cViewPr>
        <p:scale>
          <a:sx n="80" d="100"/>
          <a:sy n="80" d="100"/>
        </p:scale>
        <p:origin x="-141" y="42"/>
      </p:cViewPr>
    </p:cSldViewPr>
  </p:notesViewPr>
  <p:gridSpacing cx="78028800" cy="78028800"/>
</p:viewPr>
</file>

<file path=ppt/_rels/presentation.xml.rels><?xml version="1.0" encoding="UTF-8" standalone="yes" ?>
<Relationships xmlns="http://schemas.openxmlformats.org/package/2006/relationships"><Relationship Id="rId1" Type="http://schemas.openxmlformats.org/officeDocument/2006/relationships/theme" Target="theme/theme1.xml"/><Relationship Id="rId2" Type="http://schemas.openxmlformats.org/officeDocument/2006/relationships/tableStyles" Target="tableStyles.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notesMasters/_rels/notesMaster1.xml.rels><?xml version="1.0" encoding="UTF-8" standalone="yes" ?>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cSld>
    <p:bg>
      <p:bgPr>
        <a:solidFill>
          <a:srgbClr val="FFFFFF"/>
        </a:solidFill>
        <a:effectLst/>
      </p:bgPr>
    </p:bg>
    <p:spTree>
      <p:nvGrpSpPr>
        <p:cNvPr id="1" name=""/>
        <p:cNvGrpSpPr/>
        <p:nvPr/>
      </p:nvGrpSpPr>
      <p:grpSpPr>
        <a:xfrm>
          <a:off x="0" y="0"/>
          <a:ext cx="0" cy="0"/>
          <a:chOff x="0" y="0"/>
          <a:chExt cx="0" cy="0"/>
        </a:xfrm>
      </p:grpSpPr>
      <p:sp>
        <p:nvSpPr>
          <p:cNvPr id="2" name="Google Shape;3;n"/>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NLS0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AAAAAAAAAABIEgAA0AIAABAAAAAmAAAACAAAAL2/AAD/HwAA"/>
              </a:ext>
            </a:extLst>
          </p:cNvSpPr>
          <p:nvPr>
            <p:ph type="hdr" idx="2"/>
          </p:nvPr>
        </p:nvSpPr>
        <p:spPr>
          <a:xfrm>
            <a:off x="0" y="0"/>
            <a:ext cx="2971800" cy="457200"/>
          </a:xfrm>
          <a:prstGeom prst="rect">
            <a:avLst/>
          </a:prstGeom>
          <a:noFill/>
          <a:ln>
            <a:noFill/>
          </a:ln>
        </p:spPr>
        <p:txBody>
          <a:bodyPr vert="horz" wrap="square" lIns="91440" tIns="45720" rIns="91440" bIns="45720" numCol="1" spcCol="215900" anchor="t">
            <a:prstTxWarp prst="textNoShape">
              <a:avLst/>
            </a:prstTxWarp>
          </a:bodyPr>
          <a:lstStyle>
            <a:lvl1pPr marR="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1pPr>
            <a:lvl2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2pPr>
            <a:lvl3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3pPr>
            <a:lvl4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4pPr>
            <a:lvl5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5pPr>
            <a:lvl6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6pPr>
            <a:lvl7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7pPr>
            <a:lvl8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8pPr>
            <a:lvl9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9pPr>
          </a:lstStyle>
          <a:p>
            <a:pPr/>
          </a:p>
        </p:txBody>
      </p:sp>
      <p:sp>
        <p:nvSpPr>
          <p:cNvPr id="3" name="Google Shape;4;n"/>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AAAAAAuKgAA0AIAABAAAAAmAAAACAAAAL2/AAD/HwAA"/>
              </a:ext>
            </a:extLst>
          </p:cNvSpPr>
          <p:nvPr>
            <p:ph type="dt" idx="10"/>
          </p:nvPr>
        </p:nvSpPr>
        <p:spPr>
          <a:xfrm>
            <a:off x="3884930" y="0"/>
            <a:ext cx="2971800" cy="457200"/>
          </a:xfrm>
          <a:prstGeom prst="rect">
            <a:avLst/>
          </a:prstGeom>
          <a:noFill/>
          <a:ln>
            <a:noFill/>
          </a:ln>
        </p:spPr>
        <p:txBody>
          <a:bodyPr vert="horz" wrap="square" lIns="91440" tIns="45720" rIns="91440" bIns="45720" numCol="1" spcCol="215900" anchor="t">
            <a:prstTxWarp prst="textNoShape">
              <a:avLst/>
            </a:prstTxWarp>
          </a:bodyPr>
          <a:lstStyle>
            <a:lvl1pPr marR="0" algn="r">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1pPr>
            <a:lvl2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2pPr>
            <a:lvl3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3pPr>
            <a:lvl4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4pPr>
            <a:lvl5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5pPr>
            <a:lvl6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6pPr>
            <a:lvl7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7pPr>
            <a:lvl8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8pPr>
            <a:lvl9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9pPr>
          </a:lstStyle>
          <a:p>
            <a:pPr/>
          </a:p>
        </p:txBody>
      </p:sp>
      <p:sp>
        <p:nvSpPr>
          <p:cNvPr id="4" name="Google Shape;5;n"/>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U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3"/>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12700" cap="flat" cmpd="sng" algn="ctr">
            <a:solidFill>
              <a:srgbClr val="000000"/>
            </a:solidFill>
            <a:prstDash val="solid"/>
            <a:headEnd type="none"/>
            <a:tailEnd type="none"/>
          </a:ln>
        </p:spPr>
      </p:sp>
      <p:sp>
        <p:nvSpPr>
          <p:cNvPr id="5" name="Google Shape;6;n"/>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2/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lvl1pPr marL="457200" marR="0" indent="-228600" algn="l">
              <a:spcBef>
                <a:spcPts val="360"/>
              </a:spcBef>
              <a:spcAft>
                <a:spcPts val="0"/>
              </a:spcAft>
              <a:buNone/>
              <a:defRPr sz="1200" b="0" i="0" u="none" strike="noStrike" cap="none">
                <a:solidFill>
                  <a:srgbClr val="000000"/>
                </a:solidFill>
                <a:latin typeface="Calibri" pitchFamily="2" charset="0"/>
                <a:ea typeface="Arial" pitchFamily="2" charset="0"/>
                <a:cs typeface="Arial" pitchFamily="2" charset="0"/>
              </a:defRPr>
            </a:lvl1pPr>
            <a:lvl2pPr marL="914400" marR="0" indent="-228600" algn="l">
              <a:spcBef>
                <a:spcPts val="360"/>
              </a:spcBef>
              <a:spcAft>
                <a:spcPts val="0"/>
              </a:spcAft>
              <a:buNone/>
              <a:defRPr sz="1200" b="0" i="0" u="none" strike="noStrike" cap="none">
                <a:solidFill>
                  <a:srgbClr val="000000"/>
                </a:solidFill>
                <a:latin typeface="Calibri" pitchFamily="2" charset="0"/>
                <a:ea typeface="Arial" pitchFamily="2" charset="0"/>
                <a:cs typeface="Arial" pitchFamily="2" charset="0"/>
              </a:defRPr>
            </a:lvl2pPr>
            <a:lvl3pPr marL="1371600" marR="0" indent="-228600" algn="l">
              <a:spcBef>
                <a:spcPts val="360"/>
              </a:spcBef>
              <a:spcAft>
                <a:spcPts val="0"/>
              </a:spcAft>
              <a:buNone/>
              <a:defRPr sz="1200" b="0" i="0" u="none" strike="noStrike" cap="none">
                <a:solidFill>
                  <a:srgbClr val="000000"/>
                </a:solidFill>
                <a:latin typeface="Calibri" pitchFamily="2" charset="0"/>
                <a:ea typeface="Arial" pitchFamily="2" charset="0"/>
                <a:cs typeface="Arial" pitchFamily="2" charset="0"/>
              </a:defRPr>
            </a:lvl3pPr>
            <a:lvl4pPr marL="1828800" marR="0" indent="-228600" algn="l">
              <a:spcBef>
                <a:spcPts val="360"/>
              </a:spcBef>
              <a:spcAft>
                <a:spcPts val="0"/>
              </a:spcAft>
              <a:buNone/>
              <a:defRPr sz="1200" b="0" i="0" u="none" strike="noStrike" cap="none">
                <a:solidFill>
                  <a:srgbClr val="000000"/>
                </a:solidFill>
                <a:latin typeface="Calibri" pitchFamily="2" charset="0"/>
                <a:ea typeface="Arial" pitchFamily="2" charset="0"/>
                <a:cs typeface="Arial" pitchFamily="2" charset="0"/>
              </a:defRPr>
            </a:lvl4pPr>
            <a:lvl5pPr marL="2286000" marR="0" indent="-228600" algn="l">
              <a:spcBef>
                <a:spcPts val="360"/>
              </a:spcBef>
              <a:spcAft>
                <a:spcPts val="0"/>
              </a:spcAft>
              <a:buNone/>
              <a:defRPr sz="1200" b="0" i="0" u="none" strike="noStrike" cap="none">
                <a:solidFill>
                  <a:srgbClr val="000000"/>
                </a:solidFill>
                <a:latin typeface="Calibri" pitchFamily="2" charset="0"/>
                <a:ea typeface="Arial" pitchFamily="2" charset="0"/>
                <a:cs typeface="Arial" pitchFamily="2" charset="0"/>
              </a:defRPr>
            </a:lvl5pPr>
            <a:lvl6pPr marL="2743200" marR="0" indent="-22860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6pPr>
            <a:lvl7pPr marL="3200400" marR="0" indent="-22860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7pPr>
            <a:lvl8pPr marL="3657600" marR="0" indent="-22860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8pPr>
            <a:lvl9pPr marL="4114800" marR="0" indent="-22860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9pPr>
          </a:lstStyle>
          <a:p>
            <a:pPr/>
          </a:p>
        </p:txBody>
      </p:sp>
      <p:sp>
        <p:nvSpPr>
          <p:cNvPr id="6" name="Google Shape;7;n"/>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AAAAAG41AABIEgAAPjgAABAAAAAmAAAACAAAAL2/AAD/HwAA"/>
              </a:ext>
            </a:extLst>
          </p:cNvSpPr>
          <p:nvPr>
            <p:ph type="ftr" idx="11"/>
          </p:nvPr>
        </p:nvSpPr>
        <p:spPr>
          <a:xfrm>
            <a:off x="0" y="8685530"/>
            <a:ext cx="2971800" cy="457200"/>
          </a:xfrm>
          <a:prstGeom prst="rect">
            <a:avLst/>
          </a:prstGeom>
          <a:noFill/>
          <a:ln>
            <a:noFill/>
          </a:ln>
        </p:spPr>
        <p:txBody>
          <a:bodyPr vert="horz" wrap="square" lIns="91440" tIns="45720" rIns="91440" bIns="45720" numCol="1" spcCol="215900" anchor="b">
            <a:prstTxWarp prst="textNoShape">
              <a:avLst/>
            </a:prstTxWarp>
          </a:bodyPr>
          <a:lstStyle>
            <a:lvl1pPr marR="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1pPr>
            <a:lvl2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2pPr>
            <a:lvl3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3pPr>
            <a:lvl4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4pPr>
            <a:lvl5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5pPr>
            <a:lvl6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6pPr>
            <a:lvl7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7pPr>
            <a:lvl8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8pPr>
            <a:lvl9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9pPr>
          </a:lstStyle>
          <a:p>
            <a:pPr/>
          </a:p>
        </p:txBody>
      </p:sp>
      <p:sp>
        <p:nvSpPr>
          <p:cNvPr id="7" name="Google Shape;8;n"/>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LIF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marR="0" indent="0" algn="r">
              <a:spcBef>
                <a:spcPts val="0"/>
              </a:spcBef>
              <a:spcAft>
                <a:spcPts val="0"/>
              </a:spcAft>
              <a:buNone/>
            </a:pPr>
            <a:fld id="{3C2580F1-BFD1-7076-9F9D-4923CED3691C}" type="slidenum">
              <a:rPr lang="en-us" sz="1200" cap="none">
                <a:latin typeface="Calibri" pitchFamily="2" charset="0"/>
                <a:ea typeface="Calibri" pitchFamily="2" charset="0"/>
                <a:cs typeface="Calibri" pitchFamily="2" charset="0"/>
              </a:rPr>
              <a:t>‹#›</a:t>
            </a:fld>
            <a:endParaRPr sz="1200" cap="none">
              <a:latin typeface="Calibri" pitchFamily="2" charset="0"/>
              <a:ea typeface="Calibri" pitchFamily="2" charset="0"/>
              <a:cs typeface="Calibri" pitchFamily="2" charset="0"/>
            </a:endParaRPr>
          </a:p>
        </p:txBody>
      </p:sp>
    </p:spTree>
  </p:cSld>
  <p:clrMap bg1="lt1" tx1="dk1" bg2="lt2" tx2="dk2" accent1="accent1" accent2="accent2" accent3="accent3" accent4="accent4" accent5="accent5" accent6="accent6" hlink="hlink" folHlink="folHlink"/>
  <p:hf hdr="0" ftr="0" dt="0"/>
  <p:notesStyle>
    <a:lvl1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1pPr>
    <a:lvl2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2pPr>
    <a:lvl3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3pPr>
    <a:lvl4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4pPr>
    <a:lvl5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5pPr>
    <a:lvl6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6pPr>
    <a:lvl7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7pPr>
    <a:lvl8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8pPr>
    <a:lvl9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9pPr>
  </p:notesStyle>
</p:notesMaster>
</file>

<file path=ppt/notesSlides/_rels/notesSlide1.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 Id="rId3" Type="http://schemas.openxmlformats.org/officeDocument/2006/relationships/themeOverride" Target="../theme/themeOverride1.xml"/></Relationships>
</file>

<file path=ppt/notesSlides/_rels/notesSlide2.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 Id="rId3" Type="http://schemas.openxmlformats.org/officeDocument/2006/relationships/themeOverride" Target="../theme/themeOverride2.xml"/></Relationships>
</file>

<file path=ppt/notesSlides/_rels/notesSlide3.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 Id="rId3" Type="http://schemas.openxmlformats.org/officeDocument/2006/relationships/themeOverride" Target="../theme/themeOverride3.xml"/></Relationships>
</file>

<file path=ppt/notesSlides/_rels/notesSlide4.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themeOverride" Target="../theme/themeOverride4.xml"/></Relationships>
</file>

<file path=ppt/notesSlides/_rels/notesSlide5.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themeOverride" Target="../theme/themeOverride5.xml"/></Relationships>
</file>

<file path=ppt/notesSlides/_rels/notesSlide6.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themeOverride" Target="../theme/themeOverride6.xml"/></Relationships>
</file>

<file path=ppt/notesSlides/notesSlide1.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85;p1: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s+aQk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AAAAAA"/>
              </a:ext>
            </a:extLst>
          </p:cNvSpPr>
          <p:nvPr>
            <p:ph type="body" idx="1"/>
          </p:nvPr>
        </p:nvSpPr>
        <p:spPr>
          <a:xfrm>
            <a:off x="685800" y="4343400"/>
            <a:ext cx="5486400" cy="4114800"/>
          </a:xfrm>
          <a:prstGeom prst="rect">
            <a:avLst/>
          </a:prstGeom>
        </p:spPr>
        <p:txBody>
          <a:bodyPr vert="horz" wrap="square" lIns="91440" tIns="45720" rIns="91440" bIns="45720" numCol="1" spcCol="215900" anchor="t">
            <a:prstTxWarp prst="textNoShape">
              <a:avLst/>
            </a:prstTxWarp>
          </a:bodyPr>
          <a:lstStyle/>
          <a:p>
            <a:pPr marL="0" indent="0" algn="l">
              <a:spcBef>
                <a:spcPts val="360"/>
              </a:spcBef>
              <a:spcAft>
                <a:spcPts val="0"/>
              </a:spcAft>
              <a:buNone/>
            </a:pPr>
          </a:p>
        </p:txBody>
      </p:sp>
      <p:sp>
        <p:nvSpPr>
          <p:cNvPr id="3" name="Google Shape;86;p1: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U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n9JQ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AAAA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p:spPr>
      </p:sp>
    </p:spTree>
  </p:cSld>
  <p:clrMapOvr>
    <a:overrideClrMapping bg1="lt1" tx1="dk1" bg2="dk2" tx2="lt2" accent1="accent1" accent2="accent2" accent3="accent3" accent4="accent4" accent5="accent5" accent6="accent6" hlink="hlink" folHlink="folHlink"/>
  </p:clrMapOvr>
</p:notes>
</file>

<file path=ppt/notesSlides/notesSlide2.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95;p2: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9525" cap="flat" cmpd="sng" algn="ctr">
            <a:solidFill>
              <a:srgbClr val="000000"/>
            </a:solidFill>
            <a:prstDash val="solid"/>
            <a:headEnd type="none"/>
            <a:tailEnd type="none"/>
          </a:ln>
        </p:spPr>
      </p:sp>
      <p:sp>
        <p:nvSpPr>
          <p:cNvPr id="3" name="Google Shape;96;p2: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p>
            <a:pPr/>
            <a:r>
              <a:t>PROPOSED SOLUTION AND CORE NOVELTY</a:t>
            </a:r>
          </a:p>
          <a:p>
            <a:pPr/>
            <a:r>
              <a:t>SakshiAstra collects authorised footprints, stores timestamped snapshots with SHA-256 hashes, extracts identifiers, and proposes persona, infrastructure and suspect-entity links. The intelligence graph contains handles, PGP keys, wallets and directed trust links. Profiles include activity categories, source ratings, provenance and last scan dates.</a:t>
            </a:r>
          </a:p>
          <a:p>
            <a:pPr/>
            <a:r>
              <a:t>ML is a discovery tool, not the attribution authority. Candidate discovery uses identifier overlap, template-cleaned stylometry, activity patterns, category and migration timing. A separate verifier evaluates what the evidence supports.</a:t>
            </a:r>
          </a:p>
          <a:p>
            <a:pPr/>
            <a:r>
              <a:t>FIVE INNOVATIONS</a:t>
            </a:r>
          </a:p>
          <a:p>
            <a:pPr/>
            <a:r>
              <a:t>1. Attribution Claim Graph: Key Control, Wallet Control, Persona Link, Hosting Link and Same Operator have separate supporting evidence, contradictions, confidence and statuses. Possessing a key is not the same claim as being the original operator.</a:t>
            </a:r>
          </a:p>
          <a:p>
            <a:pPr/>
            <a:r>
              <a:t>2. Forgery-aware verification: each item receives a cost-to-fake label. Public artifacts such as copied handles, pasted keys or shared banners cannot, by themselves, promote a claim to VERIFIED. A valid persona-bound signature proves key control, not the identity of a human. A certificate or server-status clue requires contextual corroboration before treating it as a hosting link.</a:t>
            </a:r>
          </a:p>
          <a:p>
            <a:pPr/>
            <a:r>
              <a:t>3. Evidence independence: candidate evidence items that could originate from the same copied artifact share an origin_group and count once. This prevents a copied handle, key and listing from becoming three independent confirmations. This addresses naive evidence fusion; it is not a claim that all weighted models or Dempster-Shafer implementations necessarily ignore dependence.</a:t>
            </a:r>
          </a:p>
          <a:p>
            <a:pPr/>
            <a:r>
              <a:t>4. Operator continuity: change-point analysis uses writing style, activity hours, cadence and listing habits. A break flags a possible takeover or account sale. It is a warning, not proof of a change in human identity. Genuine behaviour changes can trigger it and careful imitation can evade it.</a:t>
            </a:r>
          </a:p>
          <a:p>
            <a:pPr/>
            <a:r>
              <a:t>5. Actionable HOLD: unresolved claims return a ranked list of evidence to seek, such as a fresh persona-bound signature or independent continuity evidence. Analysts can continue an investigation instead of receiving an unsupported identity verdict.</a:t>
            </a:r>
          </a:p>
          <a:p>
            <a:pPr/>
            <a:r>
              <a:t>ACTIVITY CATEGORIES</a:t>
            </a:r>
          </a:p>
          <a:p>
            <a:pPr/>
            <a:r>
              <a:t>Drugs, arms, stolen data, hacking services, money laundering and terror financing. Category labels are investigative leads with explanations, not determinations of guilt.</a:t>
            </a:r>
          </a:p>
          <a:p>
            <a:pPr/>
            <a:r>
              <a:t>POSITIONING</a:t>
            </a:r>
          </a:p>
          <a:p>
            <a:pPr/>
            <a:r>
              <a:t>The proposed contribution combines these mechanisms in a darknet attribution workflow. Stylometry, graphs, evidence abstention and forensic proposition levels are established ideas. Do not claim universal uniqueness or a guaranteed win.</a:t>
            </a:r>
          </a:p>
          <a:p>
            <a:pPr/>
            <a:r>
              <a:t>Source: user-supplied SakshiAstra project reference and innovation specification. Forensic foundation: Cook et al. (1998), https://doi.org/10.1016/S1355-0306(98)72117-3.</a:t>
            </a:r>
          </a:p>
          <a:p>
            <a:pPr/>
            <a:r>
              <a:t>VISUAL: AI-generated conceptual illustration of Tor marketplaces, identity evidence and forensic review, with native PowerPoint labels and arrows. It is not a screenshot of the working application.</a:t>
            </a:r>
          </a:p>
        </p:txBody>
      </p:sp>
      <p:sp>
        <p:nvSpPr>
          <p:cNvPr id="4" name="Google Shape;97;p2:notes"/>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indent="0" algn="r">
              <a:spcBef>
                <a:spcPts val="0"/>
              </a:spcBef>
              <a:spcAft>
                <a:spcPts val="0"/>
              </a:spcAft>
              <a:buNone/>
            </a:pPr>
            <a:fld id="{3C25E7DE-90D1-7011-9F9D-6644A9D36933}" type="slidenum">
              <a:rPr lang="en-us" cap="none"/>
              <a:t>2</a:t>
            </a:fld>
          </a:p>
        </p:txBody>
      </p:sp>
    </p:spTree>
  </p:cSld>
  <p:clrMapOvr>
    <a:overrideClrMapping bg1="lt1" tx1="dk1" bg2="dk2" tx2="lt2" accent1="accent1" accent2="accent2" accent3="accent3" accent4="accent4" accent5="accent5" accent6="accent6" hlink="hlink" folHlink="folHlink"/>
  </p:clrMapOvr>
</p:notes>
</file>

<file path=ppt/notesSlides/notesSlide3.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108;p3: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Y4kz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9525" cap="flat" cmpd="sng" algn="ctr">
            <a:solidFill>
              <a:srgbClr val="000000"/>
            </a:solidFill>
            <a:prstDash val="solid"/>
            <a:headEnd type="none"/>
            <a:tailEnd type="none"/>
          </a:ln>
        </p:spPr>
      </p:sp>
      <p:sp>
        <p:nvSpPr>
          <p:cNvPr id="3" name="Google Shape;109;p3: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TFvg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p>
            <a:r>
              <a:rPr lang="en-US" sz="1200"/>
              <a:t>The current source Tech Stack technologies and categories are retained. Solid outline: implemented fixture component, not deployment of every named integration. Dashed outline: in development. Original logo sources: {"python":"https://raw.githubusercontent.com/devicons/devicon/master/icons/python/python-original.svg","fastapi":"https://raw.githubusercontent.com/devicons/devicon/master/icons/fastapi/fastapi-original.svg","tor":"https://upload.wikimedia.org/wikipedia/commons/1/15/Tor-logo-2011-flat.svg","duckdb":"https://raw.githubusercontent.com/duckdb/duckdb-web/main/images/duckdb_logo_dl.svg","networkx":"https://raw.githubusercontent.com/networkx/networkx/main/doc/_static/networkx_banner.svg","scikit":"https://scikit-learn.org/stable/_static/scikit-learn-logo-small.png","lightgbm":"https://raw.githubusercontent.com/lightgbm-org/LightGBM/main/docs/logo/LightGBM_logo_no_text.svg","ruptures":"https://centre-borelli.github.io/ruptures-docs/assets/images/favicon.png","requests":"https://requests.readthedocs.io/en/latest/_static/requests-sidebar.png","react":"https://upload.wikimedia.org/wikipedia/commons/a/a7/React-icon.svg","cytoscape":"https://js.cytoscape.org/img/cytoscape-logo.svg","stix":"https://oasis-open.github.io/cti-documentation/img/STIX-logo.png","weasyprint":"https://weasyprint.org/css/img/logotype-picto.svg","docker":"https://raw.githubusercontent.com/devicons/devicon/master/icons/docker/docker-original.svg"}. Technologies without established original logos retain text labels, without generic substitutes.</a:t>
            </a:r>
          </a:p>
        </p:txBody>
      </p:sp>
      <p:sp>
        <p:nvSpPr>
          <p:cNvPr id="4" name="Google Shape;110;p3:notes"/>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zhxg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indent="0" algn="r">
              <a:spcBef>
                <a:spcPts val="0"/>
              </a:spcBef>
              <a:spcAft>
                <a:spcPts val="0"/>
              </a:spcAft>
              <a:buNone/>
            </a:pPr>
            <a:fld id="{3C2592C9-87D1-7064-9F9D-7131DCD36924}" type="slidenum">
              <a:rPr lang="en-us" cap="none"/>
              <a:t>3</a:t>
            </a:fld>
          </a:p>
        </p:txBody>
      </p:sp>
    </p:spTree>
  </p:cSld>
  <p:clrMapOvr>
    <a:overrideClrMapping bg1="lt1" tx1="dk1" bg2="dk2" tx2="lt2" accent1="accent1" accent2="accent2" accent3="accent3" accent4="accent4" accent5="accent5" accent6="accent6" hlink="hlink" folHlink="folHlink"/>
  </p:clrMapOvr>
</p:notes>
</file>

<file path=ppt/notesSlides/notesSlide4.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121;p4: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Pn///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9525" cap="flat" cmpd="sng" algn="ctr">
            <a:solidFill>
              <a:srgbClr val="000000"/>
            </a:solidFill>
            <a:prstDash val="solid"/>
            <a:headEnd type="none"/>
            <a:tailEnd type="none"/>
          </a:ln>
        </p:spPr>
      </p:sp>
      <p:sp>
        <p:nvSpPr>
          <p:cNvPr id="3" name="Google Shape;122;p4: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p>
            <a:r>
              <a:rPr lang="en-US" sz="1200"/>
              <a:t>Comparison uses planted fixture attacks. Style-tool column is illustrative, not a measured result for any named competitor. Template copying cannot establish persona binding or private-key control. Replay: L0, zero weight, HOLD. Takeover: Key Control ASSERT, Same Operator HOLD. Sock-puppet ring: vouches discounted, trust weight 0. SHA-256 chain detects an edited entry when verifying against retained data; a full chain rewrite can be recomputed without breaking SHA-256. An independently trusted external anchor is required to detect complete rewrites, and is not claimed built in this prototype. React workbench and Agora listing text only. Python backend integration in development. Research benchmark published separately at https://github.com/nsaharsh11/sakshiastra/tree/main/benchmark . Headline statistics deliberately removed.</a:t>
            </a:r>
          </a:p>
        </p:txBody>
      </p:sp>
      <p:sp>
        <p:nvSpPr>
          <p:cNvPr id="4" name="Google Shape;123;p4:notes"/>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marR="0" indent="0" algn="r">
              <a:lnSpc>
                <a:spcPct val="100000"/>
              </a:lnSpc>
              <a:spcBef>
                <a:spcPts val="0"/>
              </a:spcBef>
              <a:spcAft>
                <a:spcPts val="0"/>
              </a:spcAft>
              <a:buNone/>
            </a:pPr>
            <a:fld id="{3C25F9B8-F6D1-700F-9F9D-005AB7D36955}" type="slidenum">
              <a:rPr lang="en-us" sz="1200" cap="none">
                <a:latin typeface="Calibri" pitchFamily="2" charset="0"/>
                <a:ea typeface="Calibri" pitchFamily="2" charset="0"/>
                <a:cs typeface="Calibri" pitchFamily="2" charset="0"/>
              </a:rPr>
              <a:t>4</a:t>
            </a:fld>
            <a:endParaRPr sz="1200" cap="none">
              <a:latin typeface="Calibri" pitchFamily="2" charset="0"/>
              <a:ea typeface="Calibri" pitchFamily="2" charset="0"/>
              <a:cs typeface="Calibri" pitchFamily="2" charset="0"/>
            </a:endParaRPr>
          </a:p>
        </p:txBody>
      </p:sp>
    </p:spTree>
  </p:cSld>
  <p:clrMapOvr>
    <a:overrideClrMapping bg1="lt1" tx1="dk1" bg2="dk2" tx2="lt2" accent1="accent1" accent2="accent2" accent3="accent3" accent4="accent4" accent5="accent5" accent6="accent6" hlink="hlink" folHlink="folHlink"/>
  </p:clrMapOvr>
</p:notes>
</file>

<file path=ppt/notesSlides/notesSlide5.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134;p5: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9525" cap="flat" cmpd="sng" algn="ctr">
            <a:solidFill>
              <a:srgbClr val="000000"/>
            </a:solidFill>
            <a:prstDash val="solid"/>
            <a:headEnd type="none"/>
            <a:tailEnd type="none"/>
          </a:ln>
        </p:spPr>
      </p:sp>
      <p:sp>
        <p:nvSpPr>
          <p:cNvPr id="3" name="Google Shape;135;p5: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p>
            <a:r>
              <a:rPr lang="en-US" sz="1200"/>
              <a:t>Historical context: Dutch police took over Hansa administration in June 2017 and closed it on 20 July. Primary source: https://www.om.nl/actueel/nieuws/2017/07/20/ondergrondse-hansa-market-overgenomen-en-neergehaald. The market was copied onto Dutch servers; we do not claim physical infrastructure remained unchanged, nor that Hansa cryptographic keys or behaviour were tested by SakshiAstra. The two tracks are a fixture illustration, not a reconstruction of Hansa. Prototype Scene 5: Key Control ASSERT / VERIFIED, Same Operator HOLD / QUESTIONABLE; change point 14 March 2016. Behavioural observations: writing style, active hours, shipping terms. No wallet claim.</a:t>
            </a:r>
          </a:p>
        </p:txBody>
      </p:sp>
      <p:sp>
        <p:nvSpPr>
          <p:cNvPr id="4" name="Google Shape;136;p5:notes"/>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marR="0" indent="0" algn="r">
              <a:lnSpc>
                <a:spcPct val="100000"/>
              </a:lnSpc>
              <a:spcBef>
                <a:spcPts val="0"/>
              </a:spcBef>
              <a:spcAft>
                <a:spcPts val="0"/>
              </a:spcAft>
              <a:buNone/>
            </a:pPr>
            <a:fld id="{3C25D079-37D1-7026-9F9D-C1739ED36994}" type="slidenum">
              <a:rPr lang="en-us" sz="1200" cap="none">
                <a:latin typeface="Calibri" pitchFamily="2" charset="0"/>
                <a:ea typeface="Calibri" pitchFamily="2" charset="0"/>
                <a:cs typeface="Calibri" pitchFamily="2" charset="0"/>
              </a:rPr>
              <a:t>5</a:t>
            </a:fld>
            <a:endParaRPr sz="1200" cap="none">
              <a:latin typeface="Calibri" pitchFamily="2" charset="0"/>
              <a:ea typeface="Calibri" pitchFamily="2" charset="0"/>
              <a:cs typeface="Calibri" pitchFamily="2" charset="0"/>
            </a:endParaRPr>
          </a:p>
        </p:txBody>
      </p:sp>
    </p:spTree>
  </p:cSld>
  <p:clrMapOvr>
    <a:overrideClrMapping bg1="lt1" tx1="dk1" bg2="dk2" tx2="lt2" accent1="accent1" accent2="accent2" accent3="accent3" accent4="accent4" accent5="accent5" accent6="accent6" hlink="hlink" folHlink="folHlink"/>
  </p:clrMapOvr>
</p:notes>
</file>

<file path=ppt/notesSlides/notesSlide6.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147;p6: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9525" cap="flat" cmpd="sng" algn="ctr">
            <a:solidFill>
              <a:srgbClr val="000000"/>
            </a:solidFill>
            <a:prstDash val="solid"/>
            <a:headEnd type="none"/>
            <a:tailEnd type="none"/>
          </a:ln>
        </p:spPr>
      </p:sp>
      <p:sp>
        <p:nvSpPr>
          <p:cNvPr id="3" name="Google Shape;148;p6: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p>
            <a:r>
              <a:rPr lang="en-US" sz="1200"/>
              <a:t>Agora: https://www.kaggle.com/datasets/philipjames11/dark-net-marketplace-drug-data-agora-20142015 . Listing text only, attached to fictional personas. Benchmark and prototype scopes remain separate. Replay zero weight and HOLD. Original citations retained.</a:t>
            </a:r>
          </a:p>
        </p:txBody>
      </p:sp>
      <p:sp>
        <p:nvSpPr>
          <p:cNvPr id="4" name="Google Shape;149;p6:notes"/>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marR="0" indent="0" algn="r">
              <a:lnSpc>
                <a:spcPct val="100000"/>
              </a:lnSpc>
              <a:spcBef>
                <a:spcPts val="0"/>
              </a:spcBef>
              <a:spcAft>
                <a:spcPts val="0"/>
              </a:spcAft>
              <a:buNone/>
            </a:pPr>
            <a:fld id="{3C25FF90-DED1-7009-9F9D-285CB1D3697D}" type="slidenum">
              <a:rPr lang="en-us" sz="1200" cap="none">
                <a:latin typeface="Calibri" pitchFamily="2" charset="0"/>
                <a:ea typeface="Calibri" pitchFamily="2" charset="0"/>
                <a:cs typeface="Calibri" pitchFamily="2" charset="0"/>
              </a:rPr>
              <a:t>6</a:t>
            </a:fld>
            <a:endParaRPr sz="1200" cap="none">
              <a:latin typeface="Calibri" pitchFamily="2" charset="0"/>
              <a:ea typeface="Calibri" pitchFamily="2" charset="0"/>
              <a:cs typeface="Calibri" pitchFamily="2" charset="0"/>
            </a:endParaRPr>
          </a:p>
        </p:txBody>
      </p:sp>
    </p:spTree>
  </p:cSld>
  <p:clrMapOvr>
    <a:overrideClrMapping bg1="lt1" tx1="dk1" bg2="dk2" tx2="lt2" accent1="accent1" accent2="accent2" accent3="accent3" accent4="accent4" accent5="accent5" accent6="accent6" hlink="hlink" folHlink="folHlink"/>
  </p:clrMapOvr>
</p:notes>
</file>

<file path=ppt/slideLayouts/_rels/slideLayout1.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title">
  <p:cSld name="TITLE">
    <p:spTree>
      <p:nvGrpSpPr>
        <p:cNvPr id="1" name=""/>
        <p:cNvGrpSpPr/>
        <p:nvPr/>
      </p:nvGrpSpPr>
      <p:grpSpPr>
        <a:xfrm>
          <a:off x="0" y="0"/>
          <a:ext cx="0" cy="0"/>
          <a:chOff x="0" y="0"/>
          <a:chExt cx="0" cy="0"/>
        </a:xfrm>
      </p:grpSpPr>
      <p:sp>
        <p:nvSpPr>
          <p:cNvPr id="2" name="Google Shape;16;p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UAABsNAABgRQAAJhYAABAAAAAmAAAACAAAAD2wAAD/HwAA"/>
              </a:ext>
            </a:extLst>
          </p:cNvSpPr>
          <p:nvPr>
            <p:ph type="ctrTitle"/>
          </p:nvPr>
        </p:nvSpPr>
        <p:spPr>
          <a:xfrm>
            <a:off x="914400" y="2130425"/>
            <a:ext cx="10363200" cy="1470025"/>
          </a:xfrm>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17;p2"/>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AsAAOgXAADAPwAAsCIAABAAAAAmAAAACAAAAD2wAAD/HwAA"/>
              </a:ext>
            </a:extLst>
          </p:cNvSpPr>
          <p:nvPr>
            <p:ph type="subTitle" idx="1"/>
          </p:nvPr>
        </p:nvSpPr>
        <p:spPr>
          <a:xfrm>
            <a:off x="1828800" y="3886200"/>
            <a:ext cx="8534400" cy="1752600"/>
          </a:xfrm>
          <a:noFill/>
          <a:ln>
            <a:noFill/>
          </a:ln>
        </p:spPr>
        <p:txBody>
          <a:bodyPr vert="horz" wrap="square" lIns="91440" tIns="45720" rIns="91440" bIns="45720" numCol="1" spcCol="215900" anchor="t">
            <a:prstTxWarp prst="textNoShape">
              <a:avLst/>
            </a:prstTxWarp>
          </a:bodyPr>
          <a:lstStyle>
            <a:lvl1pPr algn="ctr">
              <a:spcBef>
                <a:spcPts val="640"/>
              </a:spcBef>
              <a:spcAft>
                <a:spcPts val="0"/>
              </a:spcAft>
              <a:buNone/>
              <a:defRPr cap="none">
                <a:solidFill>
                  <a:srgbClr val="888888"/>
                </a:solidFill>
              </a:defRPr>
            </a:lvl1pPr>
            <a:lvl2pPr algn="ctr">
              <a:spcBef>
                <a:spcPts val="560"/>
              </a:spcBef>
              <a:spcAft>
                <a:spcPts val="0"/>
              </a:spcAft>
              <a:buNone/>
              <a:defRPr cap="none">
                <a:solidFill>
                  <a:srgbClr val="888888"/>
                </a:solidFill>
              </a:defRPr>
            </a:lvl2pPr>
            <a:lvl3pPr algn="ctr">
              <a:spcBef>
                <a:spcPts val="480"/>
              </a:spcBef>
              <a:spcAft>
                <a:spcPts val="0"/>
              </a:spcAft>
              <a:buNone/>
              <a:defRPr cap="none">
                <a:solidFill>
                  <a:srgbClr val="888888"/>
                </a:solidFill>
              </a:defRPr>
            </a:lvl3pPr>
            <a:lvl4pPr algn="ctr">
              <a:spcBef>
                <a:spcPts val="400"/>
              </a:spcBef>
              <a:spcAft>
                <a:spcPts val="0"/>
              </a:spcAft>
              <a:buNone/>
              <a:defRPr cap="none">
                <a:solidFill>
                  <a:srgbClr val="888888"/>
                </a:solidFill>
              </a:defRPr>
            </a:lvl4pPr>
            <a:lvl5pPr algn="ctr">
              <a:spcBef>
                <a:spcPts val="400"/>
              </a:spcBef>
              <a:spcAft>
                <a:spcPts val="0"/>
              </a:spcAft>
              <a:buNone/>
              <a:defRPr cap="none">
                <a:solidFill>
                  <a:srgbClr val="888888"/>
                </a:solidFill>
              </a:defRPr>
            </a:lvl5pPr>
            <a:lvl6pPr algn="ctr">
              <a:spcBef>
                <a:spcPts val="400"/>
              </a:spcBef>
              <a:spcAft>
                <a:spcPts val="0"/>
              </a:spcAft>
              <a:buNone/>
              <a:defRPr cap="none">
                <a:solidFill>
                  <a:srgbClr val="888888"/>
                </a:solidFill>
              </a:defRPr>
            </a:lvl6pPr>
            <a:lvl7pPr algn="ctr">
              <a:spcBef>
                <a:spcPts val="400"/>
              </a:spcBef>
              <a:spcAft>
                <a:spcPts val="0"/>
              </a:spcAft>
              <a:buNone/>
              <a:defRPr cap="none">
                <a:solidFill>
                  <a:srgbClr val="888888"/>
                </a:solidFill>
              </a:defRPr>
            </a:lvl7pPr>
            <a:lvl8pPr algn="ctr">
              <a:spcBef>
                <a:spcPts val="400"/>
              </a:spcBef>
              <a:spcAft>
                <a:spcPts val="0"/>
              </a:spcAft>
              <a:buNone/>
              <a:defRPr cap="none">
                <a:solidFill>
                  <a:srgbClr val="888888"/>
                </a:solidFill>
              </a:defRPr>
            </a:lvl8pPr>
            <a:lvl9pPr algn="ctr">
              <a:spcBef>
                <a:spcPts val="400"/>
              </a:spcBef>
              <a:spcAft>
                <a:spcPts val="0"/>
              </a:spcAft>
              <a:buNone/>
              <a:defRPr cap="none">
                <a:solidFill>
                  <a:srgbClr val="888888"/>
                </a:solidFill>
              </a:defRPr>
            </a:lvl9pPr>
          </a:lstStyle>
          <a:p>
            <a:pPr/>
          </a:p>
        </p:txBody>
      </p:sp>
      <p:sp>
        <p:nvSpPr>
          <p:cNvPr id="4" name="Google Shape;18;p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19;p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20;p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B539-77D1-7043-9F9D-8116FBD369D4}" type="slidenum">
              <a:rPr lang="en-us" cap="none"/>
              <a:t/>
            </a:fld>
          </a:p>
        </p:txBody>
      </p:sp>
    </p:spTree>
  </p:cSld>
  <p:clrMapOvr>
    <a:masterClrMapping/>
  </p:clrMapOvr>
  <p:hf hdr="0" ftr="0" dt="0"/>
</p:sldLayout>
</file>

<file path=ppt/slideLayouts/slideLayout2.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obj">
  <p:cSld name="OBJECT">
    <p:spTree>
      <p:nvGrpSpPr>
        <p:cNvPr id="1" name=""/>
        <p:cNvGrpSpPr/>
        <p:nvPr/>
      </p:nvGrpSpPr>
      <p:grpSpPr>
        <a:xfrm>
          <a:off x="0" y="0"/>
          <a:ext cx="0" cy="0"/>
          <a:chOff x="0" y="0"/>
          <a:chExt cx="0" cy="0"/>
        </a:xfrm>
      </p:grpSpPr>
      <p:sp>
        <p:nvSpPr>
          <p:cNvPr id="2" name="Google Shape;22;p3"/>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DywAAD/HwAA"/>
              </a:ext>
            </a:extLst>
          </p:cNvSpPr>
          <p:nvPr>
            <p:ph type="title"/>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23;p3"/>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0GAABARwAAsCUAABAAAAAmAAAACAAAADywAAD/HwAA"/>
              </a:ext>
            </a:extLst>
          </p:cNvSpPr>
          <p:nvPr>
            <p:ph idx="1"/>
          </p:nvPr>
        </p:nvSpPr>
        <p:spPr>
          <a:noFill/>
          <a:ln>
            <a:noFill/>
          </a:ln>
        </p:spPr>
        <p:txBody>
          <a:bodyPr vert="horz" wrap="square" lIns="91440" tIns="45720" rIns="91440" bIns="45720" numCol="1" spcCol="215900" anchor="t">
            <a:prstTxWarp prst="textNoShape">
              <a:avLst/>
            </a:prstTxWarp>
          </a:bodyPr>
          <a:lstStyle>
            <a:lvl1pPr marL="457200" indent="-342900" algn="l">
              <a:spcBef>
                <a:spcPts val="360"/>
              </a:spcBef>
              <a:spcAft>
                <a:spcPts val="0"/>
              </a:spcAft>
              <a:buClr>
                <a:srgbClr val="000000"/>
              </a:buClr>
              <a:buSzPts val="1800"/>
              <a:buChar char="•"/>
            </a:lvl1pPr>
            <a:lvl2pPr marL="914400" indent="-342900" algn="l">
              <a:spcBef>
                <a:spcPts val="360"/>
              </a:spcBef>
              <a:spcAft>
                <a:spcPts val="0"/>
              </a:spcAft>
              <a:buClr>
                <a:srgbClr val="000000"/>
              </a:buClr>
              <a:buSzPts val="1800"/>
              <a:buChar char="–"/>
            </a:lvl2pPr>
            <a:lvl3pPr marL="1371600" indent="-342900" algn="l">
              <a:spcBef>
                <a:spcPts val="360"/>
              </a:spcBef>
              <a:spcAft>
                <a:spcPts val="0"/>
              </a:spcAft>
              <a:buClr>
                <a:srgbClr val="000000"/>
              </a:buClr>
              <a:buSzPts val="1800"/>
              <a:buChar char="•"/>
            </a:lvl3pPr>
            <a:lvl4pPr marL="1828800" indent="-342900" algn="l">
              <a:spcBef>
                <a:spcPts val="360"/>
              </a:spcBef>
              <a:spcAft>
                <a:spcPts val="0"/>
              </a:spcAft>
              <a:buClr>
                <a:srgbClr val="000000"/>
              </a:buClr>
              <a:buSzPts val="1800"/>
              <a:buChar char="–"/>
            </a:lvl4pPr>
            <a:lvl5pPr marL="2286000" indent="-342900" algn="l">
              <a:spcBef>
                <a:spcPts val="360"/>
              </a:spcBef>
              <a:spcAft>
                <a:spcPts val="0"/>
              </a:spcAft>
              <a:buClr>
                <a:srgbClr val="000000"/>
              </a:buClr>
              <a:buSzPts val="1800"/>
              <a:buChar char="»"/>
            </a:lvl5pPr>
            <a:lvl6pPr marL="2743200" indent="-342900" algn="l">
              <a:spcBef>
                <a:spcPts val="360"/>
              </a:spcBef>
              <a:spcAft>
                <a:spcPts val="0"/>
              </a:spcAft>
              <a:buClr>
                <a:srgbClr val="000000"/>
              </a:buClr>
              <a:buSzPts val="1800"/>
              <a:buChar char="•"/>
            </a:lvl6pPr>
            <a:lvl7pPr marL="3200400" indent="-342900" algn="l">
              <a:spcBef>
                <a:spcPts val="360"/>
              </a:spcBef>
              <a:spcAft>
                <a:spcPts val="0"/>
              </a:spcAft>
              <a:buClr>
                <a:srgbClr val="000000"/>
              </a:buClr>
              <a:buSzPts val="1800"/>
              <a:buChar char="•"/>
            </a:lvl7pPr>
            <a:lvl8pPr marL="3657600" indent="-342900" algn="l">
              <a:spcBef>
                <a:spcPts val="360"/>
              </a:spcBef>
              <a:spcAft>
                <a:spcPts val="0"/>
              </a:spcAft>
              <a:buClr>
                <a:srgbClr val="000000"/>
              </a:buClr>
              <a:buSzPts val="1800"/>
              <a:buChar char="•"/>
            </a:lvl8pPr>
            <a:lvl9pPr marL="4114800" indent="-342900" algn="l">
              <a:spcBef>
                <a:spcPts val="360"/>
              </a:spcBef>
              <a:spcAft>
                <a:spcPts val="0"/>
              </a:spcAft>
              <a:buClr>
                <a:srgbClr val="000000"/>
              </a:buClr>
              <a:buSzPts val="1800"/>
              <a:buChar char="•"/>
            </a:lvl9pPr>
          </a:lstStyle>
          <a:p>
            <a:pPr/>
          </a:p>
        </p:txBody>
      </p:sp>
      <p:sp>
        <p:nvSpPr>
          <p:cNvPr id="4" name="Google Shape;24;p3"/>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25;p3"/>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26;p3"/>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BE7D-33D1-7048-9F9D-C51DF0D36990}" type="slidenum">
              <a:rPr lang="en-us" cap="none"/>
              <a:t>3</a:t>
            </a:fld>
          </a:p>
        </p:txBody>
      </p:sp>
    </p:spTree>
  </p:cSld>
  <p:clrMapOvr>
    <a:masterClrMapping/>
  </p:clrMapOvr>
  <p:hf hdr="0" ftr="0" dt="0"/>
</p:sldLayout>
</file>

<file path=ppt/slideLayouts/slideLayout3.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secHead">
  <p:cSld name="SECTION_HEADER">
    <p:spTree>
      <p:nvGrpSpPr>
        <p:cNvPr id="1" name=""/>
        <p:cNvGrpSpPr/>
        <p:nvPr/>
      </p:nvGrpSpPr>
      <p:grpSpPr>
        <a:xfrm>
          <a:off x="0" y="0"/>
          <a:ext cx="0" cy="0"/>
          <a:chOff x="0" y="0"/>
          <a:chExt cx="0" cy="0"/>
        </a:xfrm>
      </p:grpSpPr>
      <p:sp>
        <p:nvSpPr>
          <p:cNvPr id="2" name="Google Shape;28;p4"/>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7QUAABwbAACtRQAAfSMAABAAAAAmAAAACAAAAL2wAAD/HwAA"/>
              </a:ext>
            </a:extLst>
          </p:cNvSpPr>
          <p:nvPr>
            <p:ph type="title"/>
          </p:nvPr>
        </p:nvSpPr>
        <p:spPr>
          <a:xfrm>
            <a:off x="963295" y="4406900"/>
            <a:ext cx="10363200" cy="1362075"/>
          </a:xfrm>
          <a:noFill/>
          <a:ln>
            <a:noFill/>
          </a:ln>
        </p:spPr>
        <p:txBody>
          <a:bodyPr vert="horz" wrap="square" lIns="91440" tIns="45720" rIns="91440" bIns="45720" numCol="1" spcCol="215900" anchor="t">
            <a:prstTxWarp prst="textNoShape">
              <a:avLst/>
            </a:prstTxWarp>
          </a:bodyPr>
          <a:lstStyle>
            <a:lvl1pPr algn="l">
              <a:spcBef>
                <a:spcPts val="0"/>
              </a:spcBef>
              <a:spcAft>
                <a:spcPts val="0"/>
              </a:spcAft>
              <a:buNone/>
              <a:defRPr sz="4000" b="1" cap="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29;p4"/>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7QUAAOIRAACtRQAAHBsAABAAAAAmAAAACAAAAL2wAAD/HwAA"/>
              </a:ext>
            </a:extLst>
          </p:cNvSpPr>
          <p:nvPr>
            <p:ph idx="1"/>
          </p:nvPr>
        </p:nvSpPr>
        <p:spPr>
          <a:xfrm>
            <a:off x="963295" y="2907030"/>
            <a:ext cx="10363200" cy="1499870"/>
          </a:xfrm>
          <a:noFill/>
          <a:ln>
            <a:noFill/>
          </a:ln>
        </p:spPr>
        <p:txBody>
          <a:bodyPr vert="horz" wrap="square" lIns="91440" tIns="45720" rIns="91440" bIns="45720" numCol="1" spcCol="215900" anchor="b">
            <a:prstTxWarp prst="textNoShape">
              <a:avLst/>
            </a:prstTxWarp>
          </a:bodyPr>
          <a:lstStyle>
            <a:lvl1pPr marL="457200" indent="-228600" algn="l">
              <a:spcBef>
                <a:spcPts val="400"/>
              </a:spcBef>
              <a:spcAft>
                <a:spcPts val="0"/>
              </a:spcAft>
              <a:buNone/>
              <a:defRPr sz="2000" cap="none">
                <a:solidFill>
                  <a:srgbClr val="888888"/>
                </a:solidFill>
              </a:defRPr>
            </a:lvl1pPr>
            <a:lvl2pPr marL="914400" indent="-228600" algn="l">
              <a:spcBef>
                <a:spcPts val="360"/>
              </a:spcBef>
              <a:spcAft>
                <a:spcPts val="0"/>
              </a:spcAft>
              <a:buNone/>
              <a:defRPr sz="1800" cap="none">
                <a:solidFill>
                  <a:srgbClr val="888888"/>
                </a:solidFill>
              </a:defRPr>
            </a:lvl2pPr>
            <a:lvl3pPr marL="1371600" indent="-228600" algn="l">
              <a:spcBef>
                <a:spcPts val="320"/>
              </a:spcBef>
              <a:spcAft>
                <a:spcPts val="0"/>
              </a:spcAft>
              <a:buNone/>
              <a:defRPr sz="1600" cap="none">
                <a:solidFill>
                  <a:srgbClr val="888888"/>
                </a:solidFill>
              </a:defRPr>
            </a:lvl3pPr>
            <a:lvl4pPr marL="1828800" indent="-228600" algn="l">
              <a:spcBef>
                <a:spcPts val="280"/>
              </a:spcBef>
              <a:spcAft>
                <a:spcPts val="0"/>
              </a:spcAft>
              <a:buNone/>
              <a:defRPr sz="1400" cap="none">
                <a:solidFill>
                  <a:srgbClr val="888888"/>
                </a:solidFill>
              </a:defRPr>
            </a:lvl4pPr>
            <a:lvl5pPr marL="2286000" indent="-228600" algn="l">
              <a:spcBef>
                <a:spcPts val="280"/>
              </a:spcBef>
              <a:spcAft>
                <a:spcPts val="0"/>
              </a:spcAft>
              <a:buNone/>
              <a:defRPr sz="1400" cap="none">
                <a:solidFill>
                  <a:srgbClr val="888888"/>
                </a:solidFill>
              </a:defRPr>
            </a:lvl5pPr>
            <a:lvl6pPr marL="2743200" indent="-228600" algn="l">
              <a:spcBef>
                <a:spcPts val="280"/>
              </a:spcBef>
              <a:spcAft>
                <a:spcPts val="0"/>
              </a:spcAft>
              <a:buNone/>
              <a:defRPr sz="1400" cap="none">
                <a:solidFill>
                  <a:srgbClr val="888888"/>
                </a:solidFill>
              </a:defRPr>
            </a:lvl6pPr>
            <a:lvl7pPr marL="3200400" indent="-228600" algn="l">
              <a:spcBef>
                <a:spcPts val="280"/>
              </a:spcBef>
              <a:spcAft>
                <a:spcPts val="0"/>
              </a:spcAft>
              <a:buNone/>
              <a:defRPr sz="1400" cap="none">
                <a:solidFill>
                  <a:srgbClr val="888888"/>
                </a:solidFill>
              </a:defRPr>
            </a:lvl7pPr>
            <a:lvl8pPr marL="3657600" indent="-228600" algn="l">
              <a:spcBef>
                <a:spcPts val="280"/>
              </a:spcBef>
              <a:spcAft>
                <a:spcPts val="0"/>
              </a:spcAft>
              <a:buNone/>
              <a:defRPr sz="1400" cap="none">
                <a:solidFill>
                  <a:srgbClr val="888888"/>
                </a:solidFill>
              </a:defRPr>
            </a:lvl8pPr>
            <a:lvl9pPr marL="4114800" indent="-228600" algn="l">
              <a:spcBef>
                <a:spcPts val="280"/>
              </a:spcBef>
              <a:spcAft>
                <a:spcPts val="0"/>
              </a:spcAft>
              <a:buNone/>
              <a:defRPr sz="1400" cap="none">
                <a:solidFill>
                  <a:srgbClr val="888888"/>
                </a:solidFill>
              </a:defRPr>
            </a:lvl9pPr>
          </a:lstStyle>
          <a:p>
            <a:pPr/>
          </a:p>
        </p:txBody>
      </p:sp>
      <p:sp>
        <p:nvSpPr>
          <p:cNvPr id="4" name="Google Shape;30;p4"/>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31;p4"/>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32;p4"/>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8C6B-25D1-707A-9F9D-D32FC2D36986}" type="slidenum">
              <a:rPr lang="en-us" cap="none"/>
              <a:t>‹#›</a:t>
            </a:fld>
          </a:p>
        </p:txBody>
      </p:sp>
    </p:spTree>
  </p:cSld>
  <p:clrMapOvr>
    <a:masterClrMapping/>
  </p:clrMapOvr>
  <p:hf hdr="0" ftr="0" dt="0"/>
</p:sldLayout>
</file>

<file path=ppt/slideLayouts/slideLayout4.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twoObj">
  <p:cSld name="TWO_OBJECTS">
    <p:spTree>
      <p:nvGrpSpPr>
        <p:cNvPr id="1" name=""/>
        <p:cNvGrpSpPr/>
        <p:nvPr/>
      </p:nvGrpSpPr>
      <p:grpSpPr>
        <a:xfrm>
          <a:off x="0" y="0"/>
          <a:ext cx="0" cy="0"/>
          <a:chOff x="0" y="0"/>
          <a:chExt cx="0" cy="0"/>
        </a:xfrm>
      </p:grpSpPr>
      <p:sp>
        <p:nvSpPr>
          <p:cNvPr id="2" name="Google Shape;34;p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DywAAD/HwAA"/>
              </a:ext>
            </a:extLst>
          </p:cNvSpPr>
          <p:nvPr>
            <p:ph type="title"/>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35;p5"/>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NgJAADgJAAAsCUAABAAAAAmAAAACAAAAD2wAAD/HwAA"/>
              </a:ext>
            </a:extLst>
          </p:cNvSpPr>
          <p:nvPr>
            <p:ph idx="1"/>
          </p:nvPr>
        </p:nvSpPr>
        <p:spPr>
          <a:xfrm>
            <a:off x="609600" y="1600200"/>
            <a:ext cx="5384800" cy="4526280"/>
          </a:xfrm>
          <a:noFill/>
          <a:ln>
            <a:noFill/>
          </a:ln>
        </p:spPr>
        <p:txBody>
          <a:bodyPr vert="horz" wrap="square" lIns="91440" tIns="45720" rIns="91440" bIns="45720" numCol="1" spcCol="215900" anchor="t">
            <a:prstTxWarp prst="textNoShape">
              <a:avLst/>
            </a:prstTxWarp>
          </a:bodyPr>
          <a:lstStyle>
            <a:lvl1pPr marL="457200" indent="-406400" algn="l">
              <a:spcBef>
                <a:spcPts val="560"/>
              </a:spcBef>
              <a:spcAft>
                <a:spcPts val="0"/>
              </a:spcAft>
              <a:buClr>
                <a:srgbClr val="000000"/>
              </a:buClr>
              <a:buSzPts val="2800"/>
              <a:buChar char="•"/>
              <a:defRPr sz="2800" cap="none"/>
            </a:lvl1pPr>
            <a:lvl2pPr marL="914400" indent="-381000" algn="l">
              <a:spcBef>
                <a:spcPts val="480"/>
              </a:spcBef>
              <a:spcAft>
                <a:spcPts val="0"/>
              </a:spcAft>
              <a:buClr>
                <a:srgbClr val="000000"/>
              </a:buClr>
              <a:buSzPts val="2400"/>
              <a:buChar char="–"/>
              <a:defRPr sz="2400" cap="none"/>
            </a:lvl2pPr>
            <a:lvl3pPr marL="1371600" indent="-355600" algn="l">
              <a:spcBef>
                <a:spcPts val="400"/>
              </a:spcBef>
              <a:spcAft>
                <a:spcPts val="0"/>
              </a:spcAft>
              <a:buClr>
                <a:srgbClr val="000000"/>
              </a:buClr>
              <a:buSzPts val="2000"/>
              <a:buChar char="•"/>
              <a:defRPr sz="2000" cap="none"/>
            </a:lvl3pPr>
            <a:lvl4pPr marL="1828800" indent="-342900" algn="l">
              <a:spcBef>
                <a:spcPts val="360"/>
              </a:spcBef>
              <a:spcAft>
                <a:spcPts val="0"/>
              </a:spcAft>
              <a:buClr>
                <a:srgbClr val="000000"/>
              </a:buClr>
              <a:buSzPts val="1800"/>
              <a:buChar char="–"/>
              <a:defRPr sz="1800" cap="none"/>
            </a:lvl4pPr>
            <a:lvl5pPr marL="2286000" indent="-342900" algn="l">
              <a:spcBef>
                <a:spcPts val="360"/>
              </a:spcBef>
              <a:spcAft>
                <a:spcPts val="0"/>
              </a:spcAft>
              <a:buClr>
                <a:srgbClr val="000000"/>
              </a:buClr>
              <a:buSzPts val="1800"/>
              <a:buChar char="»"/>
              <a:defRPr sz="1800" cap="none"/>
            </a:lvl5pPr>
            <a:lvl6pPr marL="2743200" indent="-342900" algn="l">
              <a:spcBef>
                <a:spcPts val="360"/>
              </a:spcBef>
              <a:spcAft>
                <a:spcPts val="0"/>
              </a:spcAft>
              <a:buClr>
                <a:srgbClr val="000000"/>
              </a:buClr>
              <a:buSzPts val="1800"/>
              <a:buChar char="•"/>
              <a:defRPr sz="1800" cap="none"/>
            </a:lvl6pPr>
            <a:lvl7pPr marL="3200400" indent="-342900" algn="l">
              <a:spcBef>
                <a:spcPts val="360"/>
              </a:spcBef>
              <a:spcAft>
                <a:spcPts val="0"/>
              </a:spcAft>
              <a:buClr>
                <a:srgbClr val="000000"/>
              </a:buClr>
              <a:buSzPts val="1800"/>
              <a:buChar char="•"/>
              <a:defRPr sz="1800" cap="none"/>
            </a:lvl7pPr>
            <a:lvl8pPr marL="3657600" indent="-342900" algn="l">
              <a:spcBef>
                <a:spcPts val="360"/>
              </a:spcBef>
              <a:spcAft>
                <a:spcPts val="0"/>
              </a:spcAft>
              <a:buClr>
                <a:srgbClr val="000000"/>
              </a:buClr>
              <a:buSzPts val="1800"/>
              <a:buChar char="•"/>
              <a:defRPr sz="1800" cap="none"/>
            </a:lvl8pPr>
            <a:lvl9pPr marL="4114800" indent="-342900" algn="l">
              <a:spcBef>
                <a:spcPts val="360"/>
              </a:spcBef>
              <a:spcAft>
                <a:spcPts val="0"/>
              </a:spcAft>
              <a:buClr>
                <a:srgbClr val="000000"/>
              </a:buClr>
              <a:buSzPts val="1800"/>
              <a:buChar char="•"/>
              <a:defRPr sz="1800" cap="none"/>
            </a:lvl9pPr>
          </a:lstStyle>
          <a:p>
            <a:pPr/>
          </a:p>
        </p:txBody>
      </p:sp>
      <p:sp>
        <p:nvSpPr>
          <p:cNvPr id="4" name="Google Shape;36;p5"/>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ICYAANgJAABARwAAsCUAABAAAAAmAAAACAAAAD2wAAD/HwAA"/>
              </a:ext>
            </a:extLst>
          </p:cNvSpPr>
          <p:nvPr>
            <p:ph idx="2"/>
          </p:nvPr>
        </p:nvSpPr>
        <p:spPr>
          <a:xfrm>
            <a:off x="6197600" y="1600200"/>
            <a:ext cx="5384800" cy="4526280"/>
          </a:xfrm>
          <a:noFill/>
          <a:ln>
            <a:noFill/>
          </a:ln>
        </p:spPr>
        <p:txBody>
          <a:bodyPr vert="horz" wrap="square" lIns="91440" tIns="45720" rIns="91440" bIns="45720" numCol="1" spcCol="215900" anchor="t">
            <a:prstTxWarp prst="textNoShape">
              <a:avLst/>
            </a:prstTxWarp>
          </a:bodyPr>
          <a:lstStyle>
            <a:lvl1pPr marL="457200" indent="-406400" algn="l">
              <a:spcBef>
                <a:spcPts val="560"/>
              </a:spcBef>
              <a:spcAft>
                <a:spcPts val="0"/>
              </a:spcAft>
              <a:buClr>
                <a:srgbClr val="000000"/>
              </a:buClr>
              <a:buSzPts val="2800"/>
              <a:buChar char="•"/>
              <a:defRPr sz="2800" cap="none"/>
            </a:lvl1pPr>
            <a:lvl2pPr marL="914400" indent="-381000" algn="l">
              <a:spcBef>
                <a:spcPts val="480"/>
              </a:spcBef>
              <a:spcAft>
                <a:spcPts val="0"/>
              </a:spcAft>
              <a:buClr>
                <a:srgbClr val="000000"/>
              </a:buClr>
              <a:buSzPts val="2400"/>
              <a:buChar char="–"/>
              <a:defRPr sz="2400" cap="none"/>
            </a:lvl2pPr>
            <a:lvl3pPr marL="1371600" indent="-355600" algn="l">
              <a:spcBef>
                <a:spcPts val="400"/>
              </a:spcBef>
              <a:spcAft>
                <a:spcPts val="0"/>
              </a:spcAft>
              <a:buClr>
                <a:srgbClr val="000000"/>
              </a:buClr>
              <a:buSzPts val="2000"/>
              <a:buChar char="•"/>
              <a:defRPr sz="2000" cap="none"/>
            </a:lvl3pPr>
            <a:lvl4pPr marL="1828800" indent="-342900" algn="l">
              <a:spcBef>
                <a:spcPts val="360"/>
              </a:spcBef>
              <a:spcAft>
                <a:spcPts val="0"/>
              </a:spcAft>
              <a:buClr>
                <a:srgbClr val="000000"/>
              </a:buClr>
              <a:buSzPts val="1800"/>
              <a:buChar char="–"/>
              <a:defRPr sz="1800" cap="none"/>
            </a:lvl4pPr>
            <a:lvl5pPr marL="2286000" indent="-342900" algn="l">
              <a:spcBef>
                <a:spcPts val="360"/>
              </a:spcBef>
              <a:spcAft>
                <a:spcPts val="0"/>
              </a:spcAft>
              <a:buClr>
                <a:srgbClr val="000000"/>
              </a:buClr>
              <a:buSzPts val="1800"/>
              <a:buChar char="»"/>
              <a:defRPr sz="1800" cap="none"/>
            </a:lvl5pPr>
            <a:lvl6pPr marL="2743200" indent="-342900" algn="l">
              <a:spcBef>
                <a:spcPts val="360"/>
              </a:spcBef>
              <a:spcAft>
                <a:spcPts val="0"/>
              </a:spcAft>
              <a:buClr>
                <a:srgbClr val="000000"/>
              </a:buClr>
              <a:buSzPts val="1800"/>
              <a:buChar char="•"/>
              <a:defRPr sz="1800" cap="none"/>
            </a:lvl6pPr>
            <a:lvl7pPr marL="3200400" indent="-342900" algn="l">
              <a:spcBef>
                <a:spcPts val="360"/>
              </a:spcBef>
              <a:spcAft>
                <a:spcPts val="0"/>
              </a:spcAft>
              <a:buClr>
                <a:srgbClr val="000000"/>
              </a:buClr>
              <a:buSzPts val="1800"/>
              <a:buChar char="•"/>
              <a:defRPr sz="1800" cap="none"/>
            </a:lvl7pPr>
            <a:lvl8pPr marL="3657600" indent="-342900" algn="l">
              <a:spcBef>
                <a:spcPts val="360"/>
              </a:spcBef>
              <a:spcAft>
                <a:spcPts val="0"/>
              </a:spcAft>
              <a:buClr>
                <a:srgbClr val="000000"/>
              </a:buClr>
              <a:buSzPts val="1800"/>
              <a:buChar char="•"/>
              <a:defRPr sz="1800" cap="none"/>
            </a:lvl8pPr>
            <a:lvl9pPr marL="4114800" indent="-342900" algn="l">
              <a:spcBef>
                <a:spcPts val="360"/>
              </a:spcBef>
              <a:spcAft>
                <a:spcPts val="0"/>
              </a:spcAft>
              <a:buClr>
                <a:srgbClr val="000000"/>
              </a:buClr>
              <a:buSzPts val="1800"/>
              <a:buChar char="•"/>
              <a:defRPr sz="1800" cap="none"/>
            </a:lvl9pPr>
          </a:lstStyle>
          <a:p>
            <a:pPr/>
          </a:p>
        </p:txBody>
      </p:sp>
      <p:sp>
        <p:nvSpPr>
          <p:cNvPr id="5" name="Google Shape;37;p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38;p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7" name="Google Shape;39;p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9971-3FD1-706F-9F9D-C93AD7D3699C}" type="slidenum">
              <a:rPr lang="en-us" cap="none"/>
              <a:t>‹#›</a:t>
            </a:fld>
          </a:p>
        </p:txBody>
      </p:sp>
    </p:spTree>
  </p:cSld>
  <p:clrMapOvr>
    <a:masterClrMapping/>
  </p:clrMapOvr>
  <p:hf hdr="0" ftr="0" dt="0"/>
</p:sldLayout>
</file>

<file path=ppt/slideLayouts/slideLayout5.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twoTxTwoObj">
  <p:cSld name="TWO_OBJECTS_WITH_TEXT">
    <p:spTree>
      <p:nvGrpSpPr>
        <p:cNvPr id="1" name=""/>
        <p:cNvGrpSpPr/>
        <p:nvPr/>
      </p:nvGrpSpPr>
      <p:grpSpPr>
        <a:xfrm>
          <a:off x="0" y="0"/>
          <a:ext cx="0" cy="0"/>
          <a:chOff x="0" y="0"/>
          <a:chExt cx="0" cy="0"/>
        </a:xfrm>
      </p:grpSpPr>
      <p:sp>
        <p:nvSpPr>
          <p:cNvPr id="2" name="Google Shape;41;p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DywAAD/HwAA"/>
              </a:ext>
            </a:extLst>
          </p:cNvSpPr>
          <p:nvPr>
            <p:ph type="title"/>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42;p6"/>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HIJAADjJAAAYQ0AABAAAAAmAAAACAAAAL2wAAD/HwAA"/>
              </a:ext>
            </a:extLst>
          </p:cNvSpPr>
          <p:nvPr>
            <p:ph idx="1"/>
          </p:nvPr>
        </p:nvSpPr>
        <p:spPr>
          <a:xfrm>
            <a:off x="609600" y="1535430"/>
            <a:ext cx="5386705" cy="639445"/>
          </a:xfrm>
          <a:noFill/>
          <a:ln>
            <a:noFill/>
          </a:ln>
        </p:spPr>
        <p:txBody>
          <a:bodyPr vert="horz" wrap="square" lIns="91440" tIns="45720" rIns="91440" bIns="45720" numCol="1" spcCol="215900" anchor="b">
            <a:prstTxWarp prst="textNoShape">
              <a:avLst/>
            </a:prstTxWarp>
          </a:bodyPr>
          <a:lstStyle>
            <a:lvl1pPr marL="457200" indent="-228600" algn="l">
              <a:spcBef>
                <a:spcPts val="480"/>
              </a:spcBef>
              <a:spcAft>
                <a:spcPts val="0"/>
              </a:spcAft>
              <a:buNone/>
              <a:defRPr sz="2400" b="1" cap="none"/>
            </a:lvl1pPr>
            <a:lvl2pPr marL="914400" indent="-228600" algn="l">
              <a:spcBef>
                <a:spcPts val="400"/>
              </a:spcBef>
              <a:spcAft>
                <a:spcPts val="0"/>
              </a:spcAft>
              <a:buNone/>
              <a:defRPr sz="2000" b="1" cap="none"/>
            </a:lvl2pPr>
            <a:lvl3pPr marL="1371600" indent="-228600" algn="l">
              <a:spcBef>
                <a:spcPts val="360"/>
              </a:spcBef>
              <a:spcAft>
                <a:spcPts val="0"/>
              </a:spcAft>
              <a:buNone/>
              <a:defRPr sz="1800" b="1" cap="none"/>
            </a:lvl3pPr>
            <a:lvl4pPr marL="1828800" indent="-228600" algn="l">
              <a:spcBef>
                <a:spcPts val="320"/>
              </a:spcBef>
              <a:spcAft>
                <a:spcPts val="0"/>
              </a:spcAft>
              <a:buNone/>
              <a:defRPr sz="1600" b="1" cap="none"/>
            </a:lvl4pPr>
            <a:lvl5pPr marL="2286000" indent="-228600" algn="l">
              <a:spcBef>
                <a:spcPts val="320"/>
              </a:spcBef>
              <a:spcAft>
                <a:spcPts val="0"/>
              </a:spcAft>
              <a:buNone/>
              <a:defRPr sz="1600" b="1" cap="none"/>
            </a:lvl5pPr>
            <a:lvl6pPr marL="2743200" indent="-228600" algn="l">
              <a:spcBef>
                <a:spcPts val="320"/>
              </a:spcBef>
              <a:spcAft>
                <a:spcPts val="0"/>
              </a:spcAft>
              <a:buNone/>
              <a:defRPr sz="1600" b="1" cap="none"/>
            </a:lvl6pPr>
            <a:lvl7pPr marL="3200400" indent="-228600" algn="l">
              <a:spcBef>
                <a:spcPts val="320"/>
              </a:spcBef>
              <a:spcAft>
                <a:spcPts val="0"/>
              </a:spcAft>
              <a:buNone/>
              <a:defRPr sz="1600" b="1" cap="none"/>
            </a:lvl7pPr>
            <a:lvl8pPr marL="3657600" indent="-228600" algn="l">
              <a:spcBef>
                <a:spcPts val="320"/>
              </a:spcBef>
              <a:spcAft>
                <a:spcPts val="0"/>
              </a:spcAft>
              <a:buNone/>
              <a:defRPr sz="1600" b="1" cap="none"/>
            </a:lvl8pPr>
            <a:lvl9pPr marL="4114800" indent="-228600" algn="l">
              <a:spcBef>
                <a:spcPts val="320"/>
              </a:spcBef>
              <a:spcAft>
                <a:spcPts val="0"/>
              </a:spcAft>
              <a:buNone/>
              <a:defRPr sz="1600" b="1" cap="none"/>
            </a:lvl9pPr>
          </a:lstStyle>
          <a:p>
            <a:pPr/>
          </a:p>
        </p:txBody>
      </p:sp>
      <p:sp>
        <p:nvSpPr>
          <p:cNvPr id="4" name="Google Shape;43;p6"/>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GENAADjJAAAsCUAABAAAAAmAAAACAAAAD2wAAD/HwAA"/>
              </a:ext>
            </a:extLst>
          </p:cNvSpPr>
          <p:nvPr>
            <p:ph idx="2"/>
          </p:nvPr>
        </p:nvSpPr>
        <p:spPr>
          <a:xfrm>
            <a:off x="609600" y="2174875"/>
            <a:ext cx="5386705" cy="3951605"/>
          </a:xfrm>
          <a:noFill/>
          <a:ln>
            <a:noFill/>
          </a:ln>
        </p:spPr>
        <p:txBody>
          <a:bodyPr vert="horz" wrap="square" lIns="91440" tIns="45720" rIns="91440" bIns="45720" numCol="1" spcCol="215900" anchor="t">
            <a:prstTxWarp prst="textNoShape">
              <a:avLst/>
            </a:prstTxWarp>
          </a:bodyPr>
          <a:lstStyle>
            <a:lvl1pPr marL="457200" indent="-381000" algn="l">
              <a:spcBef>
                <a:spcPts val="480"/>
              </a:spcBef>
              <a:spcAft>
                <a:spcPts val="0"/>
              </a:spcAft>
              <a:buClr>
                <a:srgbClr val="000000"/>
              </a:buClr>
              <a:buSzPts val="2400"/>
              <a:buChar char="•"/>
              <a:defRPr sz="2400" cap="none"/>
            </a:lvl1pPr>
            <a:lvl2pPr marL="914400" indent="-355600" algn="l">
              <a:spcBef>
                <a:spcPts val="400"/>
              </a:spcBef>
              <a:spcAft>
                <a:spcPts val="0"/>
              </a:spcAft>
              <a:buClr>
                <a:srgbClr val="000000"/>
              </a:buClr>
              <a:buSzPts val="2000"/>
              <a:buChar char="–"/>
              <a:defRPr sz="2000" cap="none"/>
            </a:lvl2pPr>
            <a:lvl3pPr marL="1371600" indent="-342900" algn="l">
              <a:spcBef>
                <a:spcPts val="360"/>
              </a:spcBef>
              <a:spcAft>
                <a:spcPts val="0"/>
              </a:spcAft>
              <a:buClr>
                <a:srgbClr val="000000"/>
              </a:buClr>
              <a:buSzPts val="1800"/>
              <a:buChar char="•"/>
              <a:defRPr sz="1800" cap="none"/>
            </a:lvl3pPr>
            <a:lvl4pPr marL="1828800" indent="-330200" algn="l">
              <a:spcBef>
                <a:spcPts val="320"/>
              </a:spcBef>
              <a:spcAft>
                <a:spcPts val="0"/>
              </a:spcAft>
              <a:buClr>
                <a:srgbClr val="000000"/>
              </a:buClr>
              <a:buSzPts val="1600"/>
              <a:buChar char="–"/>
              <a:defRPr sz="1600" cap="none"/>
            </a:lvl4pPr>
            <a:lvl5pPr marL="2286000" indent="-330200" algn="l">
              <a:spcBef>
                <a:spcPts val="320"/>
              </a:spcBef>
              <a:spcAft>
                <a:spcPts val="0"/>
              </a:spcAft>
              <a:buClr>
                <a:srgbClr val="000000"/>
              </a:buClr>
              <a:buSzPts val="1600"/>
              <a:buChar char="»"/>
              <a:defRPr sz="1600" cap="none"/>
            </a:lvl5pPr>
            <a:lvl6pPr marL="2743200" indent="-330200" algn="l">
              <a:spcBef>
                <a:spcPts val="320"/>
              </a:spcBef>
              <a:spcAft>
                <a:spcPts val="0"/>
              </a:spcAft>
              <a:buClr>
                <a:srgbClr val="000000"/>
              </a:buClr>
              <a:buSzPts val="1600"/>
              <a:buChar char="•"/>
              <a:defRPr sz="1600" cap="none"/>
            </a:lvl6pPr>
            <a:lvl7pPr marL="3200400" indent="-330200" algn="l">
              <a:spcBef>
                <a:spcPts val="320"/>
              </a:spcBef>
              <a:spcAft>
                <a:spcPts val="0"/>
              </a:spcAft>
              <a:buClr>
                <a:srgbClr val="000000"/>
              </a:buClr>
              <a:buSzPts val="1600"/>
              <a:buChar char="•"/>
              <a:defRPr sz="1600" cap="none"/>
            </a:lvl7pPr>
            <a:lvl8pPr marL="3657600" indent="-330200" algn="l">
              <a:spcBef>
                <a:spcPts val="320"/>
              </a:spcBef>
              <a:spcAft>
                <a:spcPts val="0"/>
              </a:spcAft>
              <a:buClr>
                <a:srgbClr val="000000"/>
              </a:buClr>
              <a:buSzPts val="1600"/>
              <a:buChar char="•"/>
              <a:defRPr sz="1600" cap="none"/>
            </a:lvl8pPr>
            <a:lvl9pPr marL="4114800" indent="-330200" algn="l">
              <a:spcBef>
                <a:spcPts val="320"/>
              </a:spcBef>
              <a:spcAft>
                <a:spcPts val="0"/>
              </a:spcAft>
              <a:buClr>
                <a:srgbClr val="000000"/>
              </a:buClr>
              <a:buSzPts val="1600"/>
              <a:buChar char="•"/>
              <a:defRPr sz="1600" cap="none"/>
            </a:lvl9pPr>
          </a:lstStyle>
          <a:p>
            <a:pPr/>
          </a:p>
        </p:txBody>
      </p:sp>
      <p:sp>
        <p:nvSpPr>
          <p:cNvPr id="5" name="Google Shape;44;p6"/>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GSYAAHIJAABARwAAYQ0AABAAAAAmAAAACAAAAL2wAAD/HwAA"/>
              </a:ext>
            </a:extLst>
          </p:cNvSpPr>
          <p:nvPr>
            <p:ph idx="3"/>
          </p:nvPr>
        </p:nvSpPr>
        <p:spPr>
          <a:xfrm>
            <a:off x="6193155" y="1535430"/>
            <a:ext cx="5389245" cy="639445"/>
          </a:xfrm>
          <a:noFill/>
          <a:ln>
            <a:noFill/>
          </a:ln>
        </p:spPr>
        <p:txBody>
          <a:bodyPr vert="horz" wrap="square" lIns="91440" tIns="45720" rIns="91440" bIns="45720" numCol="1" spcCol="215900" anchor="b">
            <a:prstTxWarp prst="textNoShape">
              <a:avLst/>
            </a:prstTxWarp>
          </a:bodyPr>
          <a:lstStyle>
            <a:lvl1pPr marL="457200" indent="-228600" algn="l">
              <a:spcBef>
                <a:spcPts val="480"/>
              </a:spcBef>
              <a:spcAft>
                <a:spcPts val="0"/>
              </a:spcAft>
              <a:buNone/>
              <a:defRPr sz="2400" b="1" cap="none"/>
            </a:lvl1pPr>
            <a:lvl2pPr marL="914400" indent="-228600" algn="l">
              <a:spcBef>
                <a:spcPts val="400"/>
              </a:spcBef>
              <a:spcAft>
                <a:spcPts val="0"/>
              </a:spcAft>
              <a:buNone/>
              <a:defRPr sz="2000" b="1" cap="none"/>
            </a:lvl2pPr>
            <a:lvl3pPr marL="1371600" indent="-228600" algn="l">
              <a:spcBef>
                <a:spcPts val="360"/>
              </a:spcBef>
              <a:spcAft>
                <a:spcPts val="0"/>
              </a:spcAft>
              <a:buNone/>
              <a:defRPr sz="1800" b="1" cap="none"/>
            </a:lvl3pPr>
            <a:lvl4pPr marL="1828800" indent="-228600" algn="l">
              <a:spcBef>
                <a:spcPts val="320"/>
              </a:spcBef>
              <a:spcAft>
                <a:spcPts val="0"/>
              </a:spcAft>
              <a:buNone/>
              <a:defRPr sz="1600" b="1" cap="none"/>
            </a:lvl4pPr>
            <a:lvl5pPr marL="2286000" indent="-228600" algn="l">
              <a:spcBef>
                <a:spcPts val="320"/>
              </a:spcBef>
              <a:spcAft>
                <a:spcPts val="0"/>
              </a:spcAft>
              <a:buNone/>
              <a:defRPr sz="1600" b="1" cap="none"/>
            </a:lvl5pPr>
            <a:lvl6pPr marL="2743200" indent="-228600" algn="l">
              <a:spcBef>
                <a:spcPts val="320"/>
              </a:spcBef>
              <a:spcAft>
                <a:spcPts val="0"/>
              </a:spcAft>
              <a:buNone/>
              <a:defRPr sz="1600" b="1" cap="none"/>
            </a:lvl6pPr>
            <a:lvl7pPr marL="3200400" indent="-228600" algn="l">
              <a:spcBef>
                <a:spcPts val="320"/>
              </a:spcBef>
              <a:spcAft>
                <a:spcPts val="0"/>
              </a:spcAft>
              <a:buNone/>
              <a:defRPr sz="1600" b="1" cap="none"/>
            </a:lvl7pPr>
            <a:lvl8pPr marL="3657600" indent="-228600" algn="l">
              <a:spcBef>
                <a:spcPts val="320"/>
              </a:spcBef>
              <a:spcAft>
                <a:spcPts val="0"/>
              </a:spcAft>
              <a:buNone/>
              <a:defRPr sz="1600" b="1" cap="none"/>
            </a:lvl8pPr>
            <a:lvl9pPr marL="4114800" indent="-228600" algn="l">
              <a:spcBef>
                <a:spcPts val="320"/>
              </a:spcBef>
              <a:spcAft>
                <a:spcPts val="0"/>
              </a:spcAft>
              <a:buNone/>
              <a:defRPr sz="1600" b="1" cap="none"/>
            </a:lvl9pPr>
          </a:lstStyle>
          <a:p>
            <a:pPr/>
          </a:p>
        </p:txBody>
      </p:sp>
      <p:sp>
        <p:nvSpPr>
          <p:cNvPr id="6" name="Google Shape;45;p6"/>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uw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GSYAAGENAABARwAAsCUAABAAAAAmAAAACAAAAD2wAAD/HwAA"/>
              </a:ext>
            </a:extLst>
          </p:cNvSpPr>
          <p:nvPr>
            <p:ph idx="4"/>
          </p:nvPr>
        </p:nvSpPr>
        <p:spPr>
          <a:xfrm>
            <a:off x="6193155" y="2174875"/>
            <a:ext cx="5389245" cy="3951605"/>
          </a:xfrm>
          <a:noFill/>
          <a:ln>
            <a:noFill/>
          </a:ln>
        </p:spPr>
        <p:txBody>
          <a:bodyPr vert="horz" wrap="square" lIns="91440" tIns="45720" rIns="91440" bIns="45720" numCol="1" spcCol="215900" anchor="t">
            <a:prstTxWarp prst="textNoShape">
              <a:avLst/>
            </a:prstTxWarp>
          </a:bodyPr>
          <a:lstStyle>
            <a:lvl1pPr marL="457200" indent="-381000" algn="l">
              <a:spcBef>
                <a:spcPts val="480"/>
              </a:spcBef>
              <a:spcAft>
                <a:spcPts val="0"/>
              </a:spcAft>
              <a:buClr>
                <a:srgbClr val="000000"/>
              </a:buClr>
              <a:buSzPts val="2400"/>
              <a:buChar char="•"/>
              <a:defRPr sz="2400" cap="none"/>
            </a:lvl1pPr>
            <a:lvl2pPr marL="914400" indent="-355600" algn="l">
              <a:spcBef>
                <a:spcPts val="400"/>
              </a:spcBef>
              <a:spcAft>
                <a:spcPts val="0"/>
              </a:spcAft>
              <a:buClr>
                <a:srgbClr val="000000"/>
              </a:buClr>
              <a:buSzPts val="2000"/>
              <a:buChar char="–"/>
              <a:defRPr sz="2000" cap="none"/>
            </a:lvl2pPr>
            <a:lvl3pPr marL="1371600" indent="-342900" algn="l">
              <a:spcBef>
                <a:spcPts val="360"/>
              </a:spcBef>
              <a:spcAft>
                <a:spcPts val="0"/>
              </a:spcAft>
              <a:buClr>
                <a:srgbClr val="000000"/>
              </a:buClr>
              <a:buSzPts val="1800"/>
              <a:buChar char="•"/>
              <a:defRPr sz="1800" cap="none"/>
            </a:lvl3pPr>
            <a:lvl4pPr marL="1828800" indent="-330200" algn="l">
              <a:spcBef>
                <a:spcPts val="320"/>
              </a:spcBef>
              <a:spcAft>
                <a:spcPts val="0"/>
              </a:spcAft>
              <a:buClr>
                <a:srgbClr val="000000"/>
              </a:buClr>
              <a:buSzPts val="1600"/>
              <a:buChar char="–"/>
              <a:defRPr sz="1600" cap="none"/>
            </a:lvl4pPr>
            <a:lvl5pPr marL="2286000" indent="-330200" algn="l">
              <a:spcBef>
                <a:spcPts val="320"/>
              </a:spcBef>
              <a:spcAft>
                <a:spcPts val="0"/>
              </a:spcAft>
              <a:buClr>
                <a:srgbClr val="000000"/>
              </a:buClr>
              <a:buSzPts val="1600"/>
              <a:buChar char="»"/>
              <a:defRPr sz="1600" cap="none"/>
            </a:lvl5pPr>
            <a:lvl6pPr marL="2743200" indent="-330200" algn="l">
              <a:spcBef>
                <a:spcPts val="320"/>
              </a:spcBef>
              <a:spcAft>
                <a:spcPts val="0"/>
              </a:spcAft>
              <a:buClr>
                <a:srgbClr val="000000"/>
              </a:buClr>
              <a:buSzPts val="1600"/>
              <a:buChar char="•"/>
              <a:defRPr sz="1600" cap="none"/>
            </a:lvl6pPr>
            <a:lvl7pPr marL="3200400" indent="-330200" algn="l">
              <a:spcBef>
                <a:spcPts val="320"/>
              </a:spcBef>
              <a:spcAft>
                <a:spcPts val="0"/>
              </a:spcAft>
              <a:buClr>
                <a:srgbClr val="000000"/>
              </a:buClr>
              <a:buSzPts val="1600"/>
              <a:buChar char="•"/>
              <a:defRPr sz="1600" cap="none"/>
            </a:lvl7pPr>
            <a:lvl8pPr marL="3657600" indent="-330200" algn="l">
              <a:spcBef>
                <a:spcPts val="320"/>
              </a:spcBef>
              <a:spcAft>
                <a:spcPts val="0"/>
              </a:spcAft>
              <a:buClr>
                <a:srgbClr val="000000"/>
              </a:buClr>
              <a:buSzPts val="1600"/>
              <a:buChar char="•"/>
              <a:defRPr sz="1600" cap="none"/>
            </a:lvl8pPr>
            <a:lvl9pPr marL="4114800" indent="-330200" algn="l">
              <a:spcBef>
                <a:spcPts val="320"/>
              </a:spcBef>
              <a:spcAft>
                <a:spcPts val="0"/>
              </a:spcAft>
              <a:buClr>
                <a:srgbClr val="000000"/>
              </a:buClr>
              <a:buSzPts val="1600"/>
              <a:buChar char="•"/>
              <a:defRPr sz="1600" cap="none"/>
            </a:lvl9pPr>
          </a:lstStyle>
          <a:p>
            <a:pPr/>
          </a:p>
        </p:txBody>
      </p:sp>
      <p:sp>
        <p:nvSpPr>
          <p:cNvPr id="7" name="Google Shape;46;p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8" name="Google Shape;47;p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9" name="Google Shape;48;p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F2DC-92D1-7004-9F9D-6451BCD36931}" type="slidenum">
              <a:rPr lang="en-us" cap="none"/>
              <a:t>‹#›</a:t>
            </a:fld>
          </a:p>
        </p:txBody>
      </p:sp>
    </p:spTree>
  </p:cSld>
  <p:clrMapOvr>
    <a:masterClrMapping/>
  </p:clrMapOvr>
  <p:hf hdr="0" ftr="0" dt="0"/>
</p:sldLayout>
</file>

<file path=ppt/slideLayouts/slideLayout6.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titleOnly">
  <p:cSld name="TITLE_ONLY">
    <p:spTree>
      <p:nvGrpSpPr>
        <p:cNvPr id="1" name=""/>
        <p:cNvGrpSpPr/>
        <p:nvPr/>
      </p:nvGrpSpPr>
      <p:grpSpPr>
        <a:xfrm>
          <a:off x="0" y="0"/>
          <a:ext cx="0" cy="0"/>
          <a:chOff x="0" y="0"/>
          <a:chExt cx="0" cy="0"/>
        </a:xfrm>
      </p:grpSpPr>
      <p:sp>
        <p:nvSpPr>
          <p:cNvPr id="2" name="Google Shape;50;p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DywAAD/HwAA"/>
              </a:ext>
            </a:extLst>
          </p:cNvSpPr>
          <p:nvPr>
            <p:ph type="title"/>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51;p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4" name="Google Shape;52;p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53;p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8A5B-15D1-707C-9F9D-E329C4D369B6}" type="slidenum">
              <a:rPr lang="en-us" cap="none"/>
              <a:t>‹#›</a:t>
            </a:fld>
          </a:p>
        </p:txBody>
      </p:sp>
    </p:spTree>
  </p:cSld>
  <p:clrMapOvr>
    <a:masterClrMapping/>
  </p:clrMapOvr>
  <p:hf hdr="0" ftr="0" dt="0"/>
</p:sldLayout>
</file>

<file path=ppt/slideLayouts/slideLayout7.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blank">
  <p:cSld name="BLANK">
    <p:spTree>
      <p:nvGrpSpPr>
        <p:cNvPr id="1" name=""/>
        <p:cNvGrpSpPr/>
        <p:nvPr/>
      </p:nvGrpSpPr>
      <p:grpSpPr>
        <a:xfrm>
          <a:off x="0" y="0"/>
          <a:ext cx="0" cy="0"/>
          <a:chOff x="0" y="0"/>
          <a:chExt cx="0" cy="0"/>
        </a:xfrm>
      </p:grpSpPr>
      <p:sp>
        <p:nvSpPr>
          <p:cNvPr id="2" name="Google Shape;55;p8"/>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3" name="Google Shape;56;p8"/>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4" name="Google Shape;57;p8"/>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CFFE-B0D1-7039-9F9D-466C81D36913}" type="slidenum">
              <a:rPr lang="en-us" cap="none"/>
              <a:t>‹#›</a:t>
            </a:fld>
          </a:p>
        </p:txBody>
      </p:sp>
    </p:spTree>
  </p:cSld>
  <p:clrMapOvr>
    <a:masterClrMapping/>
  </p:clrMapOvr>
  <p:hf hdr="0" ftr="0" dt="0"/>
</p:sldLayout>
</file>

<file path=ppt/slideLayouts/slideLayout8.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objTx">
  <p:cSld name="OBJECT_WITH_CAPTION_TEXT">
    <p:spTree>
      <p:nvGrpSpPr>
        <p:cNvPr id="1" name=""/>
        <p:cNvGrpSpPr/>
        <p:nvPr/>
      </p:nvGrpSpPr>
      <p:grpSpPr>
        <a:xfrm>
          <a:off x="0" y="0"/>
          <a:ext cx="0" cy="0"/>
          <a:chOff x="0" y="0"/>
          <a:chExt cx="0" cy="0"/>
        </a:xfrm>
      </p:grpSpPr>
      <p:sp>
        <p:nvSpPr>
          <p:cNvPr id="2" name="Google Shape;59;p9"/>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K4BAABtHAAA1AgAABAAAAAmAAAACAAAAL2wAAD/HwAA"/>
              </a:ext>
            </a:extLst>
          </p:cNvSpPr>
          <p:nvPr>
            <p:ph type="title"/>
          </p:nvPr>
        </p:nvSpPr>
        <p:spPr>
          <a:xfrm>
            <a:off x="609600" y="273050"/>
            <a:ext cx="4011295" cy="1162050"/>
          </a:xfrm>
          <a:noFill/>
          <a:ln>
            <a:noFill/>
          </a:ln>
        </p:spPr>
        <p:txBody>
          <a:bodyPr vert="horz" wrap="square" lIns="91440" tIns="45720" rIns="91440" bIns="45720" numCol="1" spcCol="215900" anchor="b">
            <a:prstTxWarp prst="textNoShape">
              <a:avLst/>
            </a:prstTxWarp>
          </a:bodyPr>
          <a:lstStyle>
            <a:lvl1pPr algn="l">
              <a:spcBef>
                <a:spcPts val="0"/>
              </a:spcBef>
              <a:spcAft>
                <a:spcPts val="0"/>
              </a:spcAft>
              <a:buNone/>
              <a:defRPr sz="2000" b="1" cap="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60;p9"/>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Ux0AAK4BAABARwAAsCUAABAAAAAmAAAACAAAAD2wAAD/HwAA"/>
              </a:ext>
            </a:extLst>
          </p:cNvSpPr>
          <p:nvPr>
            <p:ph idx="1"/>
          </p:nvPr>
        </p:nvSpPr>
        <p:spPr>
          <a:xfrm>
            <a:off x="4766945" y="273050"/>
            <a:ext cx="6815455" cy="5853430"/>
          </a:xfrm>
          <a:noFill/>
          <a:ln>
            <a:noFill/>
          </a:ln>
        </p:spPr>
        <p:txBody>
          <a:bodyPr vert="horz" wrap="square" lIns="91440" tIns="45720" rIns="91440" bIns="45720" numCol="1" spcCol="215900" anchor="t">
            <a:prstTxWarp prst="textNoShape">
              <a:avLst/>
            </a:prstTxWarp>
          </a:bodyPr>
          <a:lstStyle>
            <a:lvl1pPr marL="457200" indent="-431800" algn="l">
              <a:spcBef>
                <a:spcPts val="640"/>
              </a:spcBef>
              <a:spcAft>
                <a:spcPts val="0"/>
              </a:spcAft>
              <a:buClr>
                <a:srgbClr val="000000"/>
              </a:buClr>
              <a:buSzPts val="3200"/>
              <a:buChar char="•"/>
              <a:defRPr sz="3200" cap="none"/>
            </a:lvl1pPr>
            <a:lvl2pPr marL="914400" indent="-406400" algn="l">
              <a:spcBef>
                <a:spcPts val="560"/>
              </a:spcBef>
              <a:spcAft>
                <a:spcPts val="0"/>
              </a:spcAft>
              <a:buClr>
                <a:srgbClr val="000000"/>
              </a:buClr>
              <a:buSzPts val="2800"/>
              <a:buChar char="–"/>
              <a:defRPr sz="2800" cap="none"/>
            </a:lvl2pPr>
            <a:lvl3pPr marL="1371600" indent="-381000" algn="l">
              <a:spcBef>
                <a:spcPts val="480"/>
              </a:spcBef>
              <a:spcAft>
                <a:spcPts val="0"/>
              </a:spcAft>
              <a:buClr>
                <a:srgbClr val="000000"/>
              </a:buClr>
              <a:buSzPts val="2400"/>
              <a:buChar char="•"/>
              <a:defRPr sz="2400" cap="none"/>
            </a:lvl3pPr>
            <a:lvl4pPr marL="1828800" indent="-355600" algn="l">
              <a:spcBef>
                <a:spcPts val="400"/>
              </a:spcBef>
              <a:spcAft>
                <a:spcPts val="0"/>
              </a:spcAft>
              <a:buClr>
                <a:srgbClr val="000000"/>
              </a:buClr>
              <a:buSzPts val="2000"/>
              <a:buChar char="–"/>
              <a:defRPr sz="2000" cap="none"/>
            </a:lvl4pPr>
            <a:lvl5pPr marL="2286000" indent="-355600" algn="l">
              <a:spcBef>
                <a:spcPts val="400"/>
              </a:spcBef>
              <a:spcAft>
                <a:spcPts val="0"/>
              </a:spcAft>
              <a:buClr>
                <a:srgbClr val="000000"/>
              </a:buClr>
              <a:buSzPts val="2000"/>
              <a:buChar char="»"/>
              <a:defRPr sz="2000" cap="none"/>
            </a:lvl5pPr>
            <a:lvl6pPr marL="2743200" indent="-355600" algn="l">
              <a:spcBef>
                <a:spcPts val="400"/>
              </a:spcBef>
              <a:spcAft>
                <a:spcPts val="0"/>
              </a:spcAft>
              <a:buClr>
                <a:srgbClr val="000000"/>
              </a:buClr>
              <a:buSzPts val="2000"/>
              <a:buChar char="•"/>
              <a:defRPr sz="2000" cap="none"/>
            </a:lvl6pPr>
            <a:lvl7pPr marL="3200400" indent="-355600" algn="l">
              <a:spcBef>
                <a:spcPts val="400"/>
              </a:spcBef>
              <a:spcAft>
                <a:spcPts val="0"/>
              </a:spcAft>
              <a:buClr>
                <a:srgbClr val="000000"/>
              </a:buClr>
              <a:buSzPts val="2000"/>
              <a:buChar char="•"/>
              <a:defRPr sz="2000" cap="none"/>
            </a:lvl7pPr>
            <a:lvl8pPr marL="3657600" indent="-355600" algn="l">
              <a:spcBef>
                <a:spcPts val="400"/>
              </a:spcBef>
              <a:spcAft>
                <a:spcPts val="0"/>
              </a:spcAft>
              <a:buClr>
                <a:srgbClr val="000000"/>
              </a:buClr>
              <a:buSzPts val="2000"/>
              <a:buChar char="•"/>
              <a:defRPr sz="2000" cap="none"/>
            </a:lvl8pPr>
            <a:lvl9pPr marL="4114800" indent="-355600" algn="l">
              <a:spcBef>
                <a:spcPts val="400"/>
              </a:spcBef>
              <a:spcAft>
                <a:spcPts val="0"/>
              </a:spcAft>
              <a:buClr>
                <a:srgbClr val="000000"/>
              </a:buClr>
              <a:buSzPts val="2000"/>
              <a:buChar char="•"/>
              <a:defRPr sz="2000" cap="none"/>
            </a:lvl9pPr>
          </a:lstStyle>
          <a:p>
            <a:pPr/>
          </a:p>
        </p:txBody>
      </p:sp>
      <p:sp>
        <p:nvSpPr>
          <p:cNvPr id="4" name="Google Shape;61;p9"/>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NQIAABtHAAAsCUAABAAAAAmAAAACAAAAD2wAAD/HwAA"/>
              </a:ext>
            </a:extLst>
          </p:cNvSpPr>
          <p:nvPr>
            <p:ph idx="2"/>
          </p:nvPr>
        </p:nvSpPr>
        <p:spPr>
          <a:xfrm>
            <a:off x="609600" y="1435100"/>
            <a:ext cx="4011295" cy="4691380"/>
          </a:xfrm>
          <a:noFill/>
          <a:ln>
            <a:noFill/>
          </a:ln>
        </p:spPr>
        <p:txBody>
          <a:bodyPr vert="horz" wrap="square" lIns="91440" tIns="45720" rIns="91440" bIns="45720" numCol="1" spcCol="215900" anchor="t">
            <a:prstTxWarp prst="textNoShape">
              <a:avLst/>
            </a:prstTxWarp>
          </a:bodyPr>
          <a:lstStyle>
            <a:lvl1pPr marL="457200" indent="-228600" algn="l">
              <a:spcBef>
                <a:spcPts val="280"/>
              </a:spcBef>
              <a:spcAft>
                <a:spcPts val="0"/>
              </a:spcAft>
              <a:buNone/>
              <a:defRPr sz="1400" cap="none"/>
            </a:lvl1pPr>
            <a:lvl2pPr marL="914400" indent="-228600" algn="l">
              <a:spcBef>
                <a:spcPts val="240"/>
              </a:spcBef>
              <a:spcAft>
                <a:spcPts val="0"/>
              </a:spcAft>
              <a:buNone/>
              <a:defRPr sz="1200" cap="none"/>
            </a:lvl2pPr>
            <a:lvl3pPr marL="1371600" indent="-228600" algn="l">
              <a:spcBef>
                <a:spcPts val="200"/>
              </a:spcBef>
              <a:spcAft>
                <a:spcPts val="0"/>
              </a:spcAft>
              <a:buNone/>
              <a:defRPr sz="1000" cap="none"/>
            </a:lvl3pPr>
            <a:lvl4pPr marL="1828800" indent="-228600" algn="l">
              <a:spcBef>
                <a:spcPts val="180"/>
              </a:spcBef>
              <a:spcAft>
                <a:spcPts val="0"/>
              </a:spcAft>
              <a:buNone/>
              <a:defRPr sz="900" cap="none"/>
            </a:lvl4pPr>
            <a:lvl5pPr marL="2286000" indent="-228600" algn="l">
              <a:spcBef>
                <a:spcPts val="180"/>
              </a:spcBef>
              <a:spcAft>
                <a:spcPts val="0"/>
              </a:spcAft>
              <a:buNone/>
              <a:defRPr sz="900" cap="none"/>
            </a:lvl5pPr>
            <a:lvl6pPr marL="2743200" indent="-228600" algn="l">
              <a:spcBef>
                <a:spcPts val="180"/>
              </a:spcBef>
              <a:spcAft>
                <a:spcPts val="0"/>
              </a:spcAft>
              <a:buNone/>
              <a:defRPr sz="900" cap="none"/>
            </a:lvl6pPr>
            <a:lvl7pPr marL="3200400" indent="-228600" algn="l">
              <a:spcBef>
                <a:spcPts val="180"/>
              </a:spcBef>
              <a:spcAft>
                <a:spcPts val="0"/>
              </a:spcAft>
              <a:buNone/>
              <a:defRPr sz="900" cap="none"/>
            </a:lvl7pPr>
            <a:lvl8pPr marL="3657600" indent="-228600" algn="l">
              <a:spcBef>
                <a:spcPts val="180"/>
              </a:spcBef>
              <a:spcAft>
                <a:spcPts val="0"/>
              </a:spcAft>
              <a:buNone/>
              <a:defRPr sz="900" cap="none"/>
            </a:lvl8pPr>
            <a:lvl9pPr marL="4114800" indent="-228600" algn="l">
              <a:spcBef>
                <a:spcPts val="180"/>
              </a:spcBef>
              <a:spcAft>
                <a:spcPts val="0"/>
              </a:spcAft>
              <a:buNone/>
              <a:defRPr sz="900" cap="none"/>
            </a:lvl9pPr>
          </a:lstStyle>
          <a:p>
            <a:pPr/>
          </a:p>
        </p:txBody>
      </p:sp>
      <p:sp>
        <p:nvSpPr>
          <p:cNvPr id="5" name="Google Shape;62;p9"/>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63;p9"/>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7" name="Google Shape;64;p9"/>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DBED-A3D1-702D-9F9D-557895D36900}" type="slidenum">
              <a:rPr lang="en-us" cap="none"/>
              <a:t>‹#›</a:t>
            </a:fld>
          </a:p>
        </p:txBody>
      </p:sp>
    </p:spTree>
  </p:cSld>
  <p:clrMapOvr>
    <a:masterClrMapping/>
  </p:clrMapOvr>
  <p:hf hdr="0" ftr="0" dt="0"/>
</p:sldLayout>
</file>

<file path=ppt/slideLayouts/slideLayout9.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picTx">
  <p:cSld name="PICTURE_WITH_CAPTION_TEXT">
    <p:spTree>
      <p:nvGrpSpPr>
        <p:cNvPr id="1" name=""/>
        <p:cNvGrpSpPr/>
        <p:nvPr/>
      </p:nvGrpSpPr>
      <p:grpSpPr>
        <a:xfrm>
          <a:off x="0" y="0"/>
          <a:ext cx="0" cy="0"/>
          <a:chOff x="0" y="0"/>
          <a:chExt cx="0" cy="0"/>
        </a:xfrm>
      </p:grpSpPr>
      <p:sp>
        <p:nvSpPr>
          <p:cNvPr id="2" name="Google Shape;66;p10"/>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sw4AAIgdAACzOwAABSEAABAAAAAmAAAACAAAAL2wAAD/HwAA"/>
              </a:ext>
            </a:extLst>
          </p:cNvSpPr>
          <p:nvPr>
            <p:ph type="title"/>
          </p:nvPr>
        </p:nvSpPr>
        <p:spPr>
          <a:xfrm>
            <a:off x="2389505" y="4800600"/>
            <a:ext cx="7315200" cy="567055"/>
          </a:xfrm>
          <a:noFill/>
          <a:ln>
            <a:noFill/>
          </a:ln>
        </p:spPr>
        <p:txBody>
          <a:bodyPr vert="horz" wrap="square" lIns="91440" tIns="45720" rIns="91440" bIns="45720" numCol="1" spcCol="215900" anchor="b">
            <a:prstTxWarp prst="textNoShape">
              <a:avLst/>
            </a:prstTxWarp>
          </a:bodyPr>
          <a:lstStyle>
            <a:lvl1pPr algn="l">
              <a:spcBef>
                <a:spcPts val="0"/>
              </a:spcBef>
              <a:spcAft>
                <a:spcPts val="0"/>
              </a:spcAft>
              <a:buNone/>
              <a:defRPr sz="2000" b="1" cap="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67;p10"/>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sw4AAMUDAACzOwAAFR0AABAAAAAmAAAACAAAAIGAAAD/HwAA"/>
              </a:ext>
            </a:extLst>
          </p:cNvSpPr>
          <p:nvPr>
            <p:ph type="pic" idx="2"/>
          </p:nvPr>
        </p:nvSpPr>
        <p:spPr>
          <a:xfrm>
            <a:off x="2389505" y="612775"/>
            <a:ext cx="7315200" cy="4114800"/>
          </a:xfrm>
          <a:noFill/>
          <a:ln>
            <a:noFill/>
          </a:ln>
        </p:spPr>
      </p:sp>
      <p:sp>
        <p:nvSpPr>
          <p:cNvPr id="4" name="Google Shape;68;p10"/>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990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sw4AAAUhAACzOwAA+CUAABAAAAAmAAAACAAAAD2wAAD/HwAA"/>
              </a:ext>
            </a:extLst>
          </p:cNvSpPr>
          <p:nvPr>
            <p:ph idx="1"/>
          </p:nvPr>
        </p:nvSpPr>
        <p:spPr>
          <a:xfrm>
            <a:off x="2389505" y="5367655"/>
            <a:ext cx="7315200" cy="804545"/>
          </a:xfrm>
          <a:noFill/>
          <a:ln>
            <a:noFill/>
          </a:ln>
        </p:spPr>
        <p:txBody>
          <a:bodyPr vert="horz" wrap="square" lIns="91440" tIns="45720" rIns="91440" bIns="45720" numCol="1" spcCol="215900" anchor="t">
            <a:prstTxWarp prst="textNoShape">
              <a:avLst/>
            </a:prstTxWarp>
          </a:bodyPr>
          <a:lstStyle>
            <a:lvl1pPr marL="457200" indent="-228600" algn="l">
              <a:spcBef>
                <a:spcPts val="280"/>
              </a:spcBef>
              <a:spcAft>
                <a:spcPts val="0"/>
              </a:spcAft>
              <a:buNone/>
              <a:defRPr sz="1400" cap="none"/>
            </a:lvl1pPr>
            <a:lvl2pPr marL="914400" indent="-228600" algn="l">
              <a:spcBef>
                <a:spcPts val="240"/>
              </a:spcBef>
              <a:spcAft>
                <a:spcPts val="0"/>
              </a:spcAft>
              <a:buNone/>
              <a:defRPr sz="1200" cap="none"/>
            </a:lvl2pPr>
            <a:lvl3pPr marL="1371600" indent="-228600" algn="l">
              <a:spcBef>
                <a:spcPts val="200"/>
              </a:spcBef>
              <a:spcAft>
                <a:spcPts val="0"/>
              </a:spcAft>
              <a:buNone/>
              <a:defRPr sz="1000" cap="none"/>
            </a:lvl3pPr>
            <a:lvl4pPr marL="1828800" indent="-228600" algn="l">
              <a:spcBef>
                <a:spcPts val="180"/>
              </a:spcBef>
              <a:spcAft>
                <a:spcPts val="0"/>
              </a:spcAft>
              <a:buNone/>
              <a:defRPr sz="900" cap="none"/>
            </a:lvl4pPr>
            <a:lvl5pPr marL="2286000" indent="-228600" algn="l">
              <a:spcBef>
                <a:spcPts val="180"/>
              </a:spcBef>
              <a:spcAft>
                <a:spcPts val="0"/>
              </a:spcAft>
              <a:buNone/>
              <a:defRPr sz="900" cap="none"/>
            </a:lvl5pPr>
            <a:lvl6pPr marL="2743200" indent="-228600" algn="l">
              <a:spcBef>
                <a:spcPts val="180"/>
              </a:spcBef>
              <a:spcAft>
                <a:spcPts val="0"/>
              </a:spcAft>
              <a:buNone/>
              <a:defRPr sz="900" cap="none"/>
            </a:lvl6pPr>
            <a:lvl7pPr marL="3200400" indent="-228600" algn="l">
              <a:spcBef>
                <a:spcPts val="180"/>
              </a:spcBef>
              <a:spcAft>
                <a:spcPts val="0"/>
              </a:spcAft>
              <a:buNone/>
              <a:defRPr sz="900" cap="none"/>
            </a:lvl7pPr>
            <a:lvl8pPr marL="3657600" indent="-228600" algn="l">
              <a:spcBef>
                <a:spcPts val="180"/>
              </a:spcBef>
              <a:spcAft>
                <a:spcPts val="0"/>
              </a:spcAft>
              <a:buNone/>
              <a:defRPr sz="900" cap="none"/>
            </a:lvl8pPr>
            <a:lvl9pPr marL="4114800" indent="-228600" algn="l">
              <a:spcBef>
                <a:spcPts val="180"/>
              </a:spcBef>
              <a:spcAft>
                <a:spcPts val="0"/>
              </a:spcAft>
              <a:buNone/>
              <a:defRPr sz="900" cap="none"/>
            </a:lvl9pPr>
          </a:lstStyle>
          <a:p>
            <a:pPr/>
          </a:p>
        </p:txBody>
      </p:sp>
      <p:sp>
        <p:nvSpPr>
          <p:cNvPr id="5" name="Google Shape;69;p10"/>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70;p10"/>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7" name="Google Shape;71;p10"/>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8085-CBD1-7076-9F9D-3D23CED36968}" type="slidenum">
              <a:rPr lang="en-us" cap="none"/>
              <a:t>‹#›</a:t>
            </a:fld>
          </a:p>
        </p:txBody>
      </p:sp>
    </p:spTree>
  </p:cSld>
  <p:clrMapOvr>
    <a:masterClrMapping/>
  </p:clrMapOvr>
  <p:hf hdr="0" ftr="0" dt="0"/>
</p:sldLayout>
</file>

<file path=ppt/slideLayouts/slideLayout10.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vertTx">
  <p:cSld name="VERTICAL_TEXT">
    <p:spTree>
      <p:nvGrpSpPr>
        <p:cNvPr id="1" name=""/>
        <p:cNvGrpSpPr/>
        <p:nvPr/>
      </p:nvGrpSpPr>
      <p:grpSpPr>
        <a:xfrm>
          <a:off x="0" y="0"/>
          <a:ext cx="0" cy="0"/>
          <a:chOff x="0" y="0"/>
          <a:chExt cx="0" cy="0"/>
        </a:xfrm>
      </p:grpSpPr>
      <p:sp>
        <p:nvSpPr>
          <p:cNvPr id="2" name="Google Shape;73;p1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DywAAD/HwAA"/>
              </a:ext>
            </a:extLst>
          </p:cNvSpPr>
          <p:nvPr>
            <p:ph type="title"/>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74;p11"/>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0GAABARwAAsCUAABAAAAAmAAAACAAAADyyAAD/HwAA"/>
              </a:ext>
            </a:extLst>
          </p:cNvSpPr>
          <p:nvPr>
            <p:ph idx="1"/>
          </p:nvPr>
        </p:nvSpPr>
        <p:spPr>
          <a:xfrm rot="5400000">
            <a:off x="3580130" y="-1875155"/>
            <a:ext cx="5031105" cy="10972800"/>
          </a:xfrm>
          <a:noFill/>
          <a:ln>
            <a:noFill/>
          </a:ln>
        </p:spPr>
        <p:txBody>
          <a:bodyPr vert="horz" wrap="square" lIns="91440" tIns="45720" rIns="91440" bIns="45720" numCol="1" spcCol="215900" anchor="t">
            <a:prstTxWarp prst="textNoShape">
              <a:avLst/>
            </a:prstTxWarp>
          </a:bodyPr>
          <a:lstStyle>
            <a:lvl1pPr marL="457200" indent="-342900" algn="l">
              <a:spcBef>
                <a:spcPts val="360"/>
              </a:spcBef>
              <a:spcAft>
                <a:spcPts val="0"/>
              </a:spcAft>
              <a:buClr>
                <a:srgbClr val="000000"/>
              </a:buClr>
              <a:buSzPts val="1800"/>
              <a:buChar char="•"/>
            </a:lvl1pPr>
            <a:lvl2pPr marL="914400" indent="-342900" algn="l">
              <a:spcBef>
                <a:spcPts val="360"/>
              </a:spcBef>
              <a:spcAft>
                <a:spcPts val="0"/>
              </a:spcAft>
              <a:buClr>
                <a:srgbClr val="000000"/>
              </a:buClr>
              <a:buSzPts val="1800"/>
              <a:buChar char="–"/>
            </a:lvl2pPr>
            <a:lvl3pPr marL="1371600" indent="-342900" algn="l">
              <a:spcBef>
                <a:spcPts val="360"/>
              </a:spcBef>
              <a:spcAft>
                <a:spcPts val="0"/>
              </a:spcAft>
              <a:buClr>
                <a:srgbClr val="000000"/>
              </a:buClr>
              <a:buSzPts val="1800"/>
              <a:buChar char="•"/>
            </a:lvl3pPr>
            <a:lvl4pPr marL="1828800" indent="-342900" algn="l">
              <a:spcBef>
                <a:spcPts val="360"/>
              </a:spcBef>
              <a:spcAft>
                <a:spcPts val="0"/>
              </a:spcAft>
              <a:buClr>
                <a:srgbClr val="000000"/>
              </a:buClr>
              <a:buSzPts val="1800"/>
              <a:buChar char="–"/>
            </a:lvl4pPr>
            <a:lvl5pPr marL="2286000" indent="-342900" algn="l">
              <a:spcBef>
                <a:spcPts val="360"/>
              </a:spcBef>
              <a:spcAft>
                <a:spcPts val="0"/>
              </a:spcAft>
              <a:buClr>
                <a:srgbClr val="000000"/>
              </a:buClr>
              <a:buSzPts val="1800"/>
              <a:buChar char="»"/>
            </a:lvl5pPr>
            <a:lvl6pPr marL="2743200" indent="-342900" algn="l">
              <a:spcBef>
                <a:spcPts val="360"/>
              </a:spcBef>
              <a:spcAft>
                <a:spcPts val="0"/>
              </a:spcAft>
              <a:buClr>
                <a:srgbClr val="000000"/>
              </a:buClr>
              <a:buSzPts val="1800"/>
              <a:buChar char="•"/>
            </a:lvl6pPr>
            <a:lvl7pPr marL="3200400" indent="-342900" algn="l">
              <a:spcBef>
                <a:spcPts val="360"/>
              </a:spcBef>
              <a:spcAft>
                <a:spcPts val="0"/>
              </a:spcAft>
              <a:buClr>
                <a:srgbClr val="000000"/>
              </a:buClr>
              <a:buSzPts val="1800"/>
              <a:buChar char="•"/>
            </a:lvl7pPr>
            <a:lvl8pPr marL="3657600" indent="-342900" algn="l">
              <a:spcBef>
                <a:spcPts val="360"/>
              </a:spcBef>
              <a:spcAft>
                <a:spcPts val="0"/>
              </a:spcAft>
              <a:buClr>
                <a:srgbClr val="000000"/>
              </a:buClr>
              <a:buSzPts val="1800"/>
              <a:buChar char="•"/>
            </a:lvl8pPr>
            <a:lvl9pPr marL="4114800" indent="-342900" algn="l">
              <a:spcBef>
                <a:spcPts val="360"/>
              </a:spcBef>
              <a:spcAft>
                <a:spcPts val="0"/>
              </a:spcAft>
              <a:buClr>
                <a:srgbClr val="000000"/>
              </a:buClr>
              <a:buSzPts val="1800"/>
              <a:buChar char="•"/>
            </a:lvl9pPr>
          </a:lstStyle>
          <a:p>
            <a:pPr/>
          </a:p>
        </p:txBody>
      </p:sp>
      <p:sp>
        <p:nvSpPr>
          <p:cNvPr id="4" name="Google Shape;75;p1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9OR1Y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76;p1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CkF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77;p1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Ii7PmY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9CA4-EAD1-706A-9F9D-1C3FD2D36949}" type="slidenum">
              <a:rPr lang="en-us" cap="none"/>
              <a:t>‹#›</a:t>
            </a:fld>
          </a:p>
        </p:txBody>
      </p:sp>
    </p:spTree>
  </p:cSld>
  <p:clrMapOvr>
    <a:masterClrMapping/>
  </p:clrMapOvr>
  <p:hf hdr="0" ftr="0" dt="0"/>
</p:sldLayout>
</file>

<file path=ppt/slideLayouts/slideLayout11.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vertTitleAndTx">
  <p:cSld name="VERTICAL_TITLE_AND_VERTICAL_TEXT">
    <p:spTree>
      <p:nvGrpSpPr>
        <p:cNvPr id="1" name=""/>
        <p:cNvGrpSpPr/>
        <p:nvPr/>
      </p:nvGrpSpPr>
      <p:grpSpPr>
        <a:xfrm>
          <a:off x="0" y="0"/>
          <a:ext cx="0" cy="0"/>
          <a:chOff x="0" y="0"/>
          <a:chExt cx="0" cy="0"/>
        </a:xfrm>
      </p:grpSpPr>
      <p:sp>
        <p:nvSpPr>
          <p:cNvPr id="2" name="Google Shape;79;p1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YDYAALEBAABARwAAsCUAABAAAAAmAAAACAAAAD2yAAD/HwAA"/>
              </a:ext>
            </a:extLst>
          </p:cNvSpPr>
          <p:nvPr>
            <p:ph type="title"/>
          </p:nvPr>
        </p:nvSpPr>
        <p:spPr>
          <a:xfrm rot="5400000">
            <a:off x="7285355" y="1828800"/>
            <a:ext cx="5851525" cy="2743200"/>
          </a:xfrm>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80;p12"/>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CQC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EBAAAgNQAAsCUAABAAAAAmAAAACAAAAD2yAAD/HwAA"/>
              </a:ext>
            </a:extLst>
          </p:cNvSpPr>
          <p:nvPr>
            <p:ph idx="1"/>
          </p:nvPr>
        </p:nvSpPr>
        <p:spPr>
          <a:xfrm rot="5400000">
            <a:off x="1696720" y="-812165"/>
            <a:ext cx="5851525" cy="8026400"/>
          </a:xfrm>
          <a:noFill/>
          <a:ln>
            <a:noFill/>
          </a:ln>
        </p:spPr>
        <p:txBody>
          <a:bodyPr vert="horz" wrap="square" lIns="91440" tIns="45720" rIns="91440" bIns="45720" numCol="1" spcCol="215900" anchor="t">
            <a:prstTxWarp prst="textNoShape">
              <a:avLst/>
            </a:prstTxWarp>
          </a:bodyPr>
          <a:lstStyle>
            <a:lvl1pPr marL="457200" indent="-342900" algn="l">
              <a:spcBef>
                <a:spcPts val="360"/>
              </a:spcBef>
              <a:spcAft>
                <a:spcPts val="0"/>
              </a:spcAft>
              <a:buClr>
                <a:srgbClr val="000000"/>
              </a:buClr>
              <a:buSzPts val="1800"/>
              <a:buChar char="•"/>
            </a:lvl1pPr>
            <a:lvl2pPr marL="914400" indent="-342900" algn="l">
              <a:spcBef>
                <a:spcPts val="360"/>
              </a:spcBef>
              <a:spcAft>
                <a:spcPts val="0"/>
              </a:spcAft>
              <a:buClr>
                <a:srgbClr val="000000"/>
              </a:buClr>
              <a:buSzPts val="1800"/>
              <a:buChar char="–"/>
            </a:lvl2pPr>
            <a:lvl3pPr marL="1371600" indent="-342900" algn="l">
              <a:spcBef>
                <a:spcPts val="360"/>
              </a:spcBef>
              <a:spcAft>
                <a:spcPts val="0"/>
              </a:spcAft>
              <a:buClr>
                <a:srgbClr val="000000"/>
              </a:buClr>
              <a:buSzPts val="1800"/>
              <a:buChar char="•"/>
            </a:lvl3pPr>
            <a:lvl4pPr marL="1828800" indent="-342900" algn="l">
              <a:spcBef>
                <a:spcPts val="360"/>
              </a:spcBef>
              <a:spcAft>
                <a:spcPts val="0"/>
              </a:spcAft>
              <a:buClr>
                <a:srgbClr val="000000"/>
              </a:buClr>
              <a:buSzPts val="1800"/>
              <a:buChar char="–"/>
            </a:lvl4pPr>
            <a:lvl5pPr marL="2286000" indent="-342900" algn="l">
              <a:spcBef>
                <a:spcPts val="360"/>
              </a:spcBef>
              <a:spcAft>
                <a:spcPts val="0"/>
              </a:spcAft>
              <a:buClr>
                <a:srgbClr val="000000"/>
              </a:buClr>
              <a:buSzPts val="1800"/>
              <a:buChar char="»"/>
            </a:lvl5pPr>
            <a:lvl6pPr marL="2743200" indent="-342900" algn="l">
              <a:spcBef>
                <a:spcPts val="360"/>
              </a:spcBef>
              <a:spcAft>
                <a:spcPts val="0"/>
              </a:spcAft>
              <a:buClr>
                <a:srgbClr val="000000"/>
              </a:buClr>
              <a:buSzPts val="1800"/>
              <a:buChar char="•"/>
            </a:lvl6pPr>
            <a:lvl7pPr marL="3200400" indent="-342900" algn="l">
              <a:spcBef>
                <a:spcPts val="360"/>
              </a:spcBef>
              <a:spcAft>
                <a:spcPts val="0"/>
              </a:spcAft>
              <a:buClr>
                <a:srgbClr val="000000"/>
              </a:buClr>
              <a:buSzPts val="1800"/>
              <a:buChar char="•"/>
            </a:lvl7pPr>
            <a:lvl8pPr marL="3657600" indent="-342900" algn="l">
              <a:spcBef>
                <a:spcPts val="360"/>
              </a:spcBef>
              <a:spcAft>
                <a:spcPts val="0"/>
              </a:spcAft>
              <a:buClr>
                <a:srgbClr val="000000"/>
              </a:buClr>
              <a:buSzPts val="1800"/>
              <a:buChar char="•"/>
            </a:lvl8pPr>
            <a:lvl9pPr marL="4114800" indent="-342900" algn="l">
              <a:spcBef>
                <a:spcPts val="360"/>
              </a:spcBef>
              <a:spcAft>
                <a:spcPts val="0"/>
              </a:spcAft>
              <a:buClr>
                <a:srgbClr val="000000"/>
              </a:buClr>
              <a:buSzPts val="1800"/>
              <a:buChar char="•"/>
            </a:lvl9pPr>
          </a:lstStyle>
          <a:p>
            <a:pPr/>
          </a:p>
        </p:txBody>
      </p:sp>
      <p:sp>
        <p:nvSpPr>
          <p:cNvPr id="4" name="Google Shape;81;p1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82;p1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JZtbB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83;p1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C8BE-F0D1-703E-9F9D-066B86D36953}" type="slidenum">
              <a:rPr lang="en-us" cap="none"/>
              <a:t>‹#›</a:t>
            </a:fld>
          </a:p>
        </p:txBody>
      </p:sp>
    </p:spTree>
  </p:cSld>
  <p:clrMapOvr>
    <a:masterClrMapping/>
  </p:clrMapOvr>
  <p:hf hdr="0" ftr="0" dt="0"/>
</p:sldLayout>
</file>

<file path=ppt/slideMasters/_rels/slideMaster1.xml.rels><?xml version="1.0" encoding="UTF-8" standalone="yes" ?>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cSld>
    <p:bg>
      <p:bgPr>
        <a:solidFill>
          <a:srgbClr val="FFFFFF"/>
        </a:solidFill>
        <a:effectLst/>
      </p:bgPr>
    </p:bg>
    <p:spTree>
      <p:nvGrpSpPr>
        <p:cNvPr id="1" name=""/>
        <p:cNvGrpSpPr/>
        <p:nvPr/>
      </p:nvGrpSpPr>
      <p:grpSpPr>
        <a:xfrm>
          <a:off x="0" y="0"/>
          <a:ext cx="0" cy="0"/>
          <a:chOff x="0" y="0"/>
          <a:chExt cx="0" cy="0"/>
        </a:xfrm>
      </p:grpSpPr>
      <p:sp>
        <p:nvSpPr>
          <p:cNvPr id="2" name="Google Shape;10;p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QAO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L2/AAD/HwAA"/>
              </a:ext>
            </a:extLst>
          </p:cNvSpPr>
          <p:nvPr>
            <p:ph type="title"/>
          </p:nvPr>
        </p:nvSpPr>
        <p:spPr>
          <a:xfrm>
            <a:off x="609600" y="-47625"/>
            <a:ext cx="10972800" cy="1143000"/>
          </a:xfrm>
          <a:prstGeom prst="rect">
            <a:avLst/>
          </a:prstGeom>
          <a:noFill/>
          <a:ln>
            <a:noFill/>
          </a:ln>
        </p:spPr>
        <p:txBody>
          <a:bodyPr vert="horz" wrap="square" lIns="91440" tIns="45720" rIns="91440" bIns="45720" numCol="1" spcCol="215900" anchor="ctr">
            <a:prstTxWarp prst="textNoShape">
              <a:avLst/>
            </a:prstTxWarp>
          </a:bodyPr>
          <a:lstStyle>
            <a:lvl1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1pPr>
            <a:lvl2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2pPr>
            <a:lvl3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3pPr>
            <a:lvl4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4pPr>
            <a:lvl5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5pPr>
            <a:lvl6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6pPr>
            <a:lvl7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7pPr>
            <a:lvl8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8pPr>
            <a:lvl9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9pPr>
          </a:lstStyle>
          <a:p>
            <a:pPr/>
          </a:p>
        </p:txBody>
      </p:sp>
      <p:sp>
        <p:nvSpPr>
          <p:cNvPr id="3" name="Google Shape;11;p1"/>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0GAABARwAAsCUAABAAAAAmAAAACAAAAL2/AAD/HwAA"/>
              </a:ext>
            </a:extLst>
          </p:cNvSpPr>
          <p:nvPr>
            <p:ph type="body" idx="1"/>
          </p:nvPr>
        </p:nvSpPr>
        <p:spPr>
          <a:xfrm>
            <a:off x="609600" y="1095375"/>
            <a:ext cx="10972800" cy="5031105"/>
          </a:xfrm>
          <a:prstGeom prst="rect">
            <a:avLst/>
          </a:prstGeom>
          <a:noFill/>
          <a:ln>
            <a:noFill/>
          </a:ln>
        </p:spPr>
        <p:txBody>
          <a:bodyPr vert="horz" wrap="square" lIns="91440" tIns="45720" rIns="91440" bIns="45720" numCol="1" spcCol="215900" anchor="t">
            <a:prstTxWarp prst="textNoShape">
              <a:avLst/>
            </a:prstTxWarp>
          </a:bodyPr>
          <a:lstStyle>
            <a:lvl1pPr marL="457200" marR="0" indent="-431800" algn="l">
              <a:spcBef>
                <a:spcPts val="640"/>
              </a:spcBef>
              <a:spcAft>
                <a:spcPts val="0"/>
              </a:spcAft>
              <a:buClr>
                <a:srgbClr val="000000"/>
              </a:buClr>
              <a:buSzPts val="3200"/>
              <a:buFont typeface="Arial" pitchFamily="2" charset="0"/>
              <a:buChar char="•"/>
              <a:defRPr sz="3200" b="0" i="0" u="none" strike="noStrike" cap="none">
                <a:solidFill>
                  <a:srgbClr val="000000"/>
                </a:solidFill>
                <a:latin typeface="Oswald" pitchFamily="0" charset="0"/>
                <a:ea typeface="Arial" pitchFamily="2" charset="0"/>
                <a:cs typeface="Arial" pitchFamily="2" charset="0"/>
              </a:defRPr>
            </a:lvl1pPr>
            <a:lvl2pPr marL="914400" marR="0" indent="-406400" algn="l">
              <a:spcBef>
                <a:spcPts val="560"/>
              </a:spcBef>
              <a:spcAft>
                <a:spcPts val="0"/>
              </a:spcAft>
              <a:buClr>
                <a:srgbClr val="000000"/>
              </a:buClr>
              <a:buSzPts val="2800"/>
              <a:buFont typeface="Arial" pitchFamily="2" charset="0"/>
              <a:buChar char="–"/>
              <a:defRPr sz="2800" b="0" i="0" u="none" strike="noStrike" cap="none">
                <a:solidFill>
                  <a:srgbClr val="000000"/>
                </a:solidFill>
                <a:latin typeface="Oswald" pitchFamily="0" charset="0"/>
                <a:ea typeface="Arial" pitchFamily="2" charset="0"/>
                <a:cs typeface="Arial" pitchFamily="2" charset="0"/>
              </a:defRPr>
            </a:lvl2pPr>
            <a:lvl3pPr marL="1371600" marR="0" indent="-381000" algn="l">
              <a:spcBef>
                <a:spcPts val="480"/>
              </a:spcBef>
              <a:spcAft>
                <a:spcPts val="0"/>
              </a:spcAft>
              <a:buClr>
                <a:srgbClr val="000000"/>
              </a:buClr>
              <a:buSzPts val="2400"/>
              <a:buFont typeface="Arial" pitchFamily="2" charset="0"/>
              <a:buChar char="•"/>
              <a:defRPr sz="2400" b="0" i="0" u="none" strike="noStrike" cap="none">
                <a:solidFill>
                  <a:srgbClr val="000000"/>
                </a:solidFill>
                <a:latin typeface="Oswald" pitchFamily="0" charset="0"/>
                <a:ea typeface="Arial" pitchFamily="2" charset="0"/>
                <a:cs typeface="Arial" pitchFamily="2" charset="0"/>
              </a:defRPr>
            </a:lvl3pPr>
            <a:lvl4pPr marL="18288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Oswald" pitchFamily="0" charset="0"/>
                <a:ea typeface="Arial" pitchFamily="2" charset="0"/>
                <a:cs typeface="Arial" pitchFamily="2" charset="0"/>
              </a:defRPr>
            </a:lvl4pPr>
            <a:lvl5pPr marL="22860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Oswald" pitchFamily="0" charset="0"/>
                <a:ea typeface="Arial" pitchFamily="2" charset="0"/>
                <a:cs typeface="Arial" pitchFamily="2" charset="0"/>
              </a:defRPr>
            </a:lvl5pPr>
            <a:lvl6pPr marL="27432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Calibri" pitchFamily="2" charset="0"/>
                <a:ea typeface="Arial" pitchFamily="2" charset="0"/>
                <a:cs typeface="Arial" pitchFamily="2" charset="0"/>
              </a:defRPr>
            </a:lvl6pPr>
            <a:lvl7pPr marL="32004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Calibri" pitchFamily="2" charset="0"/>
                <a:ea typeface="Arial" pitchFamily="2" charset="0"/>
                <a:cs typeface="Arial" pitchFamily="2" charset="0"/>
              </a:defRPr>
            </a:lvl7pPr>
            <a:lvl8pPr marL="36576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Calibri" pitchFamily="2" charset="0"/>
                <a:ea typeface="Arial" pitchFamily="2" charset="0"/>
                <a:cs typeface="Arial" pitchFamily="2" charset="0"/>
              </a:defRPr>
            </a:lvl8pPr>
            <a:lvl9pPr marL="41148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Calibri" pitchFamily="2" charset="0"/>
                <a:ea typeface="Arial" pitchFamily="2" charset="0"/>
                <a:cs typeface="Arial" pitchFamily="2" charset="0"/>
              </a:defRPr>
            </a:lvl9pPr>
          </a:lstStyle>
          <a:p>
            <a:pPr/>
          </a:p>
        </p:txBody>
      </p:sp>
      <p:sp>
        <p:nvSpPr>
          <p:cNvPr id="4" name="Google Shape;12;p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L2/AAD/HwAA"/>
              </a:ext>
            </a:extLst>
          </p:cNvSpPr>
          <p:nvPr>
            <p:ph type="dt" idx="2"/>
          </p:nvPr>
        </p:nvSpPr>
        <p:spPr>
          <a:xfrm>
            <a:off x="609600" y="6356350"/>
            <a:ext cx="2844800" cy="365125"/>
          </a:xfrm>
          <a:prstGeom prst="rect">
            <a:avLst/>
          </a:prstGeom>
          <a:noFill/>
          <a:ln>
            <a:noFill/>
          </a:ln>
        </p:spPr>
        <p:txBody>
          <a:bodyPr vert="horz" wrap="square" lIns="91440" tIns="45720" rIns="91440" bIns="45720" numCol="1" spcCol="215900" anchor="ctr">
            <a:prstTxWarp prst="textNoShape">
              <a:avLst/>
            </a:prstTxWarp>
          </a:bodyPr>
          <a:lstStyle>
            <a:lvl1pPr marR="0" algn="l">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1pPr>
            <a:lvl2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2pPr>
            <a:lvl3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3pPr>
            <a:lvl4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4pPr>
            <a:lvl5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5pPr>
            <a:lvl6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6pPr>
            <a:lvl7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7pPr>
            <a:lvl8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8pPr>
            <a:lvl9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9pPr>
          </a:lstStyle>
          <a:p>
            <a:pPr/>
          </a:p>
        </p:txBody>
      </p:sp>
      <p:sp>
        <p:nvSpPr>
          <p:cNvPr id="5" name="Google Shape;13;p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QAO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L2/AAD/HwAA"/>
              </a:ext>
            </a:extLst>
          </p:cNvSpPr>
          <p:nvPr>
            <p:ph type="ftr" idx="3"/>
          </p:nvPr>
        </p:nvSpPr>
        <p:spPr>
          <a:xfrm>
            <a:off x="4165600" y="6356350"/>
            <a:ext cx="3860800" cy="365125"/>
          </a:xfrm>
          <a:prstGeom prst="rect">
            <a:avLst/>
          </a:prstGeom>
          <a:noFill/>
          <a:ln>
            <a:noFill/>
          </a:ln>
        </p:spPr>
        <p:txBody>
          <a:bodyPr vert="horz" wrap="square" lIns="91440" tIns="45720" rIns="91440" bIns="45720" numCol="1" spcCol="215900" anchor="ctr">
            <a:prstTxWarp prst="textNoShape">
              <a:avLst/>
            </a:prstTxWarp>
          </a:bodyPr>
          <a:lstStyle>
            <a:lvl1pPr marR="0" algn="ctr">
              <a:spcBef>
                <a:spcPts val="0"/>
              </a:spcBef>
              <a:spcAft>
                <a:spcPts val="0"/>
              </a:spcAft>
              <a:buNone/>
              <a:defRPr sz="1200" b="0" i="0" u="none" strike="noStrike" cap="none">
                <a:solidFill>
                  <a:srgbClr val="888888"/>
                </a:solidFill>
                <a:latin typeface="Oswald" pitchFamily="0" charset="0"/>
                <a:ea typeface="Arial" pitchFamily="2" charset="0"/>
                <a:cs typeface="Arial" pitchFamily="2" charset="0"/>
              </a:defRPr>
            </a:lvl1pPr>
            <a:lvl2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2pPr>
            <a:lvl3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3pPr>
            <a:lvl4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4pPr>
            <a:lvl5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5pPr>
            <a:lvl6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6pPr>
            <a:lvl7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7pPr>
            <a:lvl8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8pPr>
            <a:lvl9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9pPr>
          </a:lstStyle>
          <a:p>
            <a:pPr/>
          </a:p>
        </p:txBody>
      </p:sp>
      <p:sp>
        <p:nvSpPr>
          <p:cNvPr id="6" name="Google Shape;14;p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L2/AAD/HwAA"/>
              </a:ext>
            </a:extLst>
          </p:cNvSpPr>
          <p:nvPr>
            <p:ph type="sldNum" idx="4"/>
          </p:nvPr>
        </p:nvSpPr>
        <p:spPr>
          <a:xfrm>
            <a:off x="8737600" y="6356350"/>
            <a:ext cx="2844800" cy="365125"/>
          </a:xfrm>
          <a:prstGeom prst="rect">
            <a:avLst/>
          </a:prstGeom>
          <a:noFill/>
          <a:ln>
            <a:noFill/>
          </a:ln>
        </p:spPr>
        <p:txBody>
          <a:bodyPr vert="horz" wrap="square" lIns="91440" tIns="45720" rIns="91440" bIns="45720" numCol="1" spcCol="215900" anchor="ctr">
            <a:prstTxWarp prst="textNoShape">
              <a:avLst/>
            </a:prstTxWarp>
          </a:bodyPr>
          <a:lstStyle>
            <a:lvl1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1pPr>
            <a:lvl2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2pPr>
            <a:lvl3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3pPr>
            <a:lvl4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4pPr>
            <a:lvl5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5pPr>
            <a:lvl6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6pPr>
            <a:lvl7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7pPr>
            <a:lvl8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8pPr>
            <a:lvl9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CA88-C6D1-703C-9F9D-306984D36965}" type="slidenum">
              <a:rPr lang="en-us" cap="none"/>
              <a:t>3</a:t>
            </a:fld>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1pPr>
      <a:lvl2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2pPr>
      <a:lvl3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3pPr>
      <a:lvl4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4pPr>
      <a:lvl5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5pPr>
      <a:lvl6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6pPr>
      <a:lvl7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7pPr>
      <a:lvl8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8pPr>
      <a:lvl9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9pPr>
    </p:titleStyle>
    <p:bodyStyle>
      <a:lvl1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1pPr>
      <a:lvl2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2pPr>
      <a:lvl3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3pPr>
      <a:lvl4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4pPr>
      <a:lvl5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5pPr>
      <a:lvl6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6pPr>
      <a:lvl7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7pPr>
      <a:lvl8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8pPr>
      <a:lvl9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9pPr>
    </p:bodyStyle>
    <p:otherStyle>
      <a:lvl1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1pPr>
      <a:lvl2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2pPr>
      <a:lvl3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3pPr>
      <a:lvl4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4pPr>
      <a:lvl5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5pPr>
      <a:lvl6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6pPr>
      <a:lvl7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7pPr>
      <a:lvl8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8pPr>
      <a:lvl9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Redesign1000" Type="http://schemas.openxmlformats.org/officeDocument/2006/relationships/image" Target="../media/redesign-2-1000.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Redesign1000" Type="http://schemas.openxmlformats.org/officeDocument/2006/relationships/image" Target="../media/redesign-3-1000.png"/><Relationship Id="rIdRedesign1001" Type="http://schemas.openxmlformats.org/officeDocument/2006/relationships/image" Target="../media/redesign-3-1001.png"/><Relationship Id="rIdRedesign1002" Type="http://schemas.openxmlformats.org/officeDocument/2006/relationships/image" Target="../media/redesign-3-1002.png"/><Relationship Id="rIdRedesign1003" Type="http://schemas.openxmlformats.org/officeDocument/2006/relationships/image" Target="../media/redesign-3-1003.png"/><Relationship Id="rIdRedesign1004" Type="http://schemas.openxmlformats.org/officeDocument/2006/relationships/image" Target="../media/redesign-3-1004.png"/><Relationship Id="rIdRedesign1005" Type="http://schemas.openxmlformats.org/officeDocument/2006/relationships/image" Target="../media/redesign-3-1005.png"/><Relationship Id="rIdRedesign1006" Type="http://schemas.openxmlformats.org/officeDocument/2006/relationships/image" Target="../media/redesign-3-1006.png"/><Relationship Id="rIdRedesign1007" Type="http://schemas.openxmlformats.org/officeDocument/2006/relationships/image" Target="../media/redesign-3-1007.png"/><Relationship Id="rIdRedesign1008" Type="http://schemas.openxmlformats.org/officeDocument/2006/relationships/image" Target="../media/redesign-3-1008.png"/><Relationship Id="rIdRedesign1009" Type="http://schemas.openxmlformats.org/officeDocument/2006/relationships/image" Target="../media/redesign-3-1009.png"/><Relationship Id="rIdRedesign1010" Type="http://schemas.openxmlformats.org/officeDocument/2006/relationships/image" Target="../media/redesign-3-1010.png"/><Relationship Id="rIdRedesign1011" Type="http://schemas.openxmlformats.org/officeDocument/2006/relationships/image" Target="../media/redesign-3-1011.png"/><Relationship Id="rIdRedesign1012" Type="http://schemas.openxmlformats.org/officeDocument/2006/relationships/image" Target="../media/redesign-3-1012.png"/><Relationship Id="rIdRedesign1013" Type="http://schemas.openxmlformats.org/officeDocument/2006/relationships/image" Target="../media/redesign-3-1013.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SourceLink" Type="http://schemas.openxmlformats.org/officeDocument/2006/relationships/hyperlink" Target="https://github.com/nsaharsh11/sakshiastra" TargetMode="External"/><Relationship Id="rIdRedesign1000" Type="http://schemas.openxmlformats.org/officeDocument/2006/relationships/image" Target="../media/redesign-4-1000.png"/><Relationship Id="rIdRedesign1001" Type="http://schemas.openxmlformats.org/officeDocument/2006/relationships/image" Target="../media/redesign-4-1001.png"/><Relationship Id="rIdVerifiedSource" Type="http://schemas.openxmlformats.org/officeDocument/2006/relationships/hyperlink" Target="https://github.com/nsaharsh11/sakshiastra" TargetMode="Externa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Redesign1000" Type="http://schemas.openxmlformats.org/officeDocument/2006/relationships/image" Target="../media/redesign-5-1000.png"/><Relationship Id="rIdVerifiedSource" Type="http://schemas.openxmlformats.org/officeDocument/2006/relationships/hyperlink" Target="https://www.om.nl/actueel/nieuws/2017/07/20/ondergrondse-hansa-market-overgenomen-en-neergehaald" TargetMode="Externa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SourceLink" Type="http://schemas.openxmlformats.org/officeDocument/2006/relationships/hyperlink" Target="https://www.kaggle.com/datasets/philipjames11/dark-net-marketplace-drug-data-agora-20142015" TargetMode="External"/><Relationship Id="rIdRedesign1000" Type="http://schemas.openxmlformats.org/officeDocument/2006/relationships/image" Target="../media/redesign-6-1000.png"/><Relationship Id="rIdVerifiedSource" Type="http://schemas.openxmlformats.org/officeDocument/2006/relationships/hyperlink" Target="https://www.kaggle.com/datasets/philipjames11/dark-net-marketplace-drug-data-agora-20142015" TargetMode="External"/></Relationships>
</file>

<file path=ppt/slides/slide1.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bg>
      <p:bgPr>
        <a:solidFill>
          <a:srgbClr val="FFFFFF"/>
        </a:solidFill>
        <a:effectLst/>
      </p:bgPr>
    </p:bg>
    <p:spTree>
      <p:nvGrpSpPr>
        <p:cNvPr id="1" name=""/>
        <p:cNvGrpSpPr/>
        <p:nvPr/>
      </p:nvGrpSpPr>
      <p:grpSpPr>
        <a:xfrm>
          <a:off x="0" y="0"/>
          <a:ext cx="0" cy="0"/>
          <a:chOff x="0" y="0"/>
          <a:chExt cx="0" cy="0"/>
        </a:xfrm>
      </p:grpSpPr>
      <p:sp>
        <p:nvSpPr>
          <p:cNvPr id="2" name="Google Shape;88;p13"/>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AAAAJ/f38AH0l9A8zMzADAwP8Af39/AAAAAAAAAAAAAAAAAAAAAAAAAAAAIQAAABgAAAAUAAAAYAkAAAAAAACgQQAAMCoAABAAAAAmAAAACAAAAP//////////"/>
              </a:ext>
            </a:extLst>
          </p:cNvSpPr>
          <p:nvPr/>
        </p:nvSpPr>
        <p:spPr>
          <a:xfrm>
            <a:off x="1524000" y="0"/>
            <a:ext cx="9144000" cy="6858000"/>
          </a:xfrm>
          <a:prstGeom prst="rect">
            <a:avLst/>
          </a:prstGeom>
          <a:solidFill>
            <a:srgbClr val="FFFFFF"/>
          </a:solidFill>
          <a:ln>
            <a:noFill/>
          </a:ln>
          <a:effectLst/>
        </p:spPr>
        <p:txBody>
          <a:bodyPr vert="horz" wrap="square" lIns="91440" tIns="45720" rIns="91440" bIns="45720" numCol="1" spcCol="215900" anchor="ctr"/>
          <a:lstStyle/>
          <a:p>
            <a:pPr marL="0" marR="0" indent="0" algn="ctr">
              <a:spcBef>
                <a:spcPts val="0"/>
              </a:spcBef>
              <a:spcAft>
                <a:spcPts val="0"/>
              </a:spcAft>
              <a:buNone/>
            </a:pPr>
            <a:endParaRPr sz="1800" cap="none">
              <a:solidFill>
                <a:srgbClr val="FFFFFF"/>
              </a:solidFill>
              <a:latin typeface="Calibri" pitchFamily="2" charset="0"/>
              <a:ea typeface="Calibri" pitchFamily="2" charset="0"/>
              <a:cs typeface="Calibri" pitchFamily="2" charset="0"/>
            </a:endParaRPr>
          </a:p>
        </p:txBody>
      </p:sp>
      <p:sp>
        <p:nvSpPr>
          <p:cNvPr id="3" name="Google Shape;89;p13"/>
          <p:cNvSpPr>
            <a:extLst>
              <a:ext uri="smNativeData">
                <pr:smNativeData xmlns:pr="smNativeData" xmlns="smNativeData" val="SMDATA_15_VL+6ahMAAAAlAAAACwAAAA0AAAAAkAAAAEgAAACQAAAASAAAAAAAAAABAAAAAAAAAAEAAABQAAAAAAAAAAAA4D8AAAAAAADgPwAAAAAAAOA/AAAAAAAA4D8AAAAAAADgPwAAAAAAAOA/AAAAAAAA4D8AAAAAAADgPwAAAAAAAOA/AAAAAAAA4D8CAAAAjAAAAAEAAAAAAAAAf39/AP///whX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KWxQ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f39/AP///wEAAAAAAAAAAAAAAAAAAAAAAAAAAAAAAAAAAAAAAAAAAAAAAAJ/f38AH0l9A8zMzADAwP8Af39/AAAAAAAAAAAAAAAAAAAAAAAAAAAAIQAAABgAAAAUAAAAzCIAAD0FAABVPwAA8yQAABAAAAAmAAAACAAAAP//////////"/>
              </a:ext>
            </a:extLst>
          </p:cNvSpPr>
          <p:nvPr/>
        </p:nvSpPr>
        <p:spPr>
          <a:xfrm>
            <a:off x="5656580" y="851535"/>
            <a:ext cx="4638675" cy="5154930"/>
          </a:xfrm>
          <a:custGeom>
            <a:avLst/>
            <a:gdLst/>
            <a:ahLst/>
            <a:cxnLst/>
            <a:rect l="0" t="0" r="4638675" b="5154930"/>
            <a:pathLst>
              <a:path w="4638675" h="5154930">
                <a:moveTo>
                  <a:pt x="272388" y="3125169"/>
                </a:moveTo>
                <a:cubicBezTo>
                  <a:pt x="272388" y="3125169"/>
                  <a:pt x="272388" y="3125169"/>
                  <a:pt x="673712" y="3125169"/>
                </a:cubicBezTo>
                <a:cubicBezTo>
                  <a:pt x="698850" y="3125169"/>
                  <a:pt x="723119" y="3143591"/>
                  <a:pt x="735255" y="3173528"/>
                </a:cubicBezTo>
                <a:cubicBezTo>
                  <a:pt x="735255" y="3173528"/>
                  <a:pt x="735255" y="3173528"/>
                  <a:pt x="936350" y="3635251"/>
                </a:cubicBezTo>
                <a:cubicBezTo>
                  <a:pt x="949352" y="3664037"/>
                  <a:pt x="949352" y="3700882"/>
                  <a:pt x="936350" y="3729668"/>
                </a:cubicBezTo>
                <a:cubicBezTo>
                  <a:pt x="936350" y="3729668"/>
                  <a:pt x="936350" y="3729668"/>
                  <a:pt x="735255" y="4191391"/>
                </a:cubicBezTo>
                <a:cubicBezTo>
                  <a:pt x="723119" y="4221328"/>
                  <a:pt x="698850" y="4239751"/>
                  <a:pt x="673712" y="4239751"/>
                </a:cubicBezTo>
                <a:cubicBezTo>
                  <a:pt x="673712" y="4239751"/>
                  <a:pt x="673712" y="4239751"/>
                  <a:pt x="272388" y="4239751"/>
                </a:cubicBezTo>
                <a:cubicBezTo>
                  <a:pt x="246384" y="4239751"/>
                  <a:pt x="222982" y="4221328"/>
                  <a:pt x="209979" y="4191391"/>
                </a:cubicBezTo>
                <a:cubicBezTo>
                  <a:pt x="209979" y="4191391"/>
                  <a:pt x="209979" y="4191391"/>
                  <a:pt x="9751" y="3729668"/>
                </a:cubicBezTo>
                <a:cubicBezTo>
                  <a:pt x="-3250" y="3700882"/>
                  <a:pt x="-3250" y="3664037"/>
                  <a:pt x="9751" y="3635251"/>
                </a:cubicBezTo>
                <a:cubicBezTo>
                  <a:pt x="9751" y="3635251"/>
                  <a:pt x="9751" y="3635251"/>
                  <a:pt x="209979" y="3173528"/>
                </a:cubicBezTo>
                <a:cubicBezTo>
                  <a:pt x="222982" y="3143591"/>
                  <a:pt x="246384" y="3125169"/>
                  <a:pt x="272388" y="3125169"/>
                </a:cubicBezTo>
                <a:close/>
                <a:moveTo>
                  <a:pt x="1867319" y="570031"/>
                </a:moveTo>
                <a:cubicBezTo>
                  <a:pt x="1867319" y="570031"/>
                  <a:pt x="1867319" y="570031"/>
                  <a:pt x="2073678" y="570031"/>
                </a:cubicBezTo>
                <a:lnTo>
                  <a:pt x="2097751" y="570031"/>
                </a:lnTo>
                <a:lnTo>
                  <a:pt x="2120722" y="622773"/>
                </a:lnTo>
                <a:cubicBezTo>
                  <a:pt x="2152707" y="696212"/>
                  <a:pt x="2189926" y="781669"/>
                  <a:pt x="2233236" y="881111"/>
                </a:cubicBezTo>
                <a:cubicBezTo>
                  <a:pt x="2253148" y="925197"/>
                  <a:pt x="2253148" y="981627"/>
                  <a:pt x="2233236" y="1025713"/>
                </a:cubicBezTo>
                <a:cubicBezTo>
                  <a:pt x="2233236" y="1025713"/>
                  <a:pt x="2233236" y="1025713"/>
                  <a:pt x="1925255" y="1732851"/>
                </a:cubicBezTo>
                <a:cubicBezTo>
                  <a:pt x="1906669" y="1778699"/>
                  <a:pt x="1869500" y="1806914"/>
                  <a:pt x="1831002" y="1806914"/>
                </a:cubicBezTo>
                <a:cubicBezTo>
                  <a:pt x="1831002" y="1806914"/>
                  <a:pt x="1831002" y="1806914"/>
                  <a:pt x="1216366" y="1806914"/>
                </a:cubicBezTo>
                <a:cubicBezTo>
                  <a:pt x="1206410" y="1806914"/>
                  <a:pt x="1196703" y="1805150"/>
                  <a:pt x="1187431" y="1801789"/>
                </a:cubicBezTo>
                <a:lnTo>
                  <a:pt x="1167529" y="1790664"/>
                </a:lnTo>
                <a:lnTo>
                  <a:pt x="1179692" y="1762617"/>
                </a:lnTo>
                <a:cubicBezTo>
                  <a:pt x="1289661" y="1509031"/>
                  <a:pt x="1430422" y="1184439"/>
                  <a:pt x="1610596" y="768962"/>
                </a:cubicBezTo>
                <a:cubicBezTo>
                  <a:pt x="1664079" y="645814"/>
                  <a:pt x="1760351" y="570031"/>
                  <a:pt x="1867319" y="570031"/>
                </a:cubicBezTo>
                <a:close/>
                <a:moveTo>
                  <a:pt x="1179968" y="0"/>
                </a:moveTo>
                <a:cubicBezTo>
                  <a:pt x="1179968" y="0"/>
                  <a:pt x="1179968" y="0"/>
                  <a:pt x="1873274" y="0"/>
                </a:cubicBezTo>
                <a:cubicBezTo>
                  <a:pt x="1916699" y="0"/>
                  <a:pt x="1958627" y="31828"/>
                  <a:pt x="1979591" y="83545"/>
                </a:cubicBezTo>
                <a:cubicBezTo>
                  <a:pt x="1979591" y="83545"/>
                  <a:pt x="1979591" y="83545"/>
                  <a:pt x="2165929" y="511383"/>
                </a:cubicBezTo>
                <a:lnTo>
                  <a:pt x="2186979" y="559716"/>
                </a:lnTo>
                <a:lnTo>
                  <a:pt x="2170415" y="559716"/>
                </a:lnTo>
                <a:lnTo>
                  <a:pt x="2092131" y="559716"/>
                </a:lnTo>
                <a:lnTo>
                  <a:pt x="2058122" y="481631"/>
                </a:lnTo>
                <a:cubicBezTo>
                  <a:pt x="1928193" y="183308"/>
                  <a:pt x="1928193" y="183308"/>
                  <a:pt x="1928193" y="183308"/>
                </a:cubicBezTo>
                <a:cubicBezTo>
                  <a:pt x="1909607" y="137458"/>
                  <a:pt x="1872437" y="109242"/>
                  <a:pt x="1833939" y="109242"/>
                </a:cubicBezTo>
                <a:cubicBezTo>
                  <a:pt x="1219304" y="109242"/>
                  <a:pt x="1219304" y="109242"/>
                  <a:pt x="1219304" y="109242"/>
                </a:cubicBezTo>
                <a:cubicBezTo>
                  <a:pt x="1179479" y="109242"/>
                  <a:pt x="1143636" y="137458"/>
                  <a:pt x="1123724" y="183308"/>
                </a:cubicBezTo>
                <a:cubicBezTo>
                  <a:pt x="817069" y="890444"/>
                  <a:pt x="817069" y="890444"/>
                  <a:pt x="817069" y="890444"/>
                </a:cubicBezTo>
                <a:cubicBezTo>
                  <a:pt x="797157" y="934530"/>
                  <a:pt x="797157" y="990960"/>
                  <a:pt x="817069" y="1035047"/>
                </a:cubicBezTo>
                <a:cubicBezTo>
                  <a:pt x="1123724" y="1742183"/>
                  <a:pt x="1123724" y="1742183"/>
                  <a:pt x="1123724" y="1742183"/>
                </a:cubicBezTo>
                <a:cubicBezTo>
                  <a:pt x="1133680" y="1765108"/>
                  <a:pt x="1147618" y="1783624"/>
                  <a:pt x="1164046" y="1796409"/>
                </a:cubicBezTo>
                <a:lnTo>
                  <a:pt x="1168712" y="1799016"/>
                </a:lnTo>
                <a:lnTo>
                  <a:pt x="1143700" y="1856694"/>
                </a:lnTo>
                <a:lnTo>
                  <a:pt x="1125098" y="1899590"/>
                </a:lnTo>
                <a:lnTo>
                  <a:pt x="1144392" y="1910376"/>
                </a:lnTo>
                <a:cubicBezTo>
                  <a:pt x="1154851" y="1914167"/>
                  <a:pt x="1165801" y="1916156"/>
                  <a:pt x="1177031" y="1916156"/>
                </a:cubicBezTo>
                <a:cubicBezTo>
                  <a:pt x="1870337" y="1916156"/>
                  <a:pt x="1870337" y="1916156"/>
                  <a:pt x="1870337" y="1916156"/>
                </a:cubicBezTo>
                <a:cubicBezTo>
                  <a:pt x="1913762" y="1916156"/>
                  <a:pt x="1955689" y="1884331"/>
                  <a:pt x="1976653" y="1832614"/>
                </a:cubicBezTo>
                <a:cubicBezTo>
                  <a:pt x="2324055" y="1034967"/>
                  <a:pt x="2324055" y="1034967"/>
                  <a:pt x="2324055" y="1034967"/>
                </a:cubicBezTo>
                <a:cubicBezTo>
                  <a:pt x="2346516" y="985239"/>
                  <a:pt x="2346516" y="921586"/>
                  <a:pt x="2324055" y="871857"/>
                </a:cubicBezTo>
                <a:cubicBezTo>
                  <a:pt x="2280630" y="772151"/>
                  <a:pt x="2242633" y="684909"/>
                  <a:pt x="2209385" y="608572"/>
                </a:cubicBezTo>
                <a:lnTo>
                  <a:pt x="2192599" y="570031"/>
                </a:lnTo>
                <a:lnTo>
                  <a:pt x="2270362" y="570031"/>
                </a:lnTo>
                <a:cubicBezTo>
                  <a:pt x="2512189" y="570031"/>
                  <a:pt x="2899112" y="570031"/>
                  <a:pt x="3518187" y="570031"/>
                </a:cubicBezTo>
                <a:cubicBezTo>
                  <a:pt x="3621590" y="570031"/>
                  <a:pt x="3721426" y="645814"/>
                  <a:pt x="3771345" y="768962"/>
                </a:cubicBezTo>
                <a:cubicBezTo>
                  <a:pt x="3771345" y="768962"/>
                  <a:pt x="3771345" y="768962"/>
                  <a:pt x="4598562" y="2668285"/>
                </a:cubicBezTo>
                <a:cubicBezTo>
                  <a:pt x="4652046" y="2786697"/>
                  <a:pt x="4652046" y="2938264"/>
                  <a:pt x="4598562" y="3056676"/>
                </a:cubicBezTo>
                <a:cubicBezTo>
                  <a:pt x="4598562" y="3056676"/>
                  <a:pt x="4598562" y="3056676"/>
                  <a:pt x="3771345" y="4955999"/>
                </a:cubicBezTo>
                <a:cubicBezTo>
                  <a:pt x="3721426" y="5079148"/>
                  <a:pt x="3621590" y="5154930"/>
                  <a:pt x="3518187" y="5154930"/>
                </a:cubicBezTo>
                <a:cubicBezTo>
                  <a:pt x="3518187" y="5154930"/>
                  <a:pt x="3518187" y="5154930"/>
                  <a:pt x="1867319" y="5154930"/>
                </a:cubicBezTo>
                <a:cubicBezTo>
                  <a:pt x="1760351" y="5154930"/>
                  <a:pt x="1664079" y="5079148"/>
                  <a:pt x="1610596" y="4955999"/>
                </a:cubicBezTo>
                <a:cubicBezTo>
                  <a:pt x="1610596" y="4955999"/>
                  <a:pt x="1610596" y="4955999"/>
                  <a:pt x="786944" y="3056676"/>
                </a:cubicBezTo>
                <a:cubicBezTo>
                  <a:pt x="733460" y="2938264"/>
                  <a:pt x="733460" y="2786697"/>
                  <a:pt x="786944" y="2668285"/>
                </a:cubicBezTo>
                <a:cubicBezTo>
                  <a:pt x="786944" y="2668285"/>
                  <a:pt x="786944" y="2668285"/>
                  <a:pt x="1092771" y="1963053"/>
                </a:cubicBezTo>
                <a:lnTo>
                  <a:pt x="1118546" y="1903620"/>
                </a:lnTo>
                <a:lnTo>
                  <a:pt x="1117639" y="1903113"/>
                </a:lnTo>
                <a:cubicBezTo>
                  <a:pt x="1099108" y="1888691"/>
                  <a:pt x="1083386" y="1867807"/>
                  <a:pt x="1072155" y="1841947"/>
                </a:cubicBezTo>
                <a:cubicBezTo>
                  <a:pt x="1072155" y="1841947"/>
                  <a:pt x="1072155" y="1841947"/>
                  <a:pt x="726251" y="1044300"/>
                </a:cubicBezTo>
                <a:cubicBezTo>
                  <a:pt x="703788" y="994572"/>
                  <a:pt x="703788" y="930919"/>
                  <a:pt x="726251" y="881190"/>
                </a:cubicBezTo>
                <a:cubicBezTo>
                  <a:pt x="726251" y="881190"/>
                  <a:pt x="726251" y="881190"/>
                  <a:pt x="1072155" y="83545"/>
                </a:cubicBezTo>
                <a:cubicBezTo>
                  <a:pt x="1094616" y="31828"/>
                  <a:pt x="1135047" y="0"/>
                  <a:pt x="1179968" y="0"/>
                </a:cubicBezTo>
                <a:close/>
              </a:path>
            </a:pathLst>
          </a:custGeom>
          <a:solidFill>
            <a:srgbClr val="7F7F7F">
              <a:alpha val="13000"/>
            </a:srgbClr>
          </a:solidFill>
          <a:ln>
            <a:noFill/>
          </a:ln>
          <a:effectLst/>
        </p:spPr>
        <p:txBody>
          <a:bodyPr vert="horz" wrap="square" lIns="91440" tIns="45720" rIns="91440" bIns="45720" numCol="1" spcCol="215900" anchor="ctr"/>
          <a:lstStyle/>
          <a:p>
            <a:pPr marL="0" marR="0" indent="0" algn="ctr">
              <a:spcBef>
                <a:spcPts val="0"/>
              </a:spcBef>
              <a:spcAft>
                <a:spcPts val="0"/>
              </a:spcAft>
              <a:buNone/>
            </a:pPr>
            <a:endParaRPr sz="1800" cap="none">
              <a:solidFill>
                <a:srgbClr val="FFFFFF"/>
              </a:solidFill>
              <a:latin typeface="Calibri" pitchFamily="2" charset="0"/>
              <a:ea typeface="Calibri" pitchFamily="2" charset="0"/>
              <a:cs typeface="Calibri" pitchFamily="2" charset="0"/>
            </a:endParaRPr>
          </a:p>
        </p:txBody>
      </p:sp>
      <p:pic>
        <p:nvPicPr>
          <p:cNvPr id="4" name="Google Shape;90;p13"/>
          <p:cNvPicPr>
            <a:extLst>
              <a:ext uri="smNativeData">
                <pr:smNativeData xmlns:pr="smNativeData" xmlns="smNativeData" val="SMDATA_17_VL+6ahMAAAAlAAAAEQ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AcAAAA4AAAAAAAAAAAAAAAAAAAA////AAAAAAAAAAAAAAAAAAAAAABoFw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E+BvQX///8BAAAAAAAAAAAAAAAAAAAAAAAAAAAAAAAAAAAAAAAAAAAAAAACf39/AB9JfQPMzMwAwMD/AH9/fwAAAAAAAAAAAAAAAAD///8AAAAAACEAAAAYAAAAFAAAACsqAACOCgAA4D0AAKIfAAAQAAAAJgAAAAgAAAD//////////w=="/>
              </a:ext>
            </a:extLst>
          </p:cNvPicPr>
          <p:nvPr/>
        </p:nvPicPr>
        <p:blipFill>
          <a:blip r:embed="rId3"/>
          <a:srcRect l="0" t="0" r="59920" b="0"/>
          <a:stretch>
            <a:fillRect/>
          </a:stretch>
        </p:blipFill>
        <p:spPr>
          <a:xfrm>
            <a:off x="6854825" y="1715770"/>
            <a:ext cx="3203575" cy="3426460"/>
          </a:xfrm>
          <a:prstGeom prst="rect">
            <a:avLst/>
          </a:prstGeom>
          <a:noFill/>
          <a:ln>
            <a:noFill/>
          </a:ln>
          <a:effectLst/>
        </p:spPr>
      </p:pic>
      <p:sp>
        <p:nvSpPr>
          <p:cNvPr id="5" name="Google Shape;91;p13"/>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Cf3Eg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CgIAAML8///aOgAAiQkAABAAAAAmAAAACAAAAD0wAAD/HwAA"/>
              </a:ext>
            </a:extLst>
          </p:cNvSpPr>
          <p:nvPr>
            <p:ph type="ctrTitle"/>
          </p:nvPr>
        </p:nvSpPr>
        <p:spPr>
          <a:xfrm>
            <a:off x="331470" y="0"/>
            <a:ext cx="9235440" cy="1143000"/>
          </a:xfrm>
          <a:noFill/>
          <a:ln>
            <a:noFill/>
          </a:ln>
        </p:spPr>
        <p:txBody>
          <a:bodyPr vert="horz" wrap="square" lIns="91440" tIns="45720" rIns="91440" bIns="45720" numCol="1" spcCol="215900" anchor="ctr">
            <a:prstTxWarp prst="textNoShape">
              <a:avLst/>
            </a:prstTxWarp>
          </a:bodyPr>
          <a:lstStyle/>
          <a:p>
            <a:pPr marL="0" indent="0" algn="ctr">
              <a:spcBef>
                <a:spcPts val="0"/>
              </a:spcBef>
              <a:spcAft>
                <a:spcPts val="0"/>
              </a:spcAft>
              <a:buNone/>
            </a:pPr>
            <a:r>
              <a:rPr lang="en-us" sz="3600" b="1" cap="none">
                <a:solidFill>
                  <a:srgbClr val="1F497D"/>
                </a:solidFill>
                <a:latin typeface="Garamond" pitchFamily="0" charset="0"/>
                <a:ea typeface="Garamond" pitchFamily="0" charset="0"/>
                <a:cs typeface="Garamond" pitchFamily="0" charset="0"/>
              </a:rPr>
              <a:t>SMART INDIA HACKATHON 2026</a:t>
            </a:r>
            <a:endParaRPr sz="4000" b="1" cap="none">
              <a:solidFill>
                <a:srgbClr val="1F497D"/>
              </a:solidFill>
              <a:latin typeface="Garamond" pitchFamily="0" charset="0"/>
              <a:ea typeface="Garamond" pitchFamily="0" charset="0"/>
              <a:cs typeface="Garamond" pitchFamily="0" charset="0"/>
            </a:endParaRPr>
          </a:p>
        </p:txBody>
      </p:sp>
      <p:sp>
        <p:nvSpPr>
          <p:cNvPr id="6" name="Google Shape;92;p13"/>
          <p:cNvSpPr>
            <a:extLst>
              <a:ext uri="smNativeData">
                <pr:smNativeData xmlns:pr="smNativeData" xmlns="smNativeData" val="SMDATA_15_VL+6ahMAAAAlAAAAZAAAAE0AAAAAkAAAAAAAAADwAw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CgIAAIkJAAB8JgAADCQAABAgAAAmAAAACAAAAP//////////"/>
              </a:ext>
            </a:extLst>
          </p:cNvSpPr>
          <p:nvPr/>
        </p:nvSpPr>
        <p:spPr>
          <a:xfrm>
            <a:off x="331470" y="1550035"/>
            <a:ext cx="5924550" cy="4309745"/>
          </a:xfrm>
          <a:prstGeom prst="rect">
            <a:avLst/>
          </a:prstGeom>
          <a:noFill/>
          <a:ln>
            <a:noFill/>
          </a:ln>
          <a:effectLst/>
        </p:spPr>
        <p:txBody>
          <a:bodyPr vert="horz" wrap="square" lIns="91440" tIns="0" rIns="640080" bIns="0" numCol="1" spcCol="215900" anchor="t"/>
          <a:lstStyle/>
          <a:p>
            <a:pPr marL="137160" marR="182880" indent="-45720" algn="l">
              <a:spcBef>
                <a:spcPts val="0"/>
              </a:spcBef>
              <a:spcAft>
                <a:spcPts val="0"/>
              </a:spcAft>
              <a:buNone/>
            </a:pPr>
            <a:endParaRPr sz="2000" cap="none">
              <a:latin typeface="Calibri" pitchFamily="2" charset="0"/>
              <a:ea typeface="Calibri" pitchFamily="2" charset="0"/>
              <a:cs typeface="Calibri" pitchFamily="2" charset="0"/>
            </a:endParaRPr>
          </a:p>
          <a:p>
            <a:pPr marL="137160" marR="182880" indent="-172720" algn="l">
              <a:lnSpc>
                <a:spcPct val="200000"/>
              </a:lnSpc>
              <a:spcBef>
                <a:spcPts val="0"/>
              </a:spcBef>
              <a:spcAft>
                <a:spcPts val="0"/>
              </a:spcAft>
              <a:buClrTx/>
              <a:buSzPts val="2000"/>
              <a:buFont typeface="Arial" pitchFamily="2" charset="0"/>
              <a:buChar char="•"/>
            </a:pPr>
            <a:r>
              <a:rPr lang="en-us" sz="2000" b="1" cap="none"/>
              <a:t>Problem Statement ID – SIH26151</a:t>
            </a:r>
            <a:endParaRPr sz="2000" cap="none"/>
          </a:p>
          <a:p>
            <a:pPr marL="137160" marR="182880" indent="-172720" algn="l">
              <a:lnSpc>
                <a:spcPct val="200000"/>
              </a:lnSpc>
              <a:spcBef>
                <a:spcPts val="0"/>
              </a:spcBef>
              <a:spcAft>
                <a:spcPts val="0"/>
              </a:spcAft>
              <a:buClrTx/>
              <a:buSzPts val="2000"/>
              <a:buFont typeface="Arial" pitchFamily="2" charset="0"/>
              <a:buChar char="•"/>
            </a:pPr>
            <a:r>
              <a:rPr lang="en-us" sz="2000" b="1" cap="none"/>
              <a:t>Problem Statement Title – Dark web threat actor de-anonymization</a:t>
            </a:r>
            <a:endParaRPr sz="2000" b="1" cap="none"/>
          </a:p>
          <a:p>
            <a:pPr marL="137160" marR="182880" indent="-172720" algn="l">
              <a:lnSpc>
                <a:spcPct val="200000"/>
              </a:lnSpc>
              <a:spcBef>
                <a:spcPts val="0"/>
              </a:spcBef>
              <a:spcAft>
                <a:spcPts val="0"/>
              </a:spcAft>
              <a:buClrTx/>
              <a:buSzPts val="2000"/>
              <a:buFont typeface="Arial" pitchFamily="2" charset="0"/>
              <a:buChar char="•"/>
            </a:pPr>
            <a:r>
              <a:rPr lang="en-us" sz="2000" b="1" cap="none"/>
              <a:t>Theme- Blockchain and Cybersecurity</a:t>
            </a:r>
            <a:endParaRPr sz="2000" cap="none"/>
          </a:p>
          <a:p>
            <a:pPr marL="137160" marR="182880" indent="-172720" algn="l">
              <a:lnSpc>
                <a:spcPct val="200000"/>
              </a:lnSpc>
              <a:spcBef>
                <a:spcPts val="0"/>
              </a:spcBef>
              <a:spcAft>
                <a:spcPts val="0"/>
              </a:spcAft>
              <a:buClrTx/>
              <a:buSzPts val="2000"/>
              <a:buFont typeface="Arial" pitchFamily="2" charset="0"/>
              <a:buChar char="•"/>
            </a:pPr>
            <a:r>
              <a:rPr lang="en-us" sz="2000" b="1" cap="none"/>
              <a:t>PS Category- Software</a:t>
            </a:r>
            <a:endParaRPr sz="2000" cap="none"/>
          </a:p>
          <a:p>
            <a:pPr marL="137160" marR="182880" indent="-172720" algn="l">
              <a:lnSpc>
                <a:spcPct val="200000"/>
              </a:lnSpc>
              <a:spcBef>
                <a:spcPts val="0"/>
              </a:spcBef>
              <a:spcAft>
                <a:spcPts val="0"/>
              </a:spcAft>
              <a:buClrTx/>
              <a:buSzPts val="2000"/>
              <a:buFont typeface="Arial" pitchFamily="2" charset="0"/>
              <a:buChar char="•"/>
            </a:pPr>
            <a:r>
              <a:rPr lang="en-us" sz="2000" b="1" cap="none"/>
              <a:t>Team ID- </a:t>
            </a:r>
            <a:r>
              <a:rPr lang="en-us" sz="2000" b="1" cap="none">
                <a:solidFill>
                  <a:srgbClr val="222222"/>
                </a:solidFill>
                <a:latin typeface="Roboto" pitchFamily="0" charset="0"/>
                <a:ea typeface="Roboto" pitchFamily="0" charset="0"/>
                <a:cs typeface="Roboto" pitchFamily="0" charset="0"/>
              </a:rPr>
              <a:t>180727</a:t>
            </a:r>
            <a:r>
              <a:rPr lang="en-us" sz="2000" b="1" cap="none"/>
              <a:t/>
            </a:r>
            <a:endParaRPr sz="2000" b="1" cap="none"/>
          </a:p>
          <a:p>
            <a:pPr marL="137160" marR="182880" indent="-172720" algn="l">
              <a:lnSpc>
                <a:spcPct val="200000"/>
              </a:lnSpc>
              <a:spcBef>
                <a:spcPts val="0"/>
              </a:spcBef>
              <a:spcAft>
                <a:spcPts val="0"/>
              </a:spcAft>
              <a:buClrTx/>
              <a:buSzPts val="2000"/>
              <a:buFont typeface="Arial" pitchFamily="2" charset="0"/>
              <a:buChar char="•"/>
            </a:pPr>
            <a:r>
              <a:rPr lang="en-us" sz="2000" b="1" cap="none"/>
              <a:t>Team Name- 6@RootRevival</a:t>
            </a:r>
            <a:endParaRPr sz="2000" b="1" cap="none"/>
          </a:p>
        </p:txBody>
      </p:sp>
      <p:pic>
        <p:nvPicPr>
          <p:cNvPr id="7" name="Google Shape;93;p13"/>
          <p:cNvPicPr>
            <a:extLst>
              <a:ext uri="smNativeData">
                <pr:smNativeData xmlns:pr="smNativeData" xmlns="smNativeData" val="SMDATA_17_VL+6ahMAAAAlAAAAEQ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AcAAAA4AAAAAAAAAAAAAAAAAAAA////AAAAAAAAAAAAAAAAAAAAAAAAAA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E+BvQX///8BAAAAAAAAAAAAAAAAAAAAAAAAAAAAAAAAAAAAAAAAAAAAAAACf39/AB9JfQPMzMwAwMD/AH9/fwAAAAAAAAAAAAAAAAD///8AAAAAACEAAAAYAAAAFAAAACo8AAACAAAAAUoAAIsGAAAQAAAAJgAAAAgAAAD//////////w=="/>
              </a:ext>
            </a:extLst>
          </p:cNvPicPr>
          <p:nvPr/>
        </p:nvPicPr>
        <p:blipFill>
          <a:blip r:embed="rId4"/>
          <a:stretch>
            <a:fillRect/>
          </a:stretch>
        </p:blipFill>
        <p:spPr>
          <a:xfrm>
            <a:off x="9780270" y="1270"/>
            <a:ext cx="2249805" cy="1062355"/>
          </a:xfrm>
          <a:prstGeom prst="rect">
            <a:avLst/>
          </a:prstGeom>
          <a:noFill/>
          <a:ln>
            <a:noFill/>
          </a:ln>
          <a:effectLst/>
        </p:spPr>
      </p:pic>
    </p:spTree>
  </p:cSld>
  <p:clrMapOvr>
    <a:masterClrMapping/>
  </p:clrMapOvr>
  <p:timing>
    <p:tnLst>
      <p:par>
        <p:cTn id="1" dur="indefinite" restart="never" nodeType="tmRoot"/>
      </p:par>
    </p:tnLst>
  </p:timing>
</p:sld>
</file>

<file path=ppt/slides/slide2.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bg>
      <p:bgPr>
        <a:solidFill>
          <a:srgbClr val="FFFFFF"/>
        </a:solidFill>
        <a:effectLst/>
      </p:bgPr>
    </p:bg>
    <p:spTree>
      <p:nvGrpSpPr>
        <p:cNvPr id="1" name=""/>
        <p:cNvGrpSpPr/>
        <p:nvPr/>
      </p:nvGrpSpPr>
      <p:grpSpPr>
        <a:xfrm>
          <a:off x="0" y="0"/>
          <a:ext cx="0" cy="0"/>
          <a:chOff x="0" y="0"/>
          <a:chExt cx="0" cy="0"/>
        </a:xfrm>
      </p:grpSpPr>
      <p:sp>
        <p:nvSpPr>
          <p:cNvPr id="2" name="Google Shape;99;p14"/>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HD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QAAAAAAAAAHAAAAAAAAAAEAAACAgIAAQgAAAAAAAAAkAAAAZAAAAGQAAAAAAAAAy8vLAEIAAAAAAAAAJ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HDAAP///wEAAAAAAAAAAAAAAAAAAAAAAAAAAAAAAAAAAAAAAAAAAAAAAAJ/f38AgICAAMvLywDAwP8Af39/AAAAAAAAAAAAAAAAAAAAAAAAAAAAIQAAABgAAAAUAAAAAAAAABcnAAAASwAAMCoAABAAAAAmAAAACAAAAP//////////"/>
              </a:ext>
            </a:extLst>
          </p:cNvSpPr>
          <p:nvPr/>
        </p:nvSpPr>
        <p:spPr>
          <a:xfrm>
            <a:off x="0" y="6354445"/>
            <a:ext cx="12192000" cy="503555"/>
          </a:xfrm>
          <a:prstGeom prst="rect">
            <a:avLst/>
          </a:prstGeom>
          <a:solidFill>
            <a:srgbClr val="0070C0"/>
          </a:solidFill>
          <a:ln>
            <a:noFill/>
          </a:ln>
          <a:effectLst>
            <a:outerShdw blurRad="12700" dist="22860" dir="5400000">
              <a:srgbClr val="808080">
                <a:alpha val="34000"/>
              </a:srgbClr>
            </a:outerShdw>
          </a:effectLst>
        </p:spPr>
        <p:txBody>
          <a:bodyPr vert="horz" wrap="square" lIns="91440" tIns="45720" rIns="91440" bIns="45720" numCol="1" spcCol="215900" anchor="ctr"/>
          <a:lstStyle/>
          <a:p>
            <a:pPr marL="0" marR="0" indent="0" algn="ctr">
              <a:spcBef>
                <a:spcPts val="0"/>
              </a:spcBef>
              <a:spcAft>
                <a:spcPts val="0"/>
              </a:spcAft>
              <a:buNone/>
            </a:pPr>
            <a:endParaRPr sz="1800" cap="none">
              <a:solidFill>
                <a:srgbClr val="C0504D"/>
              </a:solidFill>
              <a:latin typeface="Calibri" pitchFamily="2" charset="0"/>
              <a:ea typeface="Calibri" pitchFamily="2" charset="0"/>
              <a:cs typeface="Calibri" pitchFamily="2" charset="0"/>
            </a:endParaRPr>
          </a:p>
        </p:txBody>
      </p:sp>
      <p:sp>
        <p:nvSpPr>
          <p:cNvPr id="5" name="Google Shape;102;p14"/>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DUAABonAABARwAAWSkAABAAAAAmAAAACAAAADw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p>
            <a:pPr marL="0" indent="0" algn="r">
              <a:spcBef>
                <a:spcPts val="0"/>
              </a:spcBef>
              <a:spcAft>
                <a:spcPts val="0"/>
              </a:spcAft>
              <a:buNone/>
            </a:pPr>
            <a:fld id="{3C258521-6FD1-7073-9F9D-9926CBD369CC}" type="slidenum">
              <a:rPr lang="en-us" b="1" cap="none">
                <a:solidFill>
                  <a:srgbClr val="FFFFFF"/>
                </a:solidFill>
              </a:rPr>
              <a:t>2</a:t>
            </a:fld>
            <a:endParaRPr b="1" cap="none">
              <a:solidFill>
                <a:srgbClr val="FFFFFF"/>
              </a:solidFill>
            </a:endParaRPr>
          </a:p>
        </p:txBody>
      </p:sp>
      <p:sp>
        <p:nvSpPr>
          <p:cNvPr id="6" name="Google Shape;103;p14"/>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ICAg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mBwAABonAABOMAAAWSkAABAAAAAmAAAACAAAAD0wAAD/HwAA"/>
              </a:ext>
            </a:extLst>
          </p:cNvSpPr>
          <p:nvPr>
            <p:ph type="ftr" idx="11"/>
          </p:nvPr>
        </p:nvSpPr>
        <p:spPr>
          <a:xfrm>
            <a:off x="4648200" y="6356350"/>
            <a:ext cx="3204210" cy="365125"/>
          </a:xfrm>
          <a:noFill/>
          <a:ln>
            <a:noFill/>
          </a:ln>
        </p:spPr>
        <p:txBody>
          <a:bodyPr vert="horz" wrap="square" lIns="91440" tIns="45720" rIns="91440" bIns="45720" numCol="1" spcCol="215900" anchor="ctr">
            <a:prstTxWarp prst="textNoShape">
              <a:avLst/>
            </a:prstTxWarp>
          </a:bodyPr>
          <a:lstStyle/>
          <a:p>
            <a:pPr marL="0" indent="0" algn="ctr">
              <a:spcBef>
                <a:spcPts val="0"/>
              </a:spcBef>
              <a:spcAft>
                <a:spcPts val="0"/>
              </a:spcAft>
              <a:buNone/>
            </a:pPr>
            <a:r>
              <a:rPr lang="en-us" cap="none">
                <a:solidFill>
                  <a:srgbClr val="FFFFFF"/>
                </a:solidFill>
              </a:rPr>
              <a:t>@SIH Idea submission- Template</a:t>
            </a:r>
            <a:endParaRPr cap="none">
              <a:solidFill>
                <a:srgbClr val="FFFFFF"/>
              </a:solidFill>
            </a:endParaRPr>
          </a:p>
        </p:txBody>
      </p:sp>
      <p:sp>
        <p:nvSpPr>
          <p:cNvPr id="7" name="Google Shape;104;p14"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wIAAI0BAAC7CQAAhQYAABAAAAAmAAAACAAAAP//////////"/>
              </a:ext>
            </a:extLst>
          </p:cNvSpPr>
          <p:nvPr/>
        </p:nvSpPr>
        <p:spPr>
          <a:xfrm>
            <a:off x="329565" y="252095"/>
            <a:ext cx="125222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r>
              <a:rPr lang="en-us" sz="1500" b="1" cap="none">
                <a:latin typeface="Calibri" pitchFamily="2" charset="0"/>
                <a:ea typeface="Calibri" pitchFamily="2" charset="0"/>
                <a:cs typeface="Calibri" pitchFamily="2" charset="0"/>
              </a:rPr>
              <a:t>6@RootRevival</a:t>
            </a:r>
            <a:endParaRPr sz="1500" b="1" cap="none">
              <a:latin typeface="Calibri" pitchFamily="2" charset="0"/>
              <a:ea typeface="Calibri" pitchFamily="2" charset="0"/>
              <a:cs typeface="Calibri" pitchFamily="2" charset="0"/>
            </a:endParaRPr>
          </a:p>
        </p:txBody>
      </p:sp>
      <p:sp>
        <p:nvSpPr>
          <p:cNvPr id="21001" name="Slide title">
            <a:extLst xmlns:a="http://schemas.openxmlformats.org/drawingml/2006/main">
              <a:ext uri="{FF2B5EF4-FFF2-40B4-BE49-F238E27FC236}">
                <a16:creationId xmlns:a16="http://schemas.microsoft.com/office/drawing/2014/main" id="{8AA73F0B-CB92-43FC-9437-885F7C56194D}"/>
              </a:ext>
            </a:extLst>
          </p:cNvPr>
          <p:cNvSpPr>
            <a:spLocks xmlns:a="http://schemas.openxmlformats.org/drawingml/2006/main" noGrp="1"/>
          </p:cNvSpPr>
          <p:nvPr/>
        </p:nvSpPr>
        <p:spPr>
          <a:xfrm xmlns:a="http://schemas.openxmlformats.org/drawingml/2006/main">
            <a:off x="2000250" y="400050"/>
            <a:ext cx="762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2850" b="1">
                <a:solidFill>
                  <a:srgbClr val="171717"/>
                </a:solidFill>
                <a:latin typeface="Arial"/>
                <a:ea typeface="Arial"/>
                <a:cs typeface="Arial"/>
              </a:defRPr>
            </a:pPr>
            <a:r>
              <a:rPr sz="2850" b="1">
                <a:solidFill>
                  <a:srgbClr val="171717"/>
                </a:solidFill>
                <a:latin typeface="Arial"/>
                <a:ea typeface="Arial"/>
                <a:cs typeface="Arial"/>
              </a:rPr>
              <a:t>SAKSHIASTRA</a:t>
            </a:r>
          </a:p>
        </p:txBody>
      </p:sp>
      <p:pic>
        <p:nvPicPr>
          <p:cNvPr id="21002" name=""/>
          <p:cNvPicPr>
            <a:picLocks xmlns:a="http://schemas.openxmlformats.org/drawingml/2006/main" noChangeAspect="1"/>
          </p:cNvPicPr>
          <p:nvPr/>
        </p:nvPicPr>
        <p:blipFill>
          <a:blip xmlns:r="http://schemas.openxmlformats.org/officeDocument/2006/relationships" xmlns:a="http://schemas.openxmlformats.org/drawingml/2006/main" r:embed="rIdRedesign1000"/>
          <a:stretch xmlns:a="http://schemas.openxmlformats.org/drawingml/2006/main"/>
        </p:blipFill>
        <p:spPr>
          <a:xfrm xmlns:a="http://schemas.openxmlformats.org/drawingml/2006/main">
            <a:off x="9786529" y="0"/>
            <a:ext cx="2239193" cy="1057275"/>
          </a:xfrm>
          <a:prstGeom xmlns:a="http://schemas.openxmlformats.org/drawingml/2006/main" prst="rect">
            <a:avLst/>
          </a:prstGeom>
        </p:spPr>
      </p:pic>
      <p:sp>
        <p:nvSpPr>
          <p:cNvPr id="21003" name="Proposed solution">
            <a:extLst xmlns:a="http://schemas.openxmlformats.org/drawingml/2006/main">
              <a:ext uri="{FF2B5EF4-FFF2-40B4-BE49-F238E27FC236}">
                <a16:creationId xmlns:a16="http://schemas.microsoft.com/office/drawing/2014/main" id="{E58C6375-1ECD-4F40-B99F-D94F79958843}"/>
              </a:ext>
            </a:extLst>
          </p:cNvPr>
          <p:cNvSpPr>
            <a:spLocks xmlns:a="http://schemas.openxmlformats.org/drawingml/2006/main" noGrp="1"/>
          </p:cNvSpPr>
          <p:nvPr/>
        </p:nvSpPr>
        <p:spPr>
          <a:xfrm xmlns:a="http://schemas.openxmlformats.org/drawingml/2006/main">
            <a:off x="533400" y="1219200"/>
            <a:ext cx="1112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800" b="1">
                <a:solidFill>
                  <a:srgbClr val="1F497D"/>
                </a:solidFill>
                <a:latin typeface="Arial"/>
                <a:ea typeface="Arial"/>
                <a:cs typeface="Arial"/>
              </a:defRPr>
            </a:pPr>
            <a:r>
              <a:rPr sz="1800" b="1">
                <a:solidFill>
                  <a:srgbClr val="1F497D"/>
                </a:solidFill>
                <a:latin typeface="Arial"/>
                <a:ea typeface="Arial"/>
                <a:cs typeface="Arial"/>
              </a:rPr>
              <a:t>Proposed Solution (Describe your Idea/Solution/Prototype)</a:t>
            </a:r>
          </a:p>
        </p:txBody>
      </p:sp>
      <p:sp>
        <p:nvSpPr>
          <p:cNvPr id="21004" name="Explanation heading">
            <a:extLst xmlns:a="http://schemas.openxmlformats.org/drawingml/2006/main">
              <a:ext uri="{FF2B5EF4-FFF2-40B4-BE49-F238E27FC236}">
                <a16:creationId xmlns:a16="http://schemas.microsoft.com/office/drawing/2014/main" id="{607FD27E-8B9E-4D93-BA8C-53557AD6FB93}"/>
              </a:ext>
            </a:extLst>
          </p:cNvPr>
          <p:cNvSpPr>
            <a:spLocks xmlns:a="http://schemas.openxmlformats.org/drawingml/2006/main" noGrp="1"/>
          </p:cNvSpPr>
          <p:nvPr/>
        </p:nvSpPr>
        <p:spPr>
          <a:xfrm xmlns:a="http://schemas.openxmlformats.org/drawingml/2006/main">
            <a:off x="533400" y="1657350"/>
            <a:ext cx="5191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Detailed explanation of the</a:t>
            </a:r>
          </a:p>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proposed solution</a:t>
            </a:r>
          </a:p>
        </p:txBody>
      </p:sp>
      <p:sp>
        <p:nvSpPr>
          <p:cNvPr id="21005" name="Left heading rule">
            <a:extLst xmlns:a="http://schemas.openxmlformats.org/drawingml/2006/main">
              <a:ext uri="{FF2B5EF4-FFF2-40B4-BE49-F238E27FC236}">
                <a16:creationId xmlns:a16="http://schemas.microsoft.com/office/drawing/2014/main" id="{80E9A3F3-1ADA-4445-8D60-7162F91F393A}"/>
              </a:ext>
            </a:extLst>
          </p:cNvPr>
          <p:cNvSpPr>
            <a:spLocks xmlns:a="http://schemas.openxmlformats.org/drawingml/2006/main" noGrp="1"/>
          </p:cNvSpPr>
          <p:nvPr/>
        </p:nvSpPr>
        <p:spPr>
          <a:xfrm xmlns:a="http://schemas.openxmlformats.org/drawingml/2006/main">
            <a:off x="533400" y="2181225"/>
            <a:ext cx="5191125" cy="0"/>
          </a:xfrm>
          <a:prstGeom xmlns:a="http://schemas.openxmlformats.org/drawingml/2006/main" prst="line">
            <a:avLst/>
          </a:prstGeom>
          <a:noFill xmlns:a="http://schemas.openxmlformats.org/drawingml/2006/main"/>
          <a:ln xmlns:a="http://schemas.openxmlformats.org/drawingml/2006/main" w="14288">
            <a:solidFill>
              <a:srgbClr val="1F497D"/>
            </a:solidFill>
          </a:ln>
        </p:spPr>
      </p:sp>
      <p:sp>
        <p:nvSpPr>
          <p:cNvPr id="21006" name="Problem">
            <a:extLst xmlns:a="http://schemas.openxmlformats.org/drawingml/2006/main">
              <a:ext uri="{FF2B5EF4-FFF2-40B4-BE49-F238E27FC236}">
                <a16:creationId xmlns:a16="http://schemas.microsoft.com/office/drawing/2014/main" id="{6E6D16AD-15FB-433F-967C-BAF789FAAD7B}"/>
              </a:ext>
            </a:extLst>
          </p:cNvPr>
          <p:cNvSpPr>
            <a:spLocks xmlns:a="http://schemas.openxmlformats.org/drawingml/2006/main" noGrp="1"/>
          </p:cNvSpPr>
          <p:nvPr/>
        </p:nvSpPr>
        <p:spPr>
          <a:xfrm xmlns:a="http://schemas.openxmlformats.org/drawingml/2006/main">
            <a:off x="533400" y="2276475"/>
            <a:ext cx="51911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425" b="0">
                <a:solidFill>
                  <a:srgbClr val="171717"/>
                </a:solidFill>
                <a:latin typeface="Arial"/>
                <a:ea typeface="Arial"/>
                <a:cs typeface="Arial"/>
              </a:defRPr>
            </a:pPr>
            <a:r>
              <a:rPr sz="1425" b="0">
                <a:solidFill>
                  <a:srgbClr val="171717"/>
                </a:solidFill>
                <a:latin typeface="Arial"/>
                <a:ea typeface="Arial"/>
                <a:cs typeface="Arial"/>
              </a:rPr>
              <a:t>Problem: darknet vendors rebrand, hop markets and copy each other’s handles and PGP keys, so look-alike matching can blame the wrong person.</a:t>
            </a:r>
          </a:p>
        </p:txBody>
      </p:sp>
      <p:sp>
        <p:nvSpPr>
          <p:cNvPr id="21007" name="Step 1">
            <a:extLst xmlns:a="http://schemas.openxmlformats.org/drawingml/2006/main">
              <a:ext uri="{FF2B5EF4-FFF2-40B4-BE49-F238E27FC236}">
                <a16:creationId xmlns:a16="http://schemas.microsoft.com/office/drawing/2014/main" id="{50179FD4-E9D8-4F20-9AB5-2A60EF9B64DD}"/>
              </a:ext>
            </a:extLst>
          </p:cNvPr>
          <p:cNvSpPr>
            <a:spLocks xmlns:a="http://schemas.openxmlformats.org/drawingml/2006/main" noGrp="1"/>
          </p:cNvSpPr>
          <p:nvPr/>
        </p:nvSpPr>
        <p:spPr>
          <a:xfrm xmlns:a="http://schemas.openxmlformats.org/drawingml/2006/main">
            <a:off x="533400" y="3209925"/>
            <a:ext cx="1171575" cy="1543050"/>
          </a:xfrm>
          <a:prstGeom xmlns:a="http://schemas.openxmlformats.org/drawingml/2006/main" prst="rect">
            <a:avLst/>
          </a:prstGeom>
          <a:solidFill xmlns:a="http://schemas.openxmlformats.org/drawingml/2006/main">
            <a:srgbClr val="FFFFFF"/>
          </a:solidFill>
          <a:ln xmlns:a="http://schemas.openxmlformats.org/drawingml/2006/main" w="13335">
            <a:solidFill>
              <a:srgbClr val="1F497D"/>
            </a:solidFill>
            <a:prstDash val="solid"/>
          </a:ln>
        </p:spPr>
      </p:sp>
      <p:sp>
        <p:nvSpPr>
          <p:cNvPr id="21008" name="Step number 1">
            <a:extLst xmlns:a="http://schemas.openxmlformats.org/drawingml/2006/main">
              <a:ext uri="{FF2B5EF4-FFF2-40B4-BE49-F238E27FC236}">
                <a16:creationId xmlns:a16="http://schemas.microsoft.com/office/drawing/2014/main" id="{B63EFAE1-FD5B-4132-9623-5F047AC79ADD}"/>
              </a:ext>
            </a:extLst>
          </p:cNvPr>
          <p:cNvSpPr>
            <a:spLocks xmlns:a="http://schemas.openxmlformats.org/drawingml/2006/main" noGrp="1"/>
          </p:cNvSpPr>
          <p:nvPr/>
        </p:nvSpPr>
        <p:spPr>
          <a:xfrm xmlns:a="http://schemas.openxmlformats.org/drawingml/2006/main">
            <a:off x="628650" y="3314700"/>
            <a:ext cx="981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rPr>
              <a:t>1</a:t>
            </a:r>
          </a:p>
        </p:txBody>
      </p:sp>
      <p:sp>
        <p:nvSpPr>
          <p:cNvPr id="21009" name="Step Collect">
            <a:extLst xmlns:a="http://schemas.openxmlformats.org/drawingml/2006/main">
              <a:ext uri="{FF2B5EF4-FFF2-40B4-BE49-F238E27FC236}">
                <a16:creationId xmlns:a16="http://schemas.microsoft.com/office/drawing/2014/main" id="{2BC4A7B9-8F53-409D-A1C3-3E1C8905101F}"/>
              </a:ext>
            </a:extLst>
          </p:cNvPr>
          <p:cNvSpPr>
            <a:spLocks xmlns:a="http://schemas.openxmlformats.org/drawingml/2006/main" noGrp="1"/>
          </p:cNvSpPr>
          <p:nvPr/>
        </p:nvSpPr>
        <p:spPr>
          <a:xfrm xmlns:a="http://schemas.openxmlformats.org/drawingml/2006/main">
            <a:off x="628650" y="3648075"/>
            <a:ext cx="981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Collect</a:t>
            </a:r>
          </a:p>
        </p:txBody>
      </p:sp>
      <p:sp>
        <p:nvSpPr>
          <p:cNvPr id="21010" name="Step detail 1">
            <a:extLst xmlns:a="http://schemas.openxmlformats.org/drawingml/2006/main">
              <a:ext uri="{FF2B5EF4-FFF2-40B4-BE49-F238E27FC236}">
                <a16:creationId xmlns:a16="http://schemas.microsoft.com/office/drawing/2014/main" id="{323EA9AD-541D-4B17-9CCA-3D45C81215F8}"/>
              </a:ext>
            </a:extLst>
          </p:cNvPr>
          <p:cNvSpPr>
            <a:spLocks xmlns:a="http://schemas.openxmlformats.org/drawingml/2006/main" noGrp="1"/>
          </p:cNvSpPr>
          <p:nvPr/>
        </p:nvSpPr>
        <p:spPr>
          <a:xfrm xmlns:a="http://schemas.openxmlformats.org/drawingml/2006/main">
            <a:off x="628650" y="4000500"/>
            <a:ext cx="9810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626B73"/>
                </a:solidFill>
                <a:latin typeface="Arial"/>
                <a:ea typeface="Arial"/>
                <a:cs typeface="Arial"/>
              </a:defRPr>
            </a:pPr>
            <a:r>
              <a:rPr sz="1050" b="0">
                <a:solidFill>
                  <a:srgbClr val="626B73"/>
                </a:solidFill>
                <a:latin typeface="Arial"/>
                <a:ea typeface="Arial"/>
                <a:cs typeface="Arial"/>
              </a:rPr>
              <a:t>Tor markets &amp; forums, hashed snapshots</a:t>
            </a:r>
          </a:p>
        </p:txBody>
      </p:sp>
      <p:sp>
        <p:nvSpPr>
          <p:cNvPr id="21011" name="Workflow direction">
            <a:extLst xmlns:a="http://schemas.openxmlformats.org/drawingml/2006/main">
              <a:ext uri="{FF2B5EF4-FFF2-40B4-BE49-F238E27FC236}">
                <a16:creationId xmlns:a16="http://schemas.microsoft.com/office/drawing/2014/main" id="{A7ECF9DF-60EF-4593-8B9E-7DC13CBDCB14}"/>
              </a:ext>
            </a:extLst>
          </p:cNvPr>
          <p:cNvSpPr>
            <a:spLocks xmlns:a="http://schemas.openxmlformats.org/drawingml/2006/main" noGrp="1"/>
          </p:cNvSpPr>
          <p:nvPr/>
        </p:nvSpPr>
        <p:spPr>
          <a:xfrm xmlns:a="http://schemas.openxmlformats.org/drawingml/2006/main">
            <a:off x="1752600" y="3848100"/>
            <a:ext cx="95250" cy="114300"/>
          </a:xfrm>
          <a:prstGeom xmlns:a="http://schemas.openxmlformats.org/drawingml/2006/main" prst="rightArrow">
            <a:avLst/>
          </a:prstGeom>
          <a:solidFill xmlns:a="http://schemas.openxmlformats.org/drawingml/2006/main">
            <a:srgbClr val="1F497D"/>
          </a:solidFill>
          <a:ln xmlns:a="http://schemas.openxmlformats.org/drawingml/2006/main" w="0">
            <a:noFill/>
          </a:ln>
        </p:spPr>
      </p:sp>
      <p:sp>
        <p:nvSpPr>
          <p:cNvPr id="21012" name="Step 2">
            <a:extLst xmlns:a="http://schemas.openxmlformats.org/drawingml/2006/main">
              <a:ext uri="{FF2B5EF4-FFF2-40B4-BE49-F238E27FC236}">
                <a16:creationId xmlns:a16="http://schemas.microsoft.com/office/drawing/2014/main" id="{FD50617F-ECF9-40FF-8C71-DB662C1FC1F4}"/>
              </a:ext>
            </a:extLst>
          </p:cNvPr>
          <p:cNvSpPr>
            <a:spLocks xmlns:a="http://schemas.openxmlformats.org/drawingml/2006/main" noGrp="1"/>
          </p:cNvSpPr>
          <p:nvPr/>
        </p:nvSpPr>
        <p:spPr>
          <a:xfrm xmlns:a="http://schemas.openxmlformats.org/drawingml/2006/main">
            <a:off x="1885950" y="3209925"/>
            <a:ext cx="1171575" cy="1543050"/>
          </a:xfrm>
          <a:prstGeom xmlns:a="http://schemas.openxmlformats.org/drawingml/2006/main" prst="rect">
            <a:avLst/>
          </a:prstGeom>
          <a:solidFill xmlns:a="http://schemas.openxmlformats.org/drawingml/2006/main">
            <a:srgbClr val="FFFFFF"/>
          </a:solidFill>
          <a:ln xmlns:a="http://schemas.openxmlformats.org/drawingml/2006/main" w="13335">
            <a:solidFill>
              <a:srgbClr val="1F497D"/>
            </a:solidFill>
            <a:prstDash val="solid"/>
          </a:ln>
        </p:spPr>
      </p:sp>
      <p:sp>
        <p:nvSpPr>
          <p:cNvPr id="21013" name="Step number 2">
            <a:extLst xmlns:a="http://schemas.openxmlformats.org/drawingml/2006/main">
              <a:ext uri="{FF2B5EF4-FFF2-40B4-BE49-F238E27FC236}">
                <a16:creationId xmlns:a16="http://schemas.microsoft.com/office/drawing/2014/main" id="{A9ADA418-7726-4366-8C93-344D984034E5}"/>
              </a:ext>
            </a:extLst>
          </p:cNvPr>
          <p:cNvSpPr>
            <a:spLocks xmlns:a="http://schemas.openxmlformats.org/drawingml/2006/main" noGrp="1"/>
          </p:cNvSpPr>
          <p:nvPr/>
        </p:nvSpPr>
        <p:spPr>
          <a:xfrm xmlns:a="http://schemas.openxmlformats.org/drawingml/2006/main">
            <a:off x="1981200" y="3314700"/>
            <a:ext cx="981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rPr>
              <a:t>2</a:t>
            </a:r>
          </a:p>
        </p:txBody>
      </p:sp>
      <p:sp>
        <p:nvSpPr>
          <p:cNvPr id="21014" name="Step Link">
            <a:extLst xmlns:a="http://schemas.openxmlformats.org/drawingml/2006/main">
              <a:ext uri="{FF2B5EF4-FFF2-40B4-BE49-F238E27FC236}">
                <a16:creationId xmlns:a16="http://schemas.microsoft.com/office/drawing/2014/main" id="{F2A25A75-261D-4BBB-92B8-93CA87337232}"/>
              </a:ext>
            </a:extLst>
          </p:cNvPr>
          <p:cNvSpPr>
            <a:spLocks xmlns:a="http://schemas.openxmlformats.org/drawingml/2006/main" noGrp="1"/>
          </p:cNvSpPr>
          <p:nvPr/>
        </p:nvSpPr>
        <p:spPr>
          <a:xfrm xmlns:a="http://schemas.openxmlformats.org/drawingml/2006/main">
            <a:off x="1981200" y="3648075"/>
            <a:ext cx="981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Link</a:t>
            </a:r>
          </a:p>
        </p:txBody>
      </p:sp>
      <p:sp>
        <p:nvSpPr>
          <p:cNvPr id="21015" name="Step detail 2">
            <a:extLst xmlns:a="http://schemas.openxmlformats.org/drawingml/2006/main">
              <a:ext uri="{FF2B5EF4-FFF2-40B4-BE49-F238E27FC236}">
                <a16:creationId xmlns:a16="http://schemas.microsoft.com/office/drawing/2014/main" id="{B944B38E-8541-46E1-A984-73AA243403FE}"/>
              </a:ext>
            </a:extLst>
          </p:cNvPr>
          <p:cNvSpPr>
            <a:spLocks xmlns:a="http://schemas.openxmlformats.org/drawingml/2006/main" noGrp="1"/>
          </p:cNvSpPr>
          <p:nvPr/>
        </p:nvSpPr>
        <p:spPr>
          <a:xfrm xmlns:a="http://schemas.openxmlformats.org/drawingml/2006/main">
            <a:off x="1981200" y="4000500"/>
            <a:ext cx="9810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626B73"/>
                </a:solidFill>
                <a:latin typeface="Arial"/>
                <a:ea typeface="Arial"/>
                <a:cs typeface="Arial"/>
              </a:defRPr>
            </a:pPr>
            <a:r>
              <a:rPr sz="1050" b="0">
                <a:solidFill>
                  <a:srgbClr val="626B73"/>
                </a:solidFill>
                <a:latin typeface="Arial"/>
                <a:ea typeface="Arial"/>
                <a:cs typeface="Arial"/>
              </a:rPr>
              <a:t>Personas, PGP keys, crypto wallets, servers</a:t>
            </a:r>
          </a:p>
        </p:txBody>
      </p:sp>
      <p:sp>
        <p:nvSpPr>
          <p:cNvPr id="21016" name="Workflow direction">
            <a:extLst xmlns:a="http://schemas.openxmlformats.org/drawingml/2006/main">
              <a:ext uri="{FF2B5EF4-FFF2-40B4-BE49-F238E27FC236}">
                <a16:creationId xmlns:a16="http://schemas.microsoft.com/office/drawing/2014/main" id="{FDEB1952-F9D0-41FE-8D88-7FA3B8071059}"/>
              </a:ext>
            </a:extLst>
          </p:cNvPr>
          <p:cNvSpPr>
            <a:spLocks xmlns:a="http://schemas.openxmlformats.org/drawingml/2006/main" noGrp="1"/>
          </p:cNvSpPr>
          <p:nvPr/>
        </p:nvSpPr>
        <p:spPr>
          <a:xfrm xmlns:a="http://schemas.openxmlformats.org/drawingml/2006/main">
            <a:off x="3105150" y="3848100"/>
            <a:ext cx="95250" cy="114300"/>
          </a:xfrm>
          <a:prstGeom xmlns:a="http://schemas.openxmlformats.org/drawingml/2006/main" prst="rightArrow">
            <a:avLst/>
          </a:prstGeom>
          <a:solidFill xmlns:a="http://schemas.openxmlformats.org/drawingml/2006/main">
            <a:srgbClr val="1F497D"/>
          </a:solidFill>
          <a:ln xmlns:a="http://schemas.openxmlformats.org/drawingml/2006/main" w="0">
            <a:noFill/>
          </a:ln>
        </p:spPr>
      </p:sp>
      <p:sp>
        <p:nvSpPr>
          <p:cNvPr id="21017" name="Step 3">
            <a:extLst xmlns:a="http://schemas.openxmlformats.org/drawingml/2006/main">
              <a:ext uri="{FF2B5EF4-FFF2-40B4-BE49-F238E27FC236}">
                <a16:creationId xmlns:a16="http://schemas.microsoft.com/office/drawing/2014/main" id="{841586A7-30EB-4EE3-9EFD-191772E479F9}"/>
              </a:ext>
            </a:extLst>
          </p:cNvPr>
          <p:cNvSpPr>
            <a:spLocks xmlns:a="http://schemas.openxmlformats.org/drawingml/2006/main" noGrp="1"/>
          </p:cNvSpPr>
          <p:nvPr/>
        </p:nvSpPr>
        <p:spPr>
          <a:xfrm xmlns:a="http://schemas.openxmlformats.org/drawingml/2006/main">
            <a:off x="3238500" y="3209925"/>
            <a:ext cx="1171575" cy="1543050"/>
          </a:xfrm>
          <a:prstGeom xmlns:a="http://schemas.openxmlformats.org/drawingml/2006/main" prst="rect">
            <a:avLst/>
          </a:prstGeom>
          <a:solidFill xmlns:a="http://schemas.openxmlformats.org/drawingml/2006/main">
            <a:srgbClr val="FFFFFF"/>
          </a:solidFill>
          <a:ln xmlns:a="http://schemas.openxmlformats.org/drawingml/2006/main" w="13335">
            <a:solidFill>
              <a:srgbClr val="1F497D"/>
            </a:solidFill>
            <a:prstDash val="solid"/>
          </a:ln>
        </p:spPr>
      </p:sp>
      <p:sp>
        <p:nvSpPr>
          <p:cNvPr id="21018" name="Step number 3">
            <a:extLst xmlns:a="http://schemas.openxmlformats.org/drawingml/2006/main">
              <a:ext uri="{FF2B5EF4-FFF2-40B4-BE49-F238E27FC236}">
                <a16:creationId xmlns:a16="http://schemas.microsoft.com/office/drawing/2014/main" id="{F5621D91-AF5A-46A1-8E3F-1A7A35EEBC2E}"/>
              </a:ext>
            </a:extLst>
          </p:cNvPr>
          <p:cNvSpPr>
            <a:spLocks xmlns:a="http://schemas.openxmlformats.org/drawingml/2006/main" noGrp="1"/>
          </p:cNvSpPr>
          <p:nvPr/>
        </p:nvSpPr>
        <p:spPr>
          <a:xfrm xmlns:a="http://schemas.openxmlformats.org/drawingml/2006/main">
            <a:off x="3333750" y="3314700"/>
            <a:ext cx="981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rPr>
              <a:t>3</a:t>
            </a:r>
          </a:p>
        </p:txBody>
      </p:sp>
      <p:sp>
        <p:nvSpPr>
          <p:cNvPr id="21019" name="Step Verify">
            <a:extLst xmlns:a="http://schemas.openxmlformats.org/drawingml/2006/main">
              <a:ext uri="{FF2B5EF4-FFF2-40B4-BE49-F238E27FC236}">
                <a16:creationId xmlns:a16="http://schemas.microsoft.com/office/drawing/2014/main" id="{A1C35701-7594-4946-8160-44FC822FC5C8}"/>
              </a:ext>
            </a:extLst>
          </p:cNvPr>
          <p:cNvSpPr>
            <a:spLocks xmlns:a="http://schemas.openxmlformats.org/drawingml/2006/main" noGrp="1"/>
          </p:cNvSpPr>
          <p:nvPr/>
        </p:nvSpPr>
        <p:spPr>
          <a:xfrm xmlns:a="http://schemas.openxmlformats.org/drawingml/2006/main">
            <a:off x="3333750" y="3648075"/>
            <a:ext cx="981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Verify</a:t>
            </a:r>
          </a:p>
        </p:txBody>
      </p:sp>
      <p:sp>
        <p:nvSpPr>
          <p:cNvPr id="21020" name="Step detail 3">
            <a:extLst xmlns:a="http://schemas.openxmlformats.org/drawingml/2006/main">
              <a:ext uri="{FF2B5EF4-FFF2-40B4-BE49-F238E27FC236}">
                <a16:creationId xmlns:a16="http://schemas.microsoft.com/office/drawing/2014/main" id="{5AC1B842-668C-40CE-A1A7-CFD73CEEC6DD}"/>
              </a:ext>
            </a:extLst>
          </p:cNvPr>
          <p:cNvSpPr>
            <a:spLocks xmlns:a="http://schemas.openxmlformats.org/drawingml/2006/main" noGrp="1"/>
          </p:cNvSpPr>
          <p:nvPr/>
        </p:nvSpPr>
        <p:spPr>
          <a:xfrm xmlns:a="http://schemas.openxmlformats.org/drawingml/2006/main">
            <a:off x="3333750" y="4000500"/>
            <a:ext cx="9810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626B73"/>
                </a:solidFill>
                <a:latin typeface="Arial"/>
                <a:ea typeface="Arial"/>
                <a:cs typeface="Arial"/>
              </a:defRPr>
            </a:pPr>
            <a:r>
              <a:rPr sz="1050" b="0">
                <a:solidFill>
                  <a:srgbClr val="626B73"/>
                </a:solidFill>
                <a:latin typeface="Arial"/>
                <a:ea typeface="Arial"/>
                <a:cs typeface="Arial"/>
              </a:rPr>
              <a:t>Each claim scored by how hard it is to fake</a:t>
            </a:r>
          </a:p>
        </p:txBody>
      </p:sp>
      <p:sp>
        <p:nvSpPr>
          <p:cNvPr id="21021" name="Workflow direction">
            <a:extLst xmlns:a="http://schemas.openxmlformats.org/drawingml/2006/main">
              <a:ext uri="{FF2B5EF4-FFF2-40B4-BE49-F238E27FC236}">
                <a16:creationId xmlns:a16="http://schemas.microsoft.com/office/drawing/2014/main" id="{F00DC324-55CD-4653-9A92-D4F9A36087B2}"/>
              </a:ext>
            </a:extLst>
          </p:cNvPr>
          <p:cNvSpPr>
            <a:spLocks xmlns:a="http://schemas.openxmlformats.org/drawingml/2006/main" noGrp="1"/>
          </p:cNvSpPr>
          <p:nvPr/>
        </p:nvSpPr>
        <p:spPr>
          <a:xfrm xmlns:a="http://schemas.openxmlformats.org/drawingml/2006/main">
            <a:off x="4457700" y="3848100"/>
            <a:ext cx="95250" cy="114300"/>
          </a:xfrm>
          <a:prstGeom xmlns:a="http://schemas.openxmlformats.org/drawingml/2006/main" prst="rightArrow">
            <a:avLst/>
          </a:prstGeom>
          <a:solidFill xmlns:a="http://schemas.openxmlformats.org/drawingml/2006/main">
            <a:srgbClr val="1F497D"/>
          </a:solidFill>
          <a:ln xmlns:a="http://schemas.openxmlformats.org/drawingml/2006/main" w="0">
            <a:noFill/>
          </a:ln>
        </p:spPr>
      </p:sp>
      <p:sp>
        <p:nvSpPr>
          <p:cNvPr id="21022" name="Step 4">
            <a:extLst xmlns:a="http://schemas.openxmlformats.org/drawingml/2006/main">
              <a:ext uri="{FF2B5EF4-FFF2-40B4-BE49-F238E27FC236}">
                <a16:creationId xmlns:a16="http://schemas.microsoft.com/office/drawing/2014/main" id="{6CD0A660-4870-4E7B-B720-0998CFD0413D}"/>
              </a:ext>
            </a:extLst>
          </p:cNvPr>
          <p:cNvSpPr>
            <a:spLocks xmlns:a="http://schemas.openxmlformats.org/drawingml/2006/main" noGrp="1"/>
          </p:cNvSpPr>
          <p:nvPr/>
        </p:nvSpPr>
        <p:spPr>
          <a:xfrm xmlns:a="http://schemas.openxmlformats.org/drawingml/2006/main">
            <a:off x="4591050" y="3209925"/>
            <a:ext cx="1171575" cy="1543050"/>
          </a:xfrm>
          <a:prstGeom xmlns:a="http://schemas.openxmlformats.org/drawingml/2006/main" prst="rect">
            <a:avLst/>
          </a:prstGeom>
          <a:solidFill xmlns:a="http://schemas.openxmlformats.org/drawingml/2006/main">
            <a:srgbClr val="FFFFFF"/>
          </a:solidFill>
          <a:ln xmlns:a="http://schemas.openxmlformats.org/drawingml/2006/main" w="13335">
            <a:solidFill>
              <a:srgbClr val="1F497D"/>
            </a:solidFill>
            <a:prstDash val="solid"/>
          </a:ln>
        </p:spPr>
      </p:sp>
      <p:sp>
        <p:nvSpPr>
          <p:cNvPr id="21023" name="Step number 4">
            <a:extLst xmlns:a="http://schemas.openxmlformats.org/drawingml/2006/main">
              <a:ext uri="{FF2B5EF4-FFF2-40B4-BE49-F238E27FC236}">
                <a16:creationId xmlns:a16="http://schemas.microsoft.com/office/drawing/2014/main" id="{9E828CE3-98D4-497C-B63B-C503D25D3E5F}"/>
              </a:ext>
            </a:extLst>
          </p:cNvPr>
          <p:cNvSpPr>
            <a:spLocks xmlns:a="http://schemas.openxmlformats.org/drawingml/2006/main" noGrp="1"/>
          </p:cNvSpPr>
          <p:nvPr/>
        </p:nvSpPr>
        <p:spPr>
          <a:xfrm xmlns:a="http://schemas.openxmlformats.org/drawingml/2006/main">
            <a:off x="4686300" y="3314700"/>
            <a:ext cx="981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rPr>
              <a:t>4</a:t>
            </a:r>
          </a:p>
        </p:txBody>
      </p:sp>
      <p:sp>
        <p:nvSpPr>
          <p:cNvPr id="21024" name="Step Decide">
            <a:extLst xmlns:a="http://schemas.openxmlformats.org/drawingml/2006/main">
              <a:ext uri="{FF2B5EF4-FFF2-40B4-BE49-F238E27FC236}">
                <a16:creationId xmlns:a16="http://schemas.microsoft.com/office/drawing/2014/main" id="{EE6E0208-D56D-423E-8AAD-89B93FED3378}"/>
              </a:ext>
            </a:extLst>
          </p:cNvPr>
          <p:cNvSpPr>
            <a:spLocks xmlns:a="http://schemas.openxmlformats.org/drawingml/2006/main" noGrp="1"/>
          </p:cNvSpPr>
          <p:nvPr/>
        </p:nvSpPr>
        <p:spPr>
          <a:xfrm xmlns:a="http://schemas.openxmlformats.org/drawingml/2006/main">
            <a:off x="4686300" y="3648075"/>
            <a:ext cx="981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Decide</a:t>
            </a:r>
          </a:p>
        </p:txBody>
      </p:sp>
      <p:sp>
        <p:nvSpPr>
          <p:cNvPr id="21025" name="Step detail 4">
            <a:extLst xmlns:a="http://schemas.openxmlformats.org/drawingml/2006/main">
              <a:ext uri="{FF2B5EF4-FFF2-40B4-BE49-F238E27FC236}">
                <a16:creationId xmlns:a16="http://schemas.microsoft.com/office/drawing/2014/main" id="{8429CC7F-9834-4907-B31F-4E7A72313E01}"/>
              </a:ext>
            </a:extLst>
          </p:cNvPr>
          <p:cNvSpPr>
            <a:spLocks xmlns:a="http://schemas.openxmlformats.org/drawingml/2006/main" noGrp="1"/>
          </p:cNvSpPr>
          <p:nvPr/>
        </p:nvSpPr>
        <p:spPr>
          <a:xfrm xmlns:a="http://schemas.openxmlformats.org/drawingml/2006/main">
            <a:off x="4686300" y="4000500"/>
            <a:ext cx="9810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626B73"/>
                </a:solidFill>
                <a:latin typeface="Arial"/>
                <a:ea typeface="Arial"/>
                <a:cs typeface="Arial"/>
              </a:defRPr>
            </a:pPr>
            <a:r>
              <a:rPr sz="1050" b="0">
                <a:solidFill>
                  <a:srgbClr val="626B73"/>
                </a:solidFill>
                <a:latin typeface="Arial"/>
                <a:ea typeface="Arial"/>
                <a:cs typeface="Arial"/>
              </a:rPr>
              <a:t>ASSERT, HOLD or REJECT each claim</a:t>
            </a:r>
          </a:p>
        </p:txBody>
      </p:sp>
      <p:sp>
        <p:nvSpPr>
          <p:cNvPr id="21026" name="Addressing heading">
            <a:extLst xmlns:a="http://schemas.openxmlformats.org/drawingml/2006/main">
              <a:ext uri="{FF2B5EF4-FFF2-40B4-BE49-F238E27FC236}">
                <a16:creationId xmlns:a16="http://schemas.microsoft.com/office/drawing/2014/main" id="{DBB2F0A0-0D8E-4B51-BA06-4CB762417F4F}"/>
              </a:ext>
            </a:extLst>
          </p:cNvPr>
          <p:cNvSpPr>
            <a:spLocks xmlns:a="http://schemas.openxmlformats.org/drawingml/2006/main" noGrp="1"/>
          </p:cNvSpPr>
          <p:nvPr/>
        </p:nvSpPr>
        <p:spPr>
          <a:xfrm xmlns:a="http://schemas.openxmlformats.org/drawingml/2006/main">
            <a:off x="533400" y="4914900"/>
            <a:ext cx="5191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How it addresses the problem</a:t>
            </a:r>
          </a:p>
        </p:txBody>
      </p:sp>
      <p:sp>
        <p:nvSpPr>
          <p:cNvPr id="21027" name="Addressing body">
            <a:extLst xmlns:a="http://schemas.openxmlformats.org/drawingml/2006/main">
              <a:ext uri="{FF2B5EF4-FFF2-40B4-BE49-F238E27FC236}">
                <a16:creationId xmlns:a16="http://schemas.microsoft.com/office/drawing/2014/main" id="{289FBF24-E8FE-458D-A6BF-44755A9EEF3B}"/>
              </a:ext>
            </a:extLst>
          </p:cNvPr>
          <p:cNvSpPr>
            <a:spLocks xmlns:a="http://schemas.openxmlformats.org/drawingml/2006/main" noGrp="1"/>
          </p:cNvSpPr>
          <p:nvPr/>
        </p:nvSpPr>
        <p:spPr>
          <a:xfrm xmlns:a="http://schemas.openxmlformats.org/drawingml/2006/main">
            <a:off x="533400" y="5276850"/>
            <a:ext cx="5191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350" b="0">
                <a:solidFill>
                  <a:srgbClr val="171717"/>
                </a:solidFill>
                <a:latin typeface="Arial"/>
                <a:ea typeface="Arial"/>
                <a:cs typeface="Arial"/>
              </a:defRPr>
            </a:pPr>
            <a:r>
              <a:rPr sz="1350" b="0">
                <a:solidFill>
                  <a:srgbClr val="171717"/>
                </a:solidFill>
                <a:latin typeface="Arial"/>
                <a:ea typeface="Arial"/>
                <a:cs typeface="Arial"/>
              </a:rPr>
              <a:t>Follows actors across rebrands and markets, traces the crypto wallets they reuse, and gives analysts a timeline plus a hash-chained, tamper-evident dossier (STIX / PDF).</a:t>
            </a:r>
          </a:p>
        </p:txBody>
      </p:sp>
      <p:sp>
        <p:nvSpPr>
          <p:cNvPr id="21028" name="Innovation heading">
            <a:extLst xmlns:a="http://schemas.openxmlformats.org/drawingml/2006/main">
              <a:ext uri="{FF2B5EF4-FFF2-40B4-BE49-F238E27FC236}">
                <a16:creationId xmlns:a16="http://schemas.microsoft.com/office/drawing/2014/main" id="{5B0EC5DF-8B71-4BD3-BE49-C0BE29152609}"/>
              </a:ext>
            </a:extLst>
          </p:cNvPr>
          <p:cNvSpPr>
            <a:spLocks xmlns:a="http://schemas.openxmlformats.org/drawingml/2006/main" noGrp="1"/>
          </p:cNvSpPr>
          <p:nvPr/>
        </p:nvSpPr>
        <p:spPr>
          <a:xfrm xmlns:a="http://schemas.openxmlformats.org/drawingml/2006/main">
            <a:off x="6286500" y="1657350"/>
            <a:ext cx="5372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Innovation and uniqueness</a:t>
            </a:r>
          </a:p>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of the solution</a:t>
            </a:r>
          </a:p>
        </p:txBody>
      </p:sp>
      <p:sp>
        <p:nvSpPr>
          <p:cNvPr id="21029" name="ML qualification">
            <a:extLst xmlns:a="http://schemas.openxmlformats.org/drawingml/2006/main">
              <a:ext uri="{FF2B5EF4-FFF2-40B4-BE49-F238E27FC236}">
                <a16:creationId xmlns:a16="http://schemas.microsoft.com/office/drawing/2014/main" id="{094432E9-72FA-4BE0-96F8-AC774C998408}"/>
              </a:ext>
            </a:extLst>
          </p:cNvPr>
          <p:cNvSpPr>
            <a:spLocks xmlns:a="http://schemas.openxmlformats.org/drawingml/2006/main" noGrp="1"/>
          </p:cNvSpPr>
          <p:nvPr/>
        </p:nvSpPr>
        <p:spPr>
          <a:xfrm xmlns:a="http://schemas.openxmlformats.org/drawingml/2006/main">
            <a:off x="6286500" y="2276475"/>
            <a:ext cx="5372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00" b="1">
                <a:solidFill>
                  <a:srgbClr val="1F497D"/>
                </a:solidFill>
                <a:latin typeface="Arial"/>
                <a:ea typeface="Arial"/>
                <a:cs typeface="Arial"/>
              </a:defRPr>
            </a:pPr>
            <a:r>
              <a:rPr sz="1500" b="1">
                <a:solidFill>
                  <a:srgbClr val="1F497D"/>
                </a:solidFill>
                <a:latin typeface="Arial"/>
                <a:ea typeface="Arial"/>
                <a:cs typeface="Arial"/>
              </a:rPr>
              <a:t>ML only suggests links. A separate verification layer decides what each link actually proves.</a:t>
            </a:r>
          </a:p>
        </p:txBody>
      </p:sp>
      <p:sp>
        <p:nvSpPr>
          <p:cNvPr id="21030" name="Innovation title 0">
            <a:extLst xmlns:a="http://schemas.openxmlformats.org/drawingml/2006/main">
              <a:ext uri="{FF2B5EF4-FFF2-40B4-BE49-F238E27FC236}">
                <a16:creationId xmlns:a16="http://schemas.microsoft.com/office/drawing/2014/main" id="{C482F28D-5CFD-49C5-90B1-81C79BB513EF}"/>
              </a:ext>
            </a:extLst>
          </p:cNvPr>
          <p:cNvSpPr>
            <a:spLocks xmlns:a="http://schemas.openxmlformats.org/drawingml/2006/main" noGrp="1"/>
          </p:cNvSpPr>
          <p:nvPr/>
        </p:nvSpPr>
        <p:spPr>
          <a:xfrm xmlns:a="http://schemas.openxmlformats.org/drawingml/2006/main">
            <a:off x="6286500" y="2819400"/>
            <a:ext cx="5372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00" b="1">
                <a:solidFill>
                  <a:srgbClr val="1F497D"/>
                </a:solidFill>
                <a:latin typeface="Arial"/>
                <a:ea typeface="Arial"/>
                <a:cs typeface="Arial"/>
              </a:defRPr>
            </a:pPr>
            <a:r>
              <a:rPr sz="1500" b="1">
                <a:solidFill>
                  <a:srgbClr val="1F497D"/>
                </a:solidFill>
                <a:latin typeface="Arial"/>
                <a:ea typeface="Arial"/>
                <a:cs typeface="Arial"/>
              </a:rPr>
              <a:t>01  Claim-by-claim attribution</a:t>
            </a:r>
          </a:p>
        </p:txBody>
      </p:sp>
      <p:sp>
        <p:nvSpPr>
          <p:cNvPr id="21031" name="Innovation detail 0">
            <a:extLst xmlns:a="http://schemas.openxmlformats.org/drawingml/2006/main">
              <a:ext uri="{FF2B5EF4-FFF2-40B4-BE49-F238E27FC236}">
                <a16:creationId xmlns:a16="http://schemas.microsoft.com/office/drawing/2014/main" id="{581DDD2A-9D50-47F0-BCC6-AC0EF44EA659}"/>
              </a:ext>
            </a:extLst>
          </p:cNvPr>
          <p:cNvSpPr>
            <a:spLocks xmlns:a="http://schemas.openxmlformats.org/drawingml/2006/main" noGrp="1"/>
          </p:cNvSpPr>
          <p:nvPr/>
        </p:nvSpPr>
        <p:spPr>
          <a:xfrm xmlns:a="http://schemas.openxmlformats.org/drawingml/2006/main">
            <a:off x="6286500" y="3076575"/>
            <a:ext cx="537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0">
                <a:solidFill>
                  <a:srgbClr val="171717"/>
                </a:solidFill>
                <a:latin typeface="Arial"/>
                <a:ea typeface="Arial"/>
                <a:cs typeface="Arial"/>
              </a:defRPr>
            </a:pPr>
            <a:r>
              <a:rPr sz="1275" b="0">
                <a:solidFill>
                  <a:srgbClr val="171717"/>
                </a:solidFill>
                <a:latin typeface="Arial"/>
                <a:ea typeface="Arial"/>
                <a:cs typeface="Arial"/>
              </a:rPr>
              <a:t>Key, wallet, persona, server and operator are proven separately, so we can say “key genuine, operator changed.”</a:t>
            </a:r>
          </a:p>
        </p:txBody>
      </p:sp>
      <p:sp>
        <p:nvSpPr>
          <p:cNvPr id="21032" name="Innovation title 1">
            <a:extLst xmlns:a="http://schemas.openxmlformats.org/drawingml/2006/main">
              <a:ext uri="{FF2B5EF4-FFF2-40B4-BE49-F238E27FC236}">
                <a16:creationId xmlns:a16="http://schemas.microsoft.com/office/drawing/2014/main" id="{8DEA64DC-101B-4885-BE4C-F02A42A10E31}"/>
              </a:ext>
            </a:extLst>
          </p:cNvPr>
          <p:cNvSpPr>
            <a:spLocks xmlns:a="http://schemas.openxmlformats.org/drawingml/2006/main" noGrp="1"/>
          </p:cNvSpPr>
          <p:nvPr/>
        </p:nvSpPr>
        <p:spPr>
          <a:xfrm xmlns:a="http://schemas.openxmlformats.org/drawingml/2006/main">
            <a:off x="6286500" y="3429000"/>
            <a:ext cx="5372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00" b="1">
                <a:solidFill>
                  <a:srgbClr val="1F497D"/>
                </a:solidFill>
                <a:latin typeface="Arial"/>
                <a:ea typeface="Arial"/>
                <a:cs typeface="Arial"/>
              </a:defRPr>
            </a:pPr>
            <a:r>
              <a:rPr sz="1500" b="1">
                <a:solidFill>
                  <a:srgbClr val="1F497D"/>
                </a:solidFill>
                <a:latin typeface="Arial"/>
                <a:ea typeface="Arial"/>
                <a:cs typeface="Arial"/>
              </a:rPr>
              <a:t>02  Forgery-aware scoring</a:t>
            </a:r>
          </a:p>
        </p:txBody>
      </p:sp>
      <p:sp>
        <p:nvSpPr>
          <p:cNvPr id="21033" name="Innovation detail 1">
            <a:extLst xmlns:a="http://schemas.openxmlformats.org/drawingml/2006/main">
              <a:ext uri="{FF2B5EF4-FFF2-40B4-BE49-F238E27FC236}">
                <a16:creationId xmlns:a16="http://schemas.microsoft.com/office/drawing/2014/main" id="{5C0DD64D-5E8E-4C49-86E6-CCF8F4AD9594}"/>
              </a:ext>
            </a:extLst>
          </p:cNvPr>
          <p:cNvSpPr>
            <a:spLocks xmlns:a="http://schemas.openxmlformats.org/drawingml/2006/main" noGrp="1"/>
          </p:cNvSpPr>
          <p:nvPr/>
        </p:nvSpPr>
        <p:spPr>
          <a:xfrm xmlns:a="http://schemas.openxmlformats.org/drawingml/2006/main">
            <a:off x="6286500" y="3686175"/>
            <a:ext cx="537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0">
                <a:solidFill>
                  <a:srgbClr val="171717"/>
                </a:solidFill>
                <a:latin typeface="Arial"/>
                <a:ea typeface="Arial"/>
                <a:cs typeface="Arial"/>
              </a:defRPr>
            </a:pPr>
            <a:r>
              <a:rPr sz="1275" b="0">
                <a:solidFill>
                  <a:srgbClr val="171717"/>
                </a:solidFill>
                <a:latin typeface="Arial"/>
                <a:ea typeface="Arial"/>
                <a:cs typeface="Arial"/>
              </a:rPr>
              <a:t>Evidence counts by how hard it is to fake. A copied handle or pasted key can never prove identity alone.</a:t>
            </a:r>
          </a:p>
        </p:txBody>
      </p:sp>
      <p:sp>
        <p:nvSpPr>
          <p:cNvPr id="21034" name="Innovation title 2">
            <a:extLst xmlns:a="http://schemas.openxmlformats.org/drawingml/2006/main">
              <a:ext uri="{FF2B5EF4-FFF2-40B4-BE49-F238E27FC236}">
                <a16:creationId xmlns:a16="http://schemas.microsoft.com/office/drawing/2014/main" id="{AA1B7D83-952C-4D2D-A751-3AC4EC2310CB}"/>
              </a:ext>
            </a:extLst>
          </p:cNvPr>
          <p:cNvSpPr>
            <a:spLocks xmlns:a="http://schemas.openxmlformats.org/drawingml/2006/main" noGrp="1"/>
          </p:cNvSpPr>
          <p:nvPr/>
        </p:nvSpPr>
        <p:spPr>
          <a:xfrm xmlns:a="http://schemas.openxmlformats.org/drawingml/2006/main">
            <a:off x="6286500" y="4038600"/>
            <a:ext cx="5372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00" b="1">
                <a:solidFill>
                  <a:srgbClr val="1F497D"/>
                </a:solidFill>
                <a:latin typeface="Arial"/>
                <a:ea typeface="Arial"/>
                <a:cs typeface="Arial"/>
              </a:defRPr>
            </a:pPr>
            <a:r>
              <a:rPr sz="1500" b="1">
                <a:solidFill>
                  <a:srgbClr val="1F497D"/>
                </a:solidFill>
                <a:latin typeface="Arial"/>
                <a:ea typeface="Arial"/>
                <a:cs typeface="Arial"/>
              </a:rPr>
              <a:t>03  No double-counting</a:t>
            </a:r>
          </a:p>
        </p:txBody>
      </p:sp>
      <p:sp>
        <p:nvSpPr>
          <p:cNvPr id="21035" name="Innovation detail 2">
            <a:extLst xmlns:a="http://schemas.openxmlformats.org/drawingml/2006/main">
              <a:ext uri="{FF2B5EF4-FFF2-40B4-BE49-F238E27FC236}">
                <a16:creationId xmlns:a16="http://schemas.microsoft.com/office/drawing/2014/main" id="{8D9FEC8B-7EAE-4AB7-96FD-E1013D678976}"/>
              </a:ext>
            </a:extLst>
          </p:cNvPr>
          <p:cNvSpPr>
            <a:spLocks xmlns:a="http://schemas.openxmlformats.org/drawingml/2006/main" noGrp="1"/>
          </p:cNvSpPr>
          <p:nvPr/>
        </p:nvSpPr>
        <p:spPr>
          <a:xfrm xmlns:a="http://schemas.openxmlformats.org/drawingml/2006/main">
            <a:off x="6286500" y="4295775"/>
            <a:ext cx="537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0">
                <a:solidFill>
                  <a:srgbClr val="171717"/>
                </a:solidFill>
                <a:latin typeface="Arial"/>
                <a:ea typeface="Arial"/>
                <a:cs typeface="Arial"/>
              </a:defRPr>
            </a:pPr>
            <a:r>
              <a:rPr sz="1275" b="0">
                <a:solidFill>
                  <a:srgbClr val="171717"/>
                </a:solidFill>
                <a:latin typeface="Arial"/>
                <a:ea typeface="Arial"/>
                <a:cs typeface="Arial"/>
              </a:rPr>
              <a:t>A handle, key and listing copied from one source count once, not as three confirmations.</a:t>
            </a:r>
          </a:p>
        </p:txBody>
      </p:sp>
      <p:sp>
        <p:nvSpPr>
          <p:cNvPr id="21036" name="Innovation title 3">
            <a:extLst xmlns:a="http://schemas.openxmlformats.org/drawingml/2006/main">
              <a:ext uri="{FF2B5EF4-FFF2-40B4-BE49-F238E27FC236}">
                <a16:creationId xmlns:a16="http://schemas.microsoft.com/office/drawing/2014/main" id="{29B0CF0D-B02D-4AC4-8FB7-70D22882EBA1}"/>
              </a:ext>
            </a:extLst>
          </p:cNvPr>
          <p:cNvSpPr>
            <a:spLocks xmlns:a="http://schemas.openxmlformats.org/drawingml/2006/main" noGrp="1"/>
          </p:cNvSpPr>
          <p:nvPr/>
        </p:nvSpPr>
        <p:spPr>
          <a:xfrm xmlns:a="http://schemas.openxmlformats.org/drawingml/2006/main">
            <a:off x="6286500" y="4648200"/>
            <a:ext cx="5372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00" b="1">
                <a:solidFill>
                  <a:srgbClr val="1F497D"/>
                </a:solidFill>
                <a:latin typeface="Arial"/>
                <a:ea typeface="Arial"/>
                <a:cs typeface="Arial"/>
              </a:defRPr>
            </a:pPr>
            <a:r>
              <a:rPr sz="1500" b="1">
                <a:solidFill>
                  <a:srgbClr val="1F497D"/>
                </a:solidFill>
                <a:latin typeface="Arial"/>
                <a:ea typeface="Arial"/>
                <a:cs typeface="Arial"/>
              </a:rPr>
              <a:t>04  Takeover detection</a:t>
            </a:r>
          </a:p>
        </p:txBody>
      </p:sp>
      <p:sp>
        <p:nvSpPr>
          <p:cNvPr id="21037" name="Innovation detail 3">
            <a:extLst xmlns:a="http://schemas.openxmlformats.org/drawingml/2006/main">
              <a:ext uri="{FF2B5EF4-FFF2-40B4-BE49-F238E27FC236}">
                <a16:creationId xmlns:a16="http://schemas.microsoft.com/office/drawing/2014/main" id="{D9B4840A-B759-4AED-9C5D-4AC4534E2F45}"/>
              </a:ext>
            </a:extLst>
          </p:cNvPr>
          <p:cNvSpPr>
            <a:spLocks xmlns:a="http://schemas.openxmlformats.org/drawingml/2006/main" noGrp="1"/>
          </p:cNvSpPr>
          <p:nvPr/>
        </p:nvSpPr>
        <p:spPr>
          <a:xfrm xmlns:a="http://schemas.openxmlformats.org/drawingml/2006/main">
            <a:off x="6286500" y="4905375"/>
            <a:ext cx="537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0">
                <a:solidFill>
                  <a:srgbClr val="171717"/>
                </a:solidFill>
                <a:latin typeface="Arial"/>
                <a:ea typeface="Arial"/>
                <a:cs typeface="Arial"/>
              </a:defRPr>
            </a:pPr>
            <a:r>
              <a:rPr sz="1275" b="0">
                <a:solidFill>
                  <a:srgbClr val="171717"/>
                </a:solidFill>
                <a:latin typeface="Arial"/>
                <a:ea typeface="Arial"/>
                <a:cs typeface="Arial"/>
              </a:rPr>
              <a:t>Sudden shifts in writing style, active hours and listing habits flag a possible account sale or takeover.</a:t>
            </a:r>
          </a:p>
        </p:txBody>
      </p:sp>
      <p:sp>
        <p:nvSpPr>
          <p:cNvPr id="21038" name="Innovation title 4">
            <a:extLst xmlns:a="http://schemas.openxmlformats.org/drawingml/2006/main">
              <a:ext uri="{FF2B5EF4-FFF2-40B4-BE49-F238E27FC236}">
                <a16:creationId xmlns:a16="http://schemas.microsoft.com/office/drawing/2014/main" id="{84AD6636-F35E-408C-BC03-E24BB7B35ADD}"/>
              </a:ext>
            </a:extLst>
          </p:cNvPr>
          <p:cNvSpPr>
            <a:spLocks xmlns:a="http://schemas.openxmlformats.org/drawingml/2006/main" noGrp="1"/>
          </p:cNvSpPr>
          <p:nvPr/>
        </p:nvSpPr>
        <p:spPr>
          <a:xfrm xmlns:a="http://schemas.openxmlformats.org/drawingml/2006/main">
            <a:off x="6286500" y="5257800"/>
            <a:ext cx="5372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00" b="1">
                <a:solidFill>
                  <a:srgbClr val="A96500"/>
                </a:solidFill>
                <a:latin typeface="Arial"/>
                <a:ea typeface="Arial"/>
                <a:cs typeface="Arial"/>
              </a:defRPr>
            </a:pPr>
            <a:r>
              <a:rPr sz="1500" b="1">
                <a:solidFill>
                  <a:srgbClr val="A96500"/>
                </a:solidFill>
                <a:latin typeface="Arial"/>
                <a:ea typeface="Arial"/>
                <a:cs typeface="Arial"/>
              </a:rPr>
              <a:t>05  HOLD, don’t guess</a:t>
            </a:r>
          </a:p>
        </p:txBody>
      </p:sp>
      <p:sp>
        <p:nvSpPr>
          <p:cNvPr id="21039" name="Innovation detail 4">
            <a:extLst xmlns:a="http://schemas.openxmlformats.org/drawingml/2006/main">
              <a:ext uri="{FF2B5EF4-FFF2-40B4-BE49-F238E27FC236}">
                <a16:creationId xmlns:a16="http://schemas.microsoft.com/office/drawing/2014/main" id="{5F9C943A-A606-4B77-829E-7BFBCA41E77C}"/>
              </a:ext>
            </a:extLst>
          </p:cNvPr>
          <p:cNvSpPr>
            <a:spLocks xmlns:a="http://schemas.openxmlformats.org/drawingml/2006/main" noGrp="1"/>
          </p:cNvSpPr>
          <p:nvPr/>
        </p:nvSpPr>
        <p:spPr>
          <a:xfrm xmlns:a="http://schemas.openxmlformats.org/drawingml/2006/main">
            <a:off x="6286500" y="5514975"/>
            <a:ext cx="537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0">
                <a:solidFill>
                  <a:srgbClr val="171717"/>
                </a:solidFill>
                <a:latin typeface="Arial"/>
                <a:ea typeface="Arial"/>
                <a:cs typeface="Arial"/>
              </a:defRPr>
            </a:pPr>
            <a:r>
              <a:rPr sz="1275" b="0">
                <a:solidFill>
                  <a:srgbClr val="171717"/>
                </a:solidFill>
                <a:latin typeface="Arial"/>
                <a:ea typeface="Arial"/>
                <a:cs typeface="Arial"/>
              </a:rPr>
              <a:t>When evidence is thin, the analyst gets a ranked list of exactly what evidence to fetch next.</a:t>
            </a:r>
          </a:p>
        </p:txBody>
      </p:sp>
      <p:sp>
        <p:nvSpPr>
          <p:cNvPr id="21040" name="Sakshi Astra meaning">
            <a:extLst xmlns:a="http://schemas.openxmlformats.org/drawingml/2006/main">
              <a:ext uri="{FF2B5EF4-FFF2-40B4-BE49-F238E27FC236}">
                <a16:creationId xmlns:a16="http://schemas.microsoft.com/office/drawing/2014/main" id="{35A36203-0E3B-4D24-A55E-777F06F478F0}"/>
              </a:ext>
            </a:extLst>
          </p:cNvPr>
          <p:cNvSpPr>
            <a:spLocks xmlns:a="http://schemas.openxmlformats.org/drawingml/2006/main" noGrp="1"/>
          </p:cNvSpPr>
          <p:nvPr/>
        </p:nvSpPr>
        <p:spPr>
          <a:xfrm xmlns:a="http://schemas.openxmlformats.org/drawingml/2006/main">
            <a:off x="533400" y="60864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1">
                <a:solidFill>
                  <a:srgbClr val="40A5BD"/>
                </a:solidFill>
                <a:latin typeface="Arial"/>
                <a:ea typeface="Arial"/>
                <a:cs typeface="Arial"/>
              </a:defRPr>
            </a:pPr>
            <a:r>
              <a:rPr sz="1275" b="1">
                <a:solidFill>
                  <a:srgbClr val="40A5BD"/>
                </a:solidFill>
                <a:latin typeface="Arial"/>
                <a:ea typeface="Arial"/>
                <a:cs typeface="Arial"/>
              </a:rPr>
              <a:t>Sakshi (witness) + Astra (weapon): similarity finds suspects, SakshiAstra shows what the evidence proves.</a:t>
            </a:r>
          </a:p>
        </p:txBody>
      </p:sp>
    </p:spTree>
  </p:cSld>
  <p:clrMapOvr>
    <a:masterClrMapping/>
  </p:clrMapOvr>
  <p:timing>
    <p:tnLst>
      <p:par>
        <p:cTn id="1" dur="indefinite" restart="never" nodeType="tmRoot"/>
      </p:par>
    </p:tnLst>
  </p:timing>
</p:sld>
</file>

<file path=ppt/slides/slide3.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bg>
      <p:bgPr>
        <a:solidFill>
          <a:srgbClr val="FFFFFF"/>
        </a:solidFill>
        <a:effectLst/>
      </p:bgPr>
    </p:bg>
    <p:spTree>
      <p:nvGrpSpPr>
        <p:cNvPr id="1" name=""/>
        <p:cNvGrpSpPr/>
        <p:nvPr/>
      </p:nvGrpSpPr>
      <p:grpSpPr>
        <a:xfrm>
          <a:off x="0" y="0"/>
          <a:ext cx="0" cy="0"/>
          <a:chOff x="0" y="0"/>
          <a:chExt cx="0" cy="0"/>
        </a:xfrm>
      </p:grpSpPr>
      <p:sp>
        <p:nvSpPr>
          <p:cNvPr id="2" name="Google Shape;112;p15"/>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HD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QAAAAAAAAAHAAAAAAAAAAEAAACAgIAAQgAAAAAAAAAkAAAAZAAAAGQAAAAAAAAAy8vLAEIAAAAAAAAAJ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HDAAP///wEAAAAAAAAAAAAAAAAAAAAAAAAAAAAAAAAAAAAAAAAAAAAAAAJ/f38AgICAAMvLywDAwP8Af39/AAAAAAAAAAAAAAAAAAAAAAAAAAAAIQAAABgAAAAUAAAAAAAAABcnAAAASwAAMCoAABAAAAAmAAAACAAAAP//////////"/>
              </a:ext>
            </a:extLst>
          </p:cNvSpPr>
          <p:nvPr/>
        </p:nvSpPr>
        <p:spPr>
          <a:xfrm>
            <a:off x="0" y="6354445"/>
            <a:ext cx="12192000" cy="503555"/>
          </a:xfrm>
          <a:prstGeom prst="rect">
            <a:avLst/>
          </a:prstGeom>
          <a:solidFill>
            <a:srgbClr val="0070C0"/>
          </a:solidFill>
          <a:ln>
            <a:noFill/>
          </a:ln>
          <a:effectLst>
            <a:outerShdw blurRad="12700" dist="22860" dir="5400000">
              <a:srgbClr val="808080">
                <a:alpha val="34000"/>
              </a:srgbClr>
            </a:outerShdw>
          </a:effectLst>
        </p:spPr>
        <p:txBody>
          <a:bodyPr vert="horz" wrap="square" lIns="91440" tIns="45720" rIns="91440" bIns="45720" numCol="1" spcCol="215900" anchor="ctr"/>
          <a:lstStyle/>
          <a:p>
            <a:pPr marL="0" marR="0" indent="0" algn="ctr">
              <a:spcBef>
                <a:spcPts val="0"/>
              </a:spcBef>
              <a:spcAft>
                <a:spcPts val="0"/>
              </a:spcAft>
              <a:buNone/>
            </a:pPr>
            <a:endParaRPr sz="1800" cap="none">
              <a:solidFill>
                <a:srgbClr val="C0504D"/>
              </a:solidFill>
              <a:latin typeface="Calibri" pitchFamily="2" charset="0"/>
              <a:ea typeface="Calibri" pitchFamily="2" charset="0"/>
              <a:cs typeface="Calibri" pitchFamily="2" charset="0"/>
            </a:endParaRPr>
          </a:p>
        </p:txBody>
      </p:sp>
      <p:sp>
        <p:nvSpPr>
          <p:cNvPr id="4" name="Google Shape;115;p1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DUAABonAABARwAAWSkAABAAAAAmAAAACAAAADw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p>
            <a:pPr marL="0" indent="0" algn="r">
              <a:spcBef>
                <a:spcPts val="0"/>
              </a:spcBef>
              <a:spcAft>
                <a:spcPts val="0"/>
              </a:spcAft>
              <a:buNone/>
            </a:pPr>
            <a:fld id="{3C2581C1-8FD1-7077-9F9D-7922CFD3692C}" type="slidenum">
              <a:rPr lang="en-us" b="1" cap="none">
                <a:solidFill>
                  <a:srgbClr val="FFFFFF"/>
                </a:solidFill>
              </a:rPr>
              <a:t>3</a:t>
            </a:fld>
            <a:endParaRPr b="1" cap="none">
              <a:solidFill>
                <a:srgbClr val="FFFFFF"/>
              </a:solidFill>
            </a:endParaRPr>
          </a:p>
        </p:txBody>
      </p:sp>
      <p:sp>
        <p:nvSpPr>
          <p:cNvPr id="5" name="Google Shape;116;p1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mBwAABonAABOMAAAWSkAABAAAAAmAAAACAAAAD0wAAD/HwAA"/>
              </a:ext>
            </a:extLst>
          </p:cNvSpPr>
          <p:nvPr>
            <p:ph type="ftr" idx="11"/>
          </p:nvPr>
        </p:nvSpPr>
        <p:spPr>
          <a:xfrm>
            <a:off x="4648200" y="6356350"/>
            <a:ext cx="3204210" cy="365125"/>
          </a:xfrm>
          <a:noFill/>
          <a:ln>
            <a:noFill/>
          </a:ln>
        </p:spPr>
        <p:txBody>
          <a:bodyPr vert="horz" wrap="square" lIns="91440" tIns="45720" rIns="91440" bIns="45720" numCol="1" spcCol="215900" anchor="ctr">
            <a:prstTxWarp prst="textNoShape">
              <a:avLst/>
            </a:prstTxWarp>
          </a:bodyPr>
          <a:lstStyle/>
          <a:p>
            <a:pPr marL="0" indent="0" algn="ctr">
              <a:spcBef>
                <a:spcPts val="0"/>
              </a:spcBef>
              <a:spcAft>
                <a:spcPts val="0"/>
              </a:spcAft>
              <a:buNone/>
            </a:pPr>
            <a:r>
              <a:rPr lang="en-us" cap="none">
                <a:solidFill>
                  <a:srgbClr val="FFFFFF"/>
                </a:solidFill>
              </a:rPr>
              <a:t>@SIH Idea submission- Template</a:t>
            </a:r>
            <a:endParaRPr cap="none">
              <a:solidFill>
                <a:srgbClr val="FFFFFF"/>
              </a:solidFill>
            </a:endParaRPr>
          </a:p>
        </p:txBody>
      </p:sp>
      <p:sp>
        <p:nvSpPr>
          <p:cNvPr id="7" name="Google Shape;119;p15"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gIAAI0BAACUCQAAhQYAABAAAAAmAAAACAAAAP//////////"/>
              </a:ext>
            </a:extLst>
          </p:cNvSpPr>
          <p:nvPr/>
        </p:nvSpPr>
        <p:spPr>
          <a:xfrm>
            <a:off x="328930" y="252095"/>
            <a:ext cx="122809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r>
              <a:rPr lang="en-us" sz="1500" b="1" cap="none">
                <a:latin typeface="Calibri" pitchFamily="2" charset="0"/>
                <a:ea typeface="Calibri" pitchFamily="2" charset="0"/>
                <a:cs typeface="Calibri" pitchFamily="2" charset="0"/>
              </a:rPr>
              <a:t>6@RootRevival</a:t>
            </a:r>
            <a:endParaRPr sz="1500" b="1" cap="none">
              <a:latin typeface="Calibri" pitchFamily="2" charset="0"/>
              <a:ea typeface="Calibri" pitchFamily="2" charset="0"/>
              <a:cs typeface="Calibri" pitchFamily="2" charset="0"/>
            </a:endParaRPr>
          </a:p>
        </p:txBody>
      </p:sp>
      <p:sp>
        <p:nvSpPr>
          <p:cNvPr id="31014" name="Slide title">
            <a:extLst xmlns:a="http://schemas.openxmlformats.org/drawingml/2006/main">
              <a:ext uri="{FF2B5EF4-FFF2-40B4-BE49-F238E27FC236}">
                <a16:creationId xmlns:a16="http://schemas.microsoft.com/office/drawing/2014/main" id="{93B25350-089B-409F-BB6A-93C89FF2EA74}"/>
              </a:ext>
            </a:extLst>
          </p:cNvPr>
          <p:cNvSpPr>
            <a:spLocks xmlns:a="http://schemas.openxmlformats.org/drawingml/2006/main" noGrp="1"/>
          </p:cNvSpPr>
          <p:nvPr/>
        </p:nvSpPr>
        <p:spPr>
          <a:xfrm xmlns:a="http://schemas.openxmlformats.org/drawingml/2006/main">
            <a:off x="2000250" y="400050"/>
            <a:ext cx="762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2850" b="1">
                <a:solidFill>
                  <a:srgbClr val="171717"/>
                </a:solidFill>
                <a:latin typeface="Arial"/>
                <a:ea typeface="Arial"/>
                <a:cs typeface="Arial"/>
              </a:defRPr>
            </a:pPr>
            <a:r>
              <a:rPr sz="2850" b="1">
                <a:solidFill>
                  <a:srgbClr val="171717"/>
                </a:solidFill>
                <a:latin typeface="Arial"/>
                <a:ea typeface="Arial"/>
                <a:cs typeface="Arial"/>
              </a:rPr>
              <a:t>TECHNICAL APPROACH</a:t>
            </a:r>
          </a:p>
        </p:txBody>
      </p:sp>
      <p:pic>
        <p:nvPicPr>
          <p:cNvPr id="31015" name=""/>
          <p:cNvPicPr>
            <a:picLocks xmlns:a="http://schemas.openxmlformats.org/drawingml/2006/main" noChangeAspect="1"/>
          </p:cNvPicPr>
          <p:nvPr/>
        </p:nvPicPr>
        <p:blipFill>
          <a:blip xmlns:r="http://schemas.openxmlformats.org/officeDocument/2006/relationships" xmlns:a="http://schemas.openxmlformats.org/drawingml/2006/main" r:embed="rIdRedesign1000"/>
          <a:stretch xmlns:a="http://schemas.openxmlformats.org/drawingml/2006/main"/>
        </p:blipFill>
        <p:spPr>
          <a:xfrm xmlns:a="http://schemas.openxmlformats.org/drawingml/2006/main">
            <a:off x="9786529" y="0"/>
            <a:ext cx="2239193" cy="1057275"/>
          </a:xfrm>
          <a:prstGeom xmlns:a="http://schemas.openxmlformats.org/drawingml/2006/main" prst="rect">
            <a:avLst/>
          </a:prstGeom>
        </p:spPr>
      </p:pic>
      <p:sp>
        <p:nvSpPr>
          <p:cNvPr id="31016" name="Workflow summary">
            <a:extLst xmlns:a="http://schemas.openxmlformats.org/drawingml/2006/main">
              <a:ext uri="{FF2B5EF4-FFF2-40B4-BE49-F238E27FC236}">
                <a16:creationId xmlns:a16="http://schemas.microsoft.com/office/drawing/2014/main" id="{E573FBC1-2CDD-4BE4-A760-931413EC9C80}"/>
              </a:ext>
            </a:extLst>
          </p:cNvPr>
          <p:cNvSpPr>
            <a:spLocks xmlns:a="http://schemas.openxmlformats.org/drawingml/2006/main" noGrp="1"/>
          </p:cNvSpPr>
          <p:nvPr/>
        </p:nvSpPr>
        <p:spPr>
          <a:xfrm xmlns:a="http://schemas.openxmlformats.org/drawingml/2006/main">
            <a:off x="533400" y="1295400"/>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rPr>
              <a:t>Collect evidence. Suggest links. Verify each claim. Analyst approves the dossier.</a:t>
            </a:r>
          </a:p>
        </p:txBody>
      </p:sp>
      <p:sp>
        <p:nvSpPr>
          <p:cNvPr id="31017" name="Stage 1 heading">
            <a:extLst xmlns:a="http://schemas.openxmlformats.org/drawingml/2006/main">
              <a:ext uri="{FF2B5EF4-FFF2-40B4-BE49-F238E27FC236}">
                <a16:creationId xmlns:a16="http://schemas.microsoft.com/office/drawing/2014/main" id="{9D2A28CA-F8D9-4D68-B303-FF3BFB1DE3E7}"/>
              </a:ext>
            </a:extLst>
          </p:cNvPr>
          <p:cNvSpPr>
            <a:spLocks xmlns:a="http://schemas.openxmlformats.org/drawingml/2006/main" noGrp="1"/>
          </p:cNvSpPr>
          <p:nvPr/>
        </p:nvSpPr>
        <p:spPr>
          <a:xfrm xmlns:a="http://schemas.openxmlformats.org/drawingml/2006/main">
            <a:off x="533400" y="1790700"/>
            <a:ext cx="201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650" b="1">
                <a:solidFill>
                  <a:srgbClr val="1F497D"/>
                </a:solidFill>
                <a:latin typeface="Arial"/>
                <a:ea typeface="Arial"/>
                <a:cs typeface="Arial"/>
              </a:defRPr>
            </a:pPr>
            <a:r>
              <a:rPr sz="1650" b="1">
                <a:solidFill>
                  <a:srgbClr val="1F497D"/>
                </a:solidFill>
                <a:latin typeface="Arial"/>
                <a:ea typeface="Arial"/>
                <a:cs typeface="Arial"/>
              </a:rPr>
              <a:t>1  Collect</a:t>
            </a:r>
          </a:p>
        </p:txBody>
      </p:sp>
      <p:sp>
        <p:nvSpPr>
          <p:cNvPr id="31018" name="Stage 1 boundary">
            <a:extLst xmlns:a="http://schemas.openxmlformats.org/drawingml/2006/main">
              <a:ext uri="{FF2B5EF4-FFF2-40B4-BE49-F238E27FC236}">
                <a16:creationId xmlns:a16="http://schemas.microsoft.com/office/drawing/2014/main" id="{23CB3595-D62C-4258-B534-8C94CD2ACBEC}"/>
              </a:ext>
            </a:extLst>
          </p:cNvPr>
          <p:cNvSpPr>
            <a:spLocks xmlns:a="http://schemas.openxmlformats.org/drawingml/2006/main" noGrp="1"/>
          </p:cNvSpPr>
          <p:nvPr/>
        </p:nvSpPr>
        <p:spPr>
          <a:xfrm xmlns:a="http://schemas.openxmlformats.org/drawingml/2006/main">
            <a:off x="533400" y="2190750"/>
            <a:ext cx="2019300" cy="3400425"/>
          </a:xfrm>
          <a:prstGeom xmlns:a="http://schemas.openxmlformats.org/drawingml/2006/main" prst="rect">
            <a:avLst/>
          </a:prstGeom>
          <a:solidFill xmlns:a="http://schemas.openxmlformats.org/drawingml/2006/main">
            <a:srgbClr val="FFFFFF"/>
          </a:solidFill>
          <a:ln xmlns:a="http://schemas.openxmlformats.org/drawingml/2006/main" w="13335">
            <a:solidFill>
              <a:srgbClr val="1F497D"/>
            </a:solidFill>
            <a:prstDash val="dash"/>
          </a:ln>
        </p:spPr>
      </p:sp>
      <p:sp>
        <p:nvSpPr>
          <p:cNvPr id="31019" name="Workflow direction">
            <a:extLst xmlns:a="http://schemas.openxmlformats.org/drawingml/2006/main">
              <a:ext uri="{FF2B5EF4-FFF2-40B4-BE49-F238E27FC236}">
                <a16:creationId xmlns:a16="http://schemas.microsoft.com/office/drawing/2014/main" id="{6D30EE0E-5DB7-4926-A790-A2A8AE2D62D5}"/>
              </a:ext>
            </a:extLst>
          </p:cNvPr>
          <p:cNvSpPr>
            <a:spLocks xmlns:a="http://schemas.openxmlformats.org/drawingml/2006/main" noGrp="1"/>
          </p:cNvSpPr>
          <p:nvPr/>
        </p:nvSpPr>
        <p:spPr>
          <a:xfrm xmlns:a="http://schemas.openxmlformats.org/drawingml/2006/main">
            <a:off x="2600325" y="1885950"/>
            <a:ext cx="171450" cy="114300"/>
          </a:xfrm>
          <a:prstGeom xmlns:a="http://schemas.openxmlformats.org/drawingml/2006/main" prst="rightArrow">
            <a:avLst/>
          </a:prstGeom>
          <a:solidFill xmlns:a="http://schemas.openxmlformats.org/drawingml/2006/main">
            <a:srgbClr val="1F497D"/>
          </a:solidFill>
          <a:ln xmlns:a="http://schemas.openxmlformats.org/drawingml/2006/main" w="0">
            <a:noFill/>
          </a:ln>
        </p:spPr>
      </p:sp>
      <p:sp>
        <p:nvSpPr>
          <p:cNvPr id="31020" name="Stage 2 heading">
            <a:extLst xmlns:a="http://schemas.openxmlformats.org/drawingml/2006/main">
              <a:ext uri="{FF2B5EF4-FFF2-40B4-BE49-F238E27FC236}">
                <a16:creationId xmlns:a16="http://schemas.microsoft.com/office/drawing/2014/main" id="{85E105A7-CFBF-4FED-9E87-DFDB22E1EAA5}"/>
              </a:ext>
            </a:extLst>
          </p:cNvPr>
          <p:cNvSpPr>
            <a:spLocks xmlns:a="http://schemas.openxmlformats.org/drawingml/2006/main" noGrp="1"/>
          </p:cNvSpPr>
          <p:nvPr/>
        </p:nvSpPr>
        <p:spPr>
          <a:xfrm xmlns:a="http://schemas.openxmlformats.org/drawingml/2006/main">
            <a:off x="2809875" y="1790700"/>
            <a:ext cx="201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650" b="1">
                <a:solidFill>
                  <a:srgbClr val="1F497D"/>
                </a:solidFill>
                <a:latin typeface="Arial"/>
                <a:ea typeface="Arial"/>
                <a:cs typeface="Arial"/>
              </a:defRPr>
            </a:pPr>
            <a:r>
              <a:rPr sz="1650" b="1">
                <a:solidFill>
                  <a:srgbClr val="1F497D"/>
                </a:solidFill>
                <a:latin typeface="Arial"/>
                <a:ea typeface="Arial"/>
                <a:cs typeface="Arial"/>
              </a:rPr>
              <a:t>2  Store</a:t>
            </a:r>
          </a:p>
        </p:txBody>
      </p:sp>
      <p:sp>
        <p:nvSpPr>
          <p:cNvPr id="31021" name="Stage 2 boundary">
            <a:extLst xmlns:a="http://schemas.openxmlformats.org/drawingml/2006/main">
              <a:ext uri="{FF2B5EF4-FFF2-40B4-BE49-F238E27FC236}">
                <a16:creationId xmlns:a16="http://schemas.microsoft.com/office/drawing/2014/main" id="{BF085B9A-FBB9-47FB-B60C-CCCF1643920F}"/>
              </a:ext>
            </a:extLst>
          </p:cNvPr>
          <p:cNvSpPr>
            <a:spLocks xmlns:a="http://schemas.openxmlformats.org/drawingml/2006/main" noGrp="1"/>
          </p:cNvSpPr>
          <p:nvPr/>
        </p:nvSpPr>
        <p:spPr>
          <a:xfrm xmlns:a="http://schemas.openxmlformats.org/drawingml/2006/main">
            <a:off x="2809875" y="2190750"/>
            <a:ext cx="2019300" cy="3400425"/>
          </a:xfrm>
          <a:prstGeom xmlns:a="http://schemas.openxmlformats.org/drawingml/2006/main" prst="rect">
            <a:avLst/>
          </a:prstGeom>
          <a:solidFill xmlns:a="http://schemas.openxmlformats.org/drawingml/2006/main">
            <a:srgbClr val="FFFFFF"/>
          </a:solidFill>
          <a:ln xmlns:a="http://schemas.openxmlformats.org/drawingml/2006/main" w="13335">
            <a:solidFill>
              <a:srgbClr val="1F497D"/>
            </a:solidFill>
            <a:prstDash val="solid"/>
          </a:ln>
        </p:spPr>
      </p:sp>
      <p:sp>
        <p:nvSpPr>
          <p:cNvPr id="31022" name="Workflow direction">
            <a:extLst xmlns:a="http://schemas.openxmlformats.org/drawingml/2006/main">
              <a:ext uri="{FF2B5EF4-FFF2-40B4-BE49-F238E27FC236}">
                <a16:creationId xmlns:a16="http://schemas.microsoft.com/office/drawing/2014/main" id="{E8565526-3152-4035-A7BC-2B1B0DB0931D}"/>
              </a:ext>
            </a:extLst>
          </p:cNvPr>
          <p:cNvSpPr>
            <a:spLocks xmlns:a="http://schemas.openxmlformats.org/drawingml/2006/main" noGrp="1"/>
          </p:cNvSpPr>
          <p:nvPr/>
        </p:nvSpPr>
        <p:spPr>
          <a:xfrm xmlns:a="http://schemas.openxmlformats.org/drawingml/2006/main">
            <a:off x="4876800" y="1885950"/>
            <a:ext cx="171450" cy="114300"/>
          </a:xfrm>
          <a:prstGeom xmlns:a="http://schemas.openxmlformats.org/drawingml/2006/main" prst="rightArrow">
            <a:avLst/>
          </a:prstGeom>
          <a:solidFill xmlns:a="http://schemas.openxmlformats.org/drawingml/2006/main">
            <a:srgbClr val="1F497D"/>
          </a:solidFill>
          <a:ln xmlns:a="http://schemas.openxmlformats.org/drawingml/2006/main" w="0">
            <a:noFill/>
          </a:ln>
        </p:spPr>
      </p:sp>
      <p:sp>
        <p:nvSpPr>
          <p:cNvPr id="31023" name="Stage 3 heading">
            <a:extLst xmlns:a="http://schemas.openxmlformats.org/drawingml/2006/main">
              <a:ext uri="{FF2B5EF4-FFF2-40B4-BE49-F238E27FC236}">
                <a16:creationId xmlns:a16="http://schemas.microsoft.com/office/drawing/2014/main" id="{E34A1E14-48B2-419D-9F33-63AB50422DC3}"/>
              </a:ext>
            </a:extLst>
          </p:cNvPr>
          <p:cNvSpPr>
            <a:spLocks xmlns:a="http://schemas.openxmlformats.org/drawingml/2006/main" noGrp="1"/>
          </p:cNvSpPr>
          <p:nvPr/>
        </p:nvSpPr>
        <p:spPr>
          <a:xfrm xmlns:a="http://schemas.openxmlformats.org/drawingml/2006/main">
            <a:off x="5086350" y="1790700"/>
            <a:ext cx="201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650" b="1">
                <a:solidFill>
                  <a:srgbClr val="1F497D"/>
                </a:solidFill>
                <a:latin typeface="Arial"/>
                <a:ea typeface="Arial"/>
                <a:cs typeface="Arial"/>
              </a:defRPr>
            </a:pPr>
            <a:r>
              <a:rPr sz="1650" b="1">
                <a:solidFill>
                  <a:srgbClr val="1F497D"/>
                </a:solidFill>
                <a:latin typeface="Arial"/>
                <a:ea typeface="Arial"/>
                <a:cs typeface="Arial"/>
              </a:rPr>
              <a:t>3  Suggest links</a:t>
            </a:r>
          </a:p>
        </p:txBody>
      </p:sp>
      <p:sp>
        <p:nvSpPr>
          <p:cNvPr id="31024" name="Stage 3 boundary">
            <a:extLst xmlns:a="http://schemas.openxmlformats.org/drawingml/2006/main">
              <a:ext uri="{FF2B5EF4-FFF2-40B4-BE49-F238E27FC236}">
                <a16:creationId xmlns:a16="http://schemas.microsoft.com/office/drawing/2014/main" id="{BDD3B783-3965-4A5E-B0A7-D2CA243FA535}"/>
              </a:ext>
            </a:extLst>
          </p:cNvPr>
          <p:cNvSpPr>
            <a:spLocks xmlns:a="http://schemas.openxmlformats.org/drawingml/2006/main" noGrp="1"/>
          </p:cNvSpPr>
          <p:nvPr/>
        </p:nvSpPr>
        <p:spPr>
          <a:xfrm xmlns:a="http://schemas.openxmlformats.org/drawingml/2006/main">
            <a:off x="5086350" y="2190750"/>
            <a:ext cx="2019300" cy="3400425"/>
          </a:xfrm>
          <a:prstGeom xmlns:a="http://schemas.openxmlformats.org/drawingml/2006/main" prst="rect">
            <a:avLst/>
          </a:prstGeom>
          <a:solidFill xmlns:a="http://schemas.openxmlformats.org/drawingml/2006/main">
            <a:srgbClr val="FFFFFF"/>
          </a:solidFill>
          <a:ln xmlns:a="http://schemas.openxmlformats.org/drawingml/2006/main" w="13335">
            <a:solidFill>
              <a:srgbClr val="1F497D"/>
            </a:solidFill>
            <a:prstDash val="dash"/>
          </a:ln>
        </p:spPr>
      </p:sp>
      <p:sp>
        <p:nvSpPr>
          <p:cNvPr id="31025" name="Workflow direction">
            <a:extLst xmlns:a="http://schemas.openxmlformats.org/drawingml/2006/main">
              <a:ext uri="{FF2B5EF4-FFF2-40B4-BE49-F238E27FC236}">
                <a16:creationId xmlns:a16="http://schemas.microsoft.com/office/drawing/2014/main" id="{4865AC4C-1F7F-4BA2-92B1-A91AD98F399D}"/>
              </a:ext>
            </a:extLst>
          </p:cNvPr>
          <p:cNvSpPr>
            <a:spLocks xmlns:a="http://schemas.openxmlformats.org/drawingml/2006/main" noGrp="1"/>
          </p:cNvSpPr>
          <p:nvPr/>
        </p:nvSpPr>
        <p:spPr>
          <a:xfrm xmlns:a="http://schemas.openxmlformats.org/drawingml/2006/main">
            <a:off x="7153275" y="1885950"/>
            <a:ext cx="171450" cy="114300"/>
          </a:xfrm>
          <a:prstGeom xmlns:a="http://schemas.openxmlformats.org/drawingml/2006/main" prst="rightArrow">
            <a:avLst/>
          </a:prstGeom>
          <a:solidFill xmlns:a="http://schemas.openxmlformats.org/drawingml/2006/main">
            <a:srgbClr val="1F497D"/>
          </a:solidFill>
          <a:ln xmlns:a="http://schemas.openxmlformats.org/drawingml/2006/main" w="0">
            <a:noFill/>
          </a:ln>
        </p:spPr>
      </p:sp>
      <p:sp>
        <p:nvSpPr>
          <p:cNvPr id="31026" name="Stage 4 heading">
            <a:extLst xmlns:a="http://schemas.openxmlformats.org/drawingml/2006/main">
              <a:ext uri="{FF2B5EF4-FFF2-40B4-BE49-F238E27FC236}">
                <a16:creationId xmlns:a16="http://schemas.microsoft.com/office/drawing/2014/main" id="{355A0D1D-7898-4AFB-87A4-118FA04018FE}"/>
              </a:ext>
            </a:extLst>
          </p:cNvPr>
          <p:cNvSpPr>
            <a:spLocks xmlns:a="http://schemas.openxmlformats.org/drawingml/2006/main" noGrp="1"/>
          </p:cNvSpPr>
          <p:nvPr/>
        </p:nvSpPr>
        <p:spPr>
          <a:xfrm xmlns:a="http://schemas.openxmlformats.org/drawingml/2006/main">
            <a:off x="7362825" y="1790700"/>
            <a:ext cx="201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650" b="1">
                <a:solidFill>
                  <a:srgbClr val="1F497D"/>
                </a:solidFill>
                <a:latin typeface="Arial"/>
                <a:ea typeface="Arial"/>
                <a:cs typeface="Arial"/>
              </a:defRPr>
            </a:pPr>
            <a:r>
              <a:rPr sz="1650" b="1">
                <a:solidFill>
                  <a:srgbClr val="1F497D"/>
                </a:solidFill>
                <a:latin typeface="Arial"/>
                <a:ea typeface="Arial"/>
                <a:cs typeface="Arial"/>
              </a:rPr>
              <a:t>4  Verify claims</a:t>
            </a:r>
          </a:p>
        </p:txBody>
      </p:sp>
      <p:sp>
        <p:nvSpPr>
          <p:cNvPr id="31027" name="Stage 4 boundary">
            <a:extLst xmlns:a="http://schemas.openxmlformats.org/drawingml/2006/main">
              <a:ext uri="{FF2B5EF4-FFF2-40B4-BE49-F238E27FC236}">
                <a16:creationId xmlns:a16="http://schemas.microsoft.com/office/drawing/2014/main" id="{85CFCAFF-C54A-4C40-9613-8DB8E81BA130}"/>
              </a:ext>
            </a:extLst>
          </p:cNvPr>
          <p:cNvSpPr>
            <a:spLocks xmlns:a="http://schemas.openxmlformats.org/drawingml/2006/main" noGrp="1"/>
          </p:cNvSpPr>
          <p:nvPr/>
        </p:nvSpPr>
        <p:spPr>
          <a:xfrm xmlns:a="http://schemas.openxmlformats.org/drawingml/2006/main">
            <a:off x="7362825" y="2190750"/>
            <a:ext cx="2019300" cy="3400425"/>
          </a:xfrm>
          <a:prstGeom xmlns:a="http://schemas.openxmlformats.org/drawingml/2006/main" prst="rect">
            <a:avLst/>
          </a:prstGeom>
          <a:solidFill xmlns:a="http://schemas.openxmlformats.org/drawingml/2006/main">
            <a:srgbClr val="FFFFFF"/>
          </a:solidFill>
          <a:ln xmlns:a="http://schemas.openxmlformats.org/drawingml/2006/main" w="13335">
            <a:solidFill>
              <a:srgbClr val="1F497D"/>
            </a:solidFill>
            <a:prstDash val="solid"/>
          </a:ln>
        </p:spPr>
      </p:sp>
      <p:sp>
        <p:nvSpPr>
          <p:cNvPr id="31028" name="Workflow direction">
            <a:extLst xmlns:a="http://schemas.openxmlformats.org/drawingml/2006/main">
              <a:ext uri="{FF2B5EF4-FFF2-40B4-BE49-F238E27FC236}">
                <a16:creationId xmlns:a16="http://schemas.microsoft.com/office/drawing/2014/main" id="{37521810-A47E-44D9-9AD6-F985E9212E16}"/>
              </a:ext>
            </a:extLst>
          </p:cNvPr>
          <p:cNvSpPr>
            <a:spLocks xmlns:a="http://schemas.openxmlformats.org/drawingml/2006/main" noGrp="1"/>
          </p:cNvSpPr>
          <p:nvPr/>
        </p:nvSpPr>
        <p:spPr>
          <a:xfrm xmlns:a="http://schemas.openxmlformats.org/drawingml/2006/main">
            <a:off x="9429750" y="1885950"/>
            <a:ext cx="171450" cy="114300"/>
          </a:xfrm>
          <a:prstGeom xmlns:a="http://schemas.openxmlformats.org/drawingml/2006/main" prst="rightArrow">
            <a:avLst/>
          </a:prstGeom>
          <a:solidFill xmlns:a="http://schemas.openxmlformats.org/drawingml/2006/main">
            <a:srgbClr val="1F497D"/>
          </a:solidFill>
          <a:ln xmlns:a="http://schemas.openxmlformats.org/drawingml/2006/main" w="0">
            <a:noFill/>
          </a:ln>
        </p:spPr>
      </p:sp>
      <p:sp>
        <p:nvSpPr>
          <p:cNvPr id="31029" name="Stage 5 heading">
            <a:extLst xmlns:a="http://schemas.openxmlformats.org/drawingml/2006/main">
              <a:ext uri="{FF2B5EF4-FFF2-40B4-BE49-F238E27FC236}">
                <a16:creationId xmlns:a16="http://schemas.microsoft.com/office/drawing/2014/main" id="{D53CAE77-983F-429D-8F0F-6D2544853309}"/>
              </a:ext>
            </a:extLst>
          </p:cNvPr>
          <p:cNvSpPr>
            <a:spLocks xmlns:a="http://schemas.openxmlformats.org/drawingml/2006/main" noGrp="1"/>
          </p:cNvSpPr>
          <p:nvPr/>
        </p:nvSpPr>
        <p:spPr>
          <a:xfrm xmlns:a="http://schemas.openxmlformats.org/drawingml/2006/main">
            <a:off x="9639300" y="1790700"/>
            <a:ext cx="201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650" b="1">
                <a:solidFill>
                  <a:srgbClr val="1F497D"/>
                </a:solidFill>
                <a:latin typeface="Arial"/>
                <a:ea typeface="Arial"/>
                <a:cs typeface="Arial"/>
              </a:defRPr>
            </a:pPr>
            <a:r>
              <a:rPr sz="1650" b="1">
                <a:solidFill>
                  <a:srgbClr val="1F497D"/>
                </a:solidFill>
                <a:latin typeface="Arial"/>
                <a:ea typeface="Arial"/>
                <a:cs typeface="Arial"/>
              </a:rPr>
              <a:t>5  Analyst review</a:t>
            </a:r>
          </a:p>
        </p:txBody>
      </p:sp>
      <p:sp>
        <p:nvSpPr>
          <p:cNvPr id="31030" name="Stage 5 boundary">
            <a:extLst xmlns:a="http://schemas.openxmlformats.org/drawingml/2006/main">
              <a:ext uri="{FF2B5EF4-FFF2-40B4-BE49-F238E27FC236}">
                <a16:creationId xmlns:a16="http://schemas.microsoft.com/office/drawing/2014/main" id="{24B4022D-B556-4EF1-8195-5F44E7710834}"/>
              </a:ext>
            </a:extLst>
          </p:cNvPr>
          <p:cNvSpPr>
            <a:spLocks xmlns:a="http://schemas.openxmlformats.org/drawingml/2006/main" noGrp="1"/>
          </p:cNvSpPr>
          <p:nvPr/>
        </p:nvSpPr>
        <p:spPr>
          <a:xfrm xmlns:a="http://schemas.openxmlformats.org/drawingml/2006/main">
            <a:off x="9639300" y="2190750"/>
            <a:ext cx="2019300" cy="3400425"/>
          </a:xfrm>
          <a:prstGeom xmlns:a="http://schemas.openxmlformats.org/drawingml/2006/main" prst="rect">
            <a:avLst/>
          </a:prstGeom>
          <a:solidFill xmlns:a="http://schemas.openxmlformats.org/drawingml/2006/main">
            <a:srgbClr val="FFFFFF"/>
          </a:solidFill>
          <a:ln xmlns:a="http://schemas.openxmlformats.org/drawingml/2006/main" w="13335">
            <a:solidFill>
              <a:srgbClr val="1F497D"/>
            </a:solidFill>
            <a:prstDash val="solid"/>
          </a:ln>
        </p:spPr>
      </p:sp>
      <p:sp>
        <p:nvSpPr>
          <p:cNvPr id="31031" name="Authorised sources">
            <a:extLst xmlns:a="http://schemas.openxmlformats.org/drawingml/2006/main">
              <a:ext uri="{FF2B5EF4-FFF2-40B4-BE49-F238E27FC236}">
                <a16:creationId xmlns:a16="http://schemas.microsoft.com/office/drawing/2014/main" id="{ED342023-8899-4AF5-932C-5559BE303CD2}"/>
              </a:ext>
            </a:extLst>
          </p:cNvPr>
          <p:cNvSpPr>
            <a:spLocks xmlns:a="http://schemas.openxmlformats.org/drawingml/2006/main" noGrp="1"/>
          </p:cNvSpPr>
          <p:nvPr/>
        </p:nvSpPr>
        <p:spPr>
          <a:xfrm xmlns:a="http://schemas.openxmlformats.org/drawingml/2006/main">
            <a:off x="666750" y="2352675"/>
            <a:ext cx="17430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1">
                <a:solidFill>
                  <a:srgbClr val="1F497D"/>
                </a:solidFill>
                <a:latin typeface="Arial"/>
                <a:ea typeface="Arial"/>
                <a:cs typeface="Arial"/>
              </a:defRPr>
            </a:pPr>
            <a:r>
              <a:rPr sz="1275" b="1">
                <a:solidFill>
                  <a:srgbClr val="1F497D"/>
                </a:solidFill>
                <a:latin typeface="Arial"/>
                <a:ea typeface="Arial"/>
                <a:cs typeface="Arial"/>
              </a:rPr>
              <a:t>Authorised sources</a:t>
            </a:r>
          </a:p>
        </p:txBody>
      </p:sp>
      <p:sp>
        <p:nvSpPr>
          <p:cNvPr id="31032" name="Source scope">
            <a:extLst xmlns:a="http://schemas.openxmlformats.org/drawingml/2006/main">
              <a:ext uri="{FF2B5EF4-FFF2-40B4-BE49-F238E27FC236}">
                <a16:creationId xmlns:a16="http://schemas.microsoft.com/office/drawing/2014/main" id="{15CAEAAF-4C68-4A69-8B8D-819864AA7AEF}"/>
              </a:ext>
            </a:extLst>
          </p:cNvPr>
          <p:cNvSpPr>
            <a:spLocks xmlns:a="http://schemas.openxmlformats.org/drawingml/2006/main" noGrp="1"/>
          </p:cNvSpPr>
          <p:nvPr/>
        </p:nvSpPr>
        <p:spPr>
          <a:xfrm xmlns:a="http://schemas.openxmlformats.org/drawingml/2006/main">
            <a:off x="666750" y="2657475"/>
            <a:ext cx="1743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Own test onion service + fixtures</a:t>
            </a:r>
          </a:p>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Research datasets</a:t>
            </a:r>
          </a:p>
        </p:txBody>
      </p:sp>
      <p:sp>
        <p:nvSpPr>
          <p:cNvPr id="31033" name="Collection category">
            <a:extLst xmlns:a="http://schemas.openxmlformats.org/drawingml/2006/main">
              <a:ext uri="{FF2B5EF4-FFF2-40B4-BE49-F238E27FC236}">
                <a16:creationId xmlns:a16="http://schemas.microsoft.com/office/drawing/2014/main" id="{973AA349-2340-41BB-897D-CEE0F2ECD6EA}"/>
              </a:ext>
            </a:extLst>
          </p:cNvPr>
          <p:cNvSpPr>
            <a:spLocks xmlns:a="http://schemas.openxmlformats.org/drawingml/2006/main" noGrp="1"/>
          </p:cNvSpPr>
          <p:nvPr/>
        </p:nvSpPr>
        <p:spPr>
          <a:xfrm xmlns:a="http://schemas.openxmlformats.org/drawingml/2006/main">
            <a:off x="666750" y="3257550"/>
            <a:ext cx="1743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1">
                <a:solidFill>
                  <a:srgbClr val="1F497D"/>
                </a:solidFill>
                <a:latin typeface="Arial"/>
                <a:ea typeface="Arial"/>
                <a:cs typeface="Arial"/>
              </a:defRPr>
            </a:pPr>
            <a:r>
              <a:rPr sz="1200" b="1">
                <a:solidFill>
                  <a:srgbClr val="1F497D"/>
                </a:solidFill>
                <a:latin typeface="Arial"/>
                <a:ea typeface="Arial"/>
                <a:cs typeface="Arial"/>
              </a:rPr>
              <a:t>Autonomous collection</a:t>
            </a:r>
          </a:p>
        </p:txBody>
      </p:sp>
      <p:sp>
        <p:nvSpPr>
          <p:cNvPr id="31034" name="Collection action">
            <a:extLst xmlns:a="http://schemas.openxmlformats.org/drawingml/2006/main">
              <a:ext uri="{FF2B5EF4-FFF2-40B4-BE49-F238E27FC236}">
                <a16:creationId xmlns:a16="http://schemas.microsoft.com/office/drawing/2014/main" id="{E658F12F-2514-4983-9305-1539D2B1734A}"/>
              </a:ext>
            </a:extLst>
          </p:cNvPr>
          <p:cNvSpPr>
            <a:spLocks xmlns:a="http://schemas.openxmlformats.org/drawingml/2006/main" noGrp="1"/>
          </p:cNvSpPr>
          <p:nvPr/>
        </p:nvSpPr>
        <p:spPr>
          <a:xfrm xmlns:a="http://schemas.openxmlformats.org/drawingml/2006/main">
            <a:off x="666750" y="3676650"/>
            <a:ext cx="17430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626B73"/>
                </a:solidFill>
                <a:latin typeface="Arial"/>
                <a:ea typeface="Arial"/>
                <a:cs typeface="Arial"/>
              </a:defRPr>
            </a:pPr>
            <a:r>
              <a:rPr sz="1125" b="0">
                <a:solidFill>
                  <a:srgbClr val="626B73"/>
                </a:solidFill>
                <a:latin typeface="Arial"/>
                <a:ea typeface="Arial"/>
                <a:cs typeface="Arial"/>
              </a:rPr>
              <a:t>Capture, hash, rescan</a:t>
            </a:r>
          </a:p>
        </p:txBody>
      </p:sp>
      <p:pic>
        <p:nvPicPr>
          <p:cNvPr id="31035" name=""/>
          <p:cNvPicPr>
            <a:picLocks xmlns:a="http://schemas.openxmlformats.org/drawingml/2006/main" noChangeAspect="1"/>
          </p:cNvPicPr>
          <p:nvPr/>
        </p:nvPicPr>
        <p:blipFill>
          <a:blip xmlns:r="http://schemas.openxmlformats.org/officeDocument/2006/relationships" xmlns:a="http://schemas.openxmlformats.org/drawingml/2006/main" r:embed="rIdRedesign1001"/>
          <a:stretch xmlns:a="http://schemas.openxmlformats.org/drawingml/2006/main"/>
        </p:blipFill>
        <p:spPr>
          <a:xfrm xmlns:a="http://schemas.openxmlformats.org/drawingml/2006/main">
            <a:off x="666750" y="3905250"/>
            <a:ext cx="266700" cy="266700"/>
          </a:xfrm>
          <a:prstGeom xmlns:a="http://schemas.openxmlformats.org/drawingml/2006/main" prst="rect">
            <a:avLst/>
          </a:prstGeom>
        </p:spPr>
      </p:pic>
      <p:sp>
        <p:nvSpPr>
          <p:cNvPr id="31036" name="Python technology">
            <a:extLst xmlns:a="http://schemas.openxmlformats.org/drawingml/2006/main">
              <a:ext uri="{FF2B5EF4-FFF2-40B4-BE49-F238E27FC236}">
                <a16:creationId xmlns:a16="http://schemas.microsoft.com/office/drawing/2014/main" id="{069FE812-3A8B-4767-BF26-C9B93E3CBBE7}"/>
              </a:ext>
            </a:extLst>
          </p:cNvPr>
          <p:cNvSpPr>
            <a:spLocks xmlns:a="http://schemas.openxmlformats.org/drawingml/2006/main" noGrp="1"/>
          </p:cNvSpPr>
          <p:nvPr/>
        </p:nvSpPr>
        <p:spPr>
          <a:xfrm xmlns:a="http://schemas.openxmlformats.org/drawingml/2006/main">
            <a:off x="1009650" y="3943350"/>
            <a:ext cx="1352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Python</a:t>
            </a:r>
          </a:p>
        </p:txBody>
      </p:sp>
      <p:pic>
        <p:nvPicPr>
          <p:cNvPr id="31037" name=""/>
          <p:cNvPicPr>
            <a:picLocks xmlns:a="http://schemas.openxmlformats.org/drawingml/2006/main" noChangeAspect="1"/>
          </p:cNvPicPr>
          <p:nvPr/>
        </p:nvPicPr>
        <p:blipFill>
          <a:blip xmlns:r="http://schemas.openxmlformats.org/officeDocument/2006/relationships" xmlns:a="http://schemas.openxmlformats.org/drawingml/2006/main" r:embed="rIdRedesign1002"/>
          <a:stretch xmlns:a="http://schemas.openxmlformats.org/drawingml/2006/main"/>
        </p:blipFill>
        <p:spPr>
          <a:xfrm xmlns:a="http://schemas.openxmlformats.org/drawingml/2006/main">
            <a:off x="666750" y="4314825"/>
            <a:ext cx="266700" cy="266700"/>
          </a:xfrm>
          <a:prstGeom xmlns:a="http://schemas.openxmlformats.org/drawingml/2006/main" prst="rect">
            <a:avLst/>
          </a:prstGeom>
        </p:spPr>
      </p:pic>
      <p:sp>
        <p:nvSpPr>
          <p:cNvPr id="31038" name="FastAPI technology">
            <a:extLst xmlns:a="http://schemas.openxmlformats.org/drawingml/2006/main">
              <a:ext uri="{FF2B5EF4-FFF2-40B4-BE49-F238E27FC236}">
                <a16:creationId xmlns:a16="http://schemas.microsoft.com/office/drawing/2014/main" id="{08800475-82A7-4D45-BEB5-14CA5B6995BA}"/>
              </a:ext>
            </a:extLst>
          </p:cNvPr>
          <p:cNvSpPr>
            <a:spLocks xmlns:a="http://schemas.openxmlformats.org/drawingml/2006/main" noGrp="1"/>
          </p:cNvSpPr>
          <p:nvPr/>
        </p:nvSpPr>
        <p:spPr>
          <a:xfrm xmlns:a="http://schemas.openxmlformats.org/drawingml/2006/main">
            <a:off x="1009650" y="4352925"/>
            <a:ext cx="1352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FastAPI</a:t>
            </a:r>
          </a:p>
        </p:txBody>
      </p:sp>
      <p:pic>
        <p:nvPicPr>
          <p:cNvPr id="31039" name=""/>
          <p:cNvPicPr>
            <a:picLocks xmlns:a="http://schemas.openxmlformats.org/drawingml/2006/main" noChangeAspect="1"/>
          </p:cNvPicPr>
          <p:nvPr/>
        </p:nvPicPr>
        <p:blipFill>
          <a:blip xmlns:r="http://schemas.openxmlformats.org/officeDocument/2006/relationships" xmlns:a="http://schemas.openxmlformats.org/drawingml/2006/main" r:embed="rIdRedesign1003"/>
          <a:stretch xmlns:a="http://schemas.openxmlformats.org/drawingml/2006/main"/>
        </p:blipFill>
        <p:spPr>
          <a:xfrm xmlns:a="http://schemas.openxmlformats.org/drawingml/2006/main">
            <a:off x="666750" y="4777203"/>
            <a:ext cx="266700" cy="161094"/>
          </a:xfrm>
          <a:prstGeom xmlns:a="http://schemas.openxmlformats.org/drawingml/2006/main" prst="rect">
            <a:avLst/>
          </a:prstGeom>
        </p:spPr>
      </p:pic>
      <p:sp>
        <p:nvSpPr>
          <p:cNvPr id="31040" name="Tor + stem technology">
            <a:extLst xmlns:a="http://schemas.openxmlformats.org/drawingml/2006/main">
              <a:ext uri="{FF2B5EF4-FFF2-40B4-BE49-F238E27FC236}">
                <a16:creationId xmlns:a16="http://schemas.microsoft.com/office/drawing/2014/main" id="{B18E8776-D795-4511-B33D-D2F796F06021}"/>
              </a:ext>
            </a:extLst>
          </p:cNvPr>
          <p:cNvSpPr>
            <a:spLocks xmlns:a="http://schemas.openxmlformats.org/drawingml/2006/main" noGrp="1"/>
          </p:cNvSpPr>
          <p:nvPr/>
        </p:nvSpPr>
        <p:spPr>
          <a:xfrm xmlns:a="http://schemas.openxmlformats.org/drawingml/2006/main">
            <a:off x="1009650" y="4762500"/>
            <a:ext cx="1352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Tor + stem</a:t>
            </a:r>
          </a:p>
        </p:txBody>
      </p:sp>
      <p:sp>
        <p:nvSpPr>
          <p:cNvPr id="31041" name="APScheduler technology">
            <a:extLst xmlns:a="http://schemas.openxmlformats.org/drawingml/2006/main">
              <a:ext uri="{FF2B5EF4-FFF2-40B4-BE49-F238E27FC236}">
                <a16:creationId xmlns:a16="http://schemas.microsoft.com/office/drawing/2014/main" id="{B7A53249-2E16-4F05-B14F-1FAA4A15FEA2}"/>
              </a:ext>
            </a:extLst>
          </p:cNvPr>
          <p:cNvSpPr>
            <a:spLocks xmlns:a="http://schemas.openxmlformats.org/drawingml/2006/main" noGrp="1"/>
          </p:cNvSpPr>
          <p:nvPr/>
        </p:nvSpPr>
        <p:spPr>
          <a:xfrm xmlns:a="http://schemas.openxmlformats.org/drawingml/2006/main">
            <a:off x="666750" y="5172075"/>
            <a:ext cx="1743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APScheduler</a:t>
            </a:r>
          </a:p>
        </p:txBody>
      </p:sp>
      <p:sp>
        <p:nvSpPr>
          <p:cNvPr id="31042" name="Store category">
            <a:extLst xmlns:a="http://schemas.openxmlformats.org/drawingml/2006/main">
              <a:ext uri="{FF2B5EF4-FFF2-40B4-BE49-F238E27FC236}">
                <a16:creationId xmlns:a16="http://schemas.microsoft.com/office/drawing/2014/main" id="{5FD32B2A-22F0-4506-B8AC-8F999D206BF9}"/>
              </a:ext>
            </a:extLst>
          </p:cNvPr>
          <p:cNvSpPr>
            <a:spLocks xmlns:a="http://schemas.openxmlformats.org/drawingml/2006/main" noGrp="1"/>
          </p:cNvSpPr>
          <p:nvPr/>
        </p:nvSpPr>
        <p:spPr>
          <a:xfrm xmlns:a="http://schemas.openxmlformats.org/drawingml/2006/main">
            <a:off x="2943225" y="2352675"/>
            <a:ext cx="1743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1">
                <a:solidFill>
                  <a:srgbClr val="1F497D"/>
                </a:solidFill>
                <a:latin typeface="Arial"/>
                <a:ea typeface="Arial"/>
                <a:cs typeface="Arial"/>
              </a:defRPr>
            </a:pPr>
            <a:r>
              <a:rPr sz="1275" b="1">
                <a:solidFill>
                  <a:srgbClr val="1F497D"/>
                </a:solidFill>
                <a:latin typeface="Arial"/>
                <a:ea typeface="Arial"/>
                <a:cs typeface="Arial"/>
              </a:rPr>
              <a:t>Evidence store +</a:t>
            </a:r>
          </a:p>
          <a:p xmlns:a="http://schemas.openxmlformats.org/drawingml/2006/main">
            <a:pPr>
              <a:defRPr sz="1275" b="1">
                <a:solidFill>
                  <a:srgbClr val="1F497D"/>
                </a:solidFill>
                <a:latin typeface="Arial"/>
                <a:ea typeface="Arial"/>
                <a:cs typeface="Arial"/>
              </a:defRPr>
            </a:pPr>
            <a:r>
              <a:rPr sz="1275" b="1">
                <a:solidFill>
                  <a:srgbClr val="1F497D"/>
                </a:solidFill>
                <a:latin typeface="Arial"/>
                <a:ea typeface="Arial"/>
                <a:cs typeface="Arial"/>
              </a:rPr>
              <a:t>identity graph</a:t>
            </a:r>
          </a:p>
        </p:txBody>
      </p:sp>
      <p:sp>
        <p:nvSpPr>
          <p:cNvPr id="31043" name="Store action">
            <a:extLst xmlns:a="http://schemas.openxmlformats.org/drawingml/2006/main">
              <a:ext uri="{FF2B5EF4-FFF2-40B4-BE49-F238E27FC236}">
                <a16:creationId xmlns:a16="http://schemas.microsoft.com/office/drawing/2014/main" id="{D5A19D46-2D29-41B0-9B08-C57E739CE1B3}"/>
              </a:ext>
            </a:extLst>
          </p:cNvPr>
          <p:cNvSpPr>
            <a:spLocks xmlns:a="http://schemas.openxmlformats.org/drawingml/2006/main" noGrp="1"/>
          </p:cNvSpPr>
          <p:nvPr/>
        </p:nvSpPr>
        <p:spPr>
          <a:xfrm xmlns:a="http://schemas.openxmlformats.org/drawingml/2006/main">
            <a:off x="2943225" y="2971800"/>
            <a:ext cx="1743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626B73"/>
                </a:solidFill>
                <a:latin typeface="Arial"/>
                <a:ea typeface="Arial"/>
                <a:cs typeface="Arial"/>
              </a:defRPr>
            </a:pPr>
            <a:r>
              <a:rPr sz="1125" b="0">
                <a:solidFill>
                  <a:srgbClr val="626B73"/>
                </a:solidFill>
                <a:latin typeface="Arial"/>
                <a:ea typeface="Arial"/>
                <a:cs typeface="Arial"/>
              </a:rPr>
              <a:t>Provenance + linked entities</a:t>
            </a:r>
          </a:p>
        </p:txBody>
      </p:sp>
      <p:pic>
        <p:nvPicPr>
          <p:cNvPr id="31044" name=""/>
          <p:cNvPicPr>
            <a:picLocks xmlns:a="http://schemas.openxmlformats.org/drawingml/2006/main" noChangeAspect="1"/>
          </p:cNvPicPr>
          <p:nvPr/>
        </p:nvPicPr>
        <p:blipFill>
          <a:blip xmlns:r="http://schemas.openxmlformats.org/officeDocument/2006/relationships" xmlns:a="http://schemas.openxmlformats.org/drawingml/2006/main" r:embed="rIdRedesign1004"/>
          <a:stretch xmlns:a="http://schemas.openxmlformats.org/drawingml/2006/main"/>
        </p:blipFill>
        <p:spPr>
          <a:xfrm xmlns:a="http://schemas.openxmlformats.org/drawingml/2006/main">
            <a:off x="2943225" y="3609975"/>
            <a:ext cx="266700" cy="266700"/>
          </a:xfrm>
          <a:prstGeom xmlns:a="http://schemas.openxmlformats.org/drawingml/2006/main" prst="rect">
            <a:avLst/>
          </a:prstGeom>
        </p:spPr>
      </p:pic>
      <p:sp>
        <p:nvSpPr>
          <p:cNvPr id="31045" name="DuckDB technology">
            <a:extLst xmlns:a="http://schemas.openxmlformats.org/drawingml/2006/main">
              <a:ext uri="{FF2B5EF4-FFF2-40B4-BE49-F238E27FC236}">
                <a16:creationId xmlns:a16="http://schemas.microsoft.com/office/drawing/2014/main" id="{5A4A1704-FE15-48D9-BDF1-E416FA3548E5}"/>
              </a:ext>
            </a:extLst>
          </p:cNvPr>
          <p:cNvSpPr>
            <a:spLocks xmlns:a="http://schemas.openxmlformats.org/drawingml/2006/main" noGrp="1"/>
          </p:cNvSpPr>
          <p:nvPr/>
        </p:nvSpPr>
        <p:spPr>
          <a:xfrm xmlns:a="http://schemas.openxmlformats.org/drawingml/2006/main">
            <a:off x="3286125" y="3648075"/>
            <a:ext cx="1352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DuckDB</a:t>
            </a:r>
          </a:p>
        </p:txBody>
      </p:sp>
      <p:pic>
        <p:nvPicPr>
          <p:cNvPr id="31046" name=""/>
          <p:cNvPicPr>
            <a:picLocks xmlns:a="http://schemas.openxmlformats.org/drawingml/2006/main" noChangeAspect="1"/>
          </p:cNvPicPr>
          <p:nvPr/>
        </p:nvPicPr>
        <p:blipFill>
          <a:blip xmlns:r="http://schemas.openxmlformats.org/officeDocument/2006/relationships" xmlns:a="http://schemas.openxmlformats.org/drawingml/2006/main" r:embed="rIdRedesign1005"/>
          <a:stretch xmlns:a="http://schemas.openxmlformats.org/drawingml/2006/main"/>
        </p:blipFill>
        <p:spPr>
          <a:xfrm xmlns:a="http://schemas.openxmlformats.org/drawingml/2006/main">
            <a:off x="2943225" y="4057650"/>
            <a:ext cx="266700" cy="266700"/>
          </a:xfrm>
          <a:prstGeom xmlns:a="http://schemas.openxmlformats.org/drawingml/2006/main" prst="rect">
            <a:avLst/>
          </a:prstGeom>
        </p:spPr>
      </p:pic>
      <p:sp>
        <p:nvSpPr>
          <p:cNvPr id="31047" name="NetworkX technology">
            <a:extLst xmlns:a="http://schemas.openxmlformats.org/drawingml/2006/main">
              <a:ext uri="{FF2B5EF4-FFF2-40B4-BE49-F238E27FC236}">
                <a16:creationId xmlns:a16="http://schemas.microsoft.com/office/drawing/2014/main" id="{CCE64C7B-53FE-4376-B993-F4D0DFB287D2}"/>
              </a:ext>
            </a:extLst>
          </p:cNvPr>
          <p:cNvSpPr>
            <a:spLocks xmlns:a="http://schemas.openxmlformats.org/drawingml/2006/main" noGrp="1"/>
          </p:cNvSpPr>
          <p:nvPr/>
        </p:nvSpPr>
        <p:spPr>
          <a:xfrm xmlns:a="http://schemas.openxmlformats.org/drawingml/2006/main">
            <a:off x="3286125" y="4095750"/>
            <a:ext cx="1352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NetworkX</a:t>
            </a:r>
          </a:p>
        </p:txBody>
      </p:sp>
      <p:sp>
        <p:nvSpPr>
          <p:cNvPr id="31048" name="Audit technology">
            <a:extLst xmlns:a="http://schemas.openxmlformats.org/drawingml/2006/main">
              <a:ext uri="{FF2B5EF4-FFF2-40B4-BE49-F238E27FC236}">
                <a16:creationId xmlns:a16="http://schemas.microsoft.com/office/drawing/2014/main" id="{F41041E4-49EC-448F-A693-C434D0242A35}"/>
              </a:ext>
            </a:extLst>
          </p:cNvPr>
          <p:cNvSpPr>
            <a:spLocks xmlns:a="http://schemas.openxmlformats.org/drawingml/2006/main" noGrp="1"/>
          </p:cNvSpPr>
          <p:nvPr/>
        </p:nvSpPr>
        <p:spPr>
          <a:xfrm xmlns:a="http://schemas.openxmlformats.org/drawingml/2006/main">
            <a:off x="2943225" y="4657725"/>
            <a:ext cx="17430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SHA-256</a:t>
            </a:r>
          </a:p>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hash-chained audit log</a:t>
            </a:r>
          </a:p>
        </p:txBody>
      </p:sp>
      <p:sp>
        <p:nvSpPr>
          <p:cNvPr id="31049" name="Matcher category">
            <a:extLst xmlns:a="http://schemas.openxmlformats.org/drawingml/2006/main">
              <a:ext uri="{FF2B5EF4-FFF2-40B4-BE49-F238E27FC236}">
                <a16:creationId xmlns:a16="http://schemas.microsoft.com/office/drawing/2014/main" id="{17E4A29A-5F99-458B-956F-804667F971E9}"/>
              </a:ext>
            </a:extLst>
          </p:cNvPr>
          <p:cNvSpPr>
            <a:spLocks xmlns:a="http://schemas.openxmlformats.org/drawingml/2006/main" noGrp="1"/>
          </p:cNvSpPr>
          <p:nvPr/>
        </p:nvSpPr>
        <p:spPr>
          <a:xfrm xmlns:a="http://schemas.openxmlformats.org/drawingml/2006/main">
            <a:off x="5219700" y="2324100"/>
            <a:ext cx="1743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1">
                <a:solidFill>
                  <a:srgbClr val="1F497D"/>
                </a:solidFill>
                <a:latin typeface="Arial"/>
                <a:ea typeface="Arial"/>
                <a:cs typeface="Arial"/>
              </a:defRPr>
            </a:pPr>
            <a:r>
              <a:rPr sz="1200" b="1">
                <a:solidFill>
                  <a:srgbClr val="1F497D"/>
                </a:solidFill>
                <a:latin typeface="Arial"/>
                <a:ea typeface="Arial"/>
                <a:cs typeface="Arial"/>
              </a:rPr>
              <a:t>AI persona matcher</a:t>
            </a:r>
          </a:p>
        </p:txBody>
      </p:sp>
      <p:sp>
        <p:nvSpPr>
          <p:cNvPr id="31050" name="Matcher action">
            <a:extLst xmlns:a="http://schemas.openxmlformats.org/drawingml/2006/main">
              <a:ext uri="{FF2B5EF4-FFF2-40B4-BE49-F238E27FC236}">
                <a16:creationId xmlns:a16="http://schemas.microsoft.com/office/drawing/2014/main" id="{CD29CFC9-C26D-44FE-BDBE-509C1165BF7E}"/>
              </a:ext>
            </a:extLst>
          </p:cNvPr>
          <p:cNvSpPr>
            <a:spLocks xmlns:a="http://schemas.openxmlformats.org/drawingml/2006/main" noGrp="1"/>
          </p:cNvSpPr>
          <p:nvPr/>
        </p:nvSpPr>
        <p:spPr>
          <a:xfrm xmlns:a="http://schemas.openxmlformats.org/drawingml/2006/main">
            <a:off x="5219700" y="2581275"/>
            <a:ext cx="17430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626B73"/>
                </a:solidFill>
                <a:latin typeface="Arial"/>
                <a:ea typeface="Arial"/>
                <a:cs typeface="Arial"/>
              </a:defRPr>
            </a:pPr>
            <a:r>
              <a:rPr sz="1050" b="0">
                <a:solidFill>
                  <a:srgbClr val="626B73"/>
                </a:solidFill>
                <a:latin typeface="Arial"/>
                <a:ea typeface="Arial"/>
                <a:cs typeface="Arial"/>
              </a:rPr>
              <a:t>Style + activity</a:t>
            </a:r>
          </a:p>
        </p:txBody>
      </p:sp>
      <p:pic>
        <p:nvPicPr>
          <p:cNvPr id="31051" name=""/>
          <p:cNvPicPr>
            <a:picLocks xmlns:a="http://schemas.openxmlformats.org/drawingml/2006/main" noChangeAspect="1"/>
          </p:cNvPicPr>
          <p:nvPr/>
        </p:nvPicPr>
        <p:blipFill>
          <a:blip xmlns:r="http://schemas.openxmlformats.org/officeDocument/2006/relationships" xmlns:a="http://schemas.openxmlformats.org/drawingml/2006/main" r:embed="rIdRedesign1006"/>
          <a:stretch xmlns:a="http://schemas.openxmlformats.org/drawingml/2006/main"/>
        </p:blipFill>
        <p:spPr>
          <a:xfrm xmlns:a="http://schemas.openxmlformats.org/drawingml/2006/main">
            <a:off x="5219700" y="2908665"/>
            <a:ext cx="504825" cy="183420"/>
          </a:xfrm>
          <a:prstGeom xmlns:a="http://schemas.openxmlformats.org/drawingml/2006/main" prst="rect">
            <a:avLst/>
          </a:prstGeom>
        </p:spPr>
      </p:pic>
      <p:sp>
        <p:nvSpPr>
          <p:cNvPr id="31052" name="scikit-learn technology">
            <a:extLst xmlns:a="http://schemas.openxmlformats.org/drawingml/2006/main">
              <a:ext uri="{FF2B5EF4-FFF2-40B4-BE49-F238E27FC236}">
                <a16:creationId xmlns:a16="http://schemas.microsoft.com/office/drawing/2014/main" id="{A2B5355D-73F7-4662-ABCE-7D3D43CF8ADE}"/>
              </a:ext>
            </a:extLst>
          </p:cNvPr>
          <p:cNvSpPr>
            <a:spLocks xmlns:a="http://schemas.openxmlformats.org/drawingml/2006/main" noGrp="1"/>
          </p:cNvSpPr>
          <p:nvPr/>
        </p:nvSpPr>
        <p:spPr>
          <a:xfrm xmlns:a="http://schemas.openxmlformats.org/drawingml/2006/main">
            <a:off x="5800725" y="2905125"/>
            <a:ext cx="11144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scikit-learn</a:t>
            </a:r>
          </a:p>
        </p:txBody>
      </p:sp>
      <p:pic>
        <p:nvPicPr>
          <p:cNvPr id="31053" name=""/>
          <p:cNvPicPr>
            <a:picLocks xmlns:a="http://schemas.openxmlformats.org/drawingml/2006/main" noChangeAspect="1"/>
          </p:cNvPicPr>
          <p:nvPr/>
        </p:nvPicPr>
        <p:blipFill>
          <a:blip xmlns:r="http://schemas.openxmlformats.org/officeDocument/2006/relationships" xmlns:a="http://schemas.openxmlformats.org/drawingml/2006/main" r:embed="rIdRedesign1007"/>
          <a:stretch xmlns:a="http://schemas.openxmlformats.org/drawingml/2006/main"/>
        </p:blipFill>
        <p:spPr>
          <a:xfrm xmlns:a="http://schemas.openxmlformats.org/drawingml/2006/main">
            <a:off x="5270818" y="3219450"/>
            <a:ext cx="164465" cy="266700"/>
          </a:xfrm>
          <a:prstGeom xmlns:a="http://schemas.openxmlformats.org/drawingml/2006/main" prst="rect">
            <a:avLst/>
          </a:prstGeom>
        </p:spPr>
      </p:pic>
      <p:sp>
        <p:nvSpPr>
          <p:cNvPr id="31054" name="LightGBM technology">
            <a:extLst xmlns:a="http://schemas.openxmlformats.org/drawingml/2006/main">
              <a:ext uri="{FF2B5EF4-FFF2-40B4-BE49-F238E27FC236}">
                <a16:creationId xmlns:a16="http://schemas.microsoft.com/office/drawing/2014/main" id="{75EDC81E-155E-4B13-B87E-798C1425ED8D}"/>
              </a:ext>
            </a:extLst>
          </p:cNvPr>
          <p:cNvSpPr>
            <a:spLocks xmlns:a="http://schemas.openxmlformats.org/drawingml/2006/main" noGrp="1"/>
          </p:cNvSpPr>
          <p:nvPr/>
        </p:nvSpPr>
        <p:spPr>
          <a:xfrm xmlns:a="http://schemas.openxmlformats.org/drawingml/2006/main">
            <a:off x="5562600" y="3257550"/>
            <a:ext cx="1352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LightGBM</a:t>
            </a:r>
          </a:p>
        </p:txBody>
      </p:sp>
      <p:sp>
        <p:nvSpPr>
          <p:cNvPr id="31055" name="Matcher other technologies">
            <a:extLst xmlns:a="http://schemas.openxmlformats.org/drawingml/2006/main">
              <a:ext uri="{FF2B5EF4-FFF2-40B4-BE49-F238E27FC236}">
                <a16:creationId xmlns:a16="http://schemas.microsoft.com/office/drawing/2014/main" id="{D2946F8D-6455-492E-9E1A-B2F5DA26A545}"/>
              </a:ext>
            </a:extLst>
          </p:cNvPr>
          <p:cNvSpPr>
            <a:spLocks xmlns:a="http://schemas.openxmlformats.org/drawingml/2006/main" noGrp="1"/>
          </p:cNvSpPr>
          <p:nvPr/>
        </p:nvSpPr>
        <p:spPr>
          <a:xfrm xmlns:a="http://schemas.openxmlformats.org/drawingml/2006/main">
            <a:off x="5219700" y="3609975"/>
            <a:ext cx="17430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171717"/>
                </a:solidFill>
                <a:latin typeface="Arial"/>
                <a:ea typeface="Arial"/>
                <a:cs typeface="Arial"/>
              </a:defRPr>
            </a:pPr>
            <a:r>
              <a:rPr sz="1050" b="0">
                <a:solidFill>
                  <a:srgbClr val="171717"/>
                </a:solidFill>
                <a:latin typeface="Arial"/>
                <a:ea typeface="Arial"/>
                <a:cs typeface="Arial"/>
              </a:rPr>
              <a:t>MiniLM, pgpy, ruptures</a:t>
            </a:r>
          </a:p>
        </p:txBody>
      </p:sp>
      <p:sp>
        <p:nvSpPr>
          <p:cNvPr id="31056" name="Suggestion divider">
            <a:extLst xmlns:a="http://schemas.openxmlformats.org/drawingml/2006/main">
              <a:ext uri="{FF2B5EF4-FFF2-40B4-BE49-F238E27FC236}">
                <a16:creationId xmlns:a16="http://schemas.microsoft.com/office/drawing/2014/main" id="{15B96F44-112B-4876-88CF-B9B743018C8B}"/>
              </a:ext>
            </a:extLst>
          </p:cNvPr>
          <p:cNvSpPr>
            <a:spLocks xmlns:a="http://schemas.openxmlformats.org/drawingml/2006/main" noGrp="1"/>
          </p:cNvSpPr>
          <p:nvPr/>
        </p:nvSpPr>
        <p:spPr>
          <a:xfrm xmlns:a="http://schemas.openxmlformats.org/drawingml/2006/main">
            <a:off x="5219700" y="3905250"/>
            <a:ext cx="1752600" cy="0"/>
          </a:xfrm>
          <a:prstGeom xmlns:a="http://schemas.openxmlformats.org/drawingml/2006/main" prst="line">
            <a:avLst/>
          </a:prstGeom>
          <a:noFill xmlns:a="http://schemas.openxmlformats.org/drawingml/2006/main"/>
          <a:ln xmlns:a="http://schemas.openxmlformats.org/drawingml/2006/main" w="9525">
            <a:solidFill>
              <a:srgbClr val="B6C6D7"/>
            </a:solidFill>
          </a:ln>
        </p:spPr>
      </p:sp>
      <p:sp>
        <p:nvSpPr>
          <p:cNvPr id="31057" name="Origin mapper category">
            <a:extLst xmlns:a="http://schemas.openxmlformats.org/drawingml/2006/main">
              <a:ext uri="{FF2B5EF4-FFF2-40B4-BE49-F238E27FC236}">
                <a16:creationId xmlns:a16="http://schemas.microsoft.com/office/drawing/2014/main" id="{302CA3D2-2489-47B4-A924-8F67B61FECF3}"/>
              </a:ext>
            </a:extLst>
          </p:cNvPr>
          <p:cNvSpPr>
            <a:spLocks xmlns:a="http://schemas.openxmlformats.org/drawingml/2006/main" noGrp="1"/>
          </p:cNvSpPr>
          <p:nvPr/>
        </p:nvSpPr>
        <p:spPr>
          <a:xfrm xmlns:a="http://schemas.openxmlformats.org/drawingml/2006/main">
            <a:off x="5219700" y="4029075"/>
            <a:ext cx="1743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1">
                <a:solidFill>
                  <a:srgbClr val="1F497D"/>
                </a:solidFill>
                <a:latin typeface="Arial"/>
                <a:ea typeface="Arial"/>
                <a:cs typeface="Arial"/>
              </a:defRPr>
            </a:pPr>
            <a:r>
              <a:rPr sz="1200" b="1">
                <a:solidFill>
                  <a:srgbClr val="1F497D"/>
                </a:solidFill>
                <a:latin typeface="Arial"/>
                <a:ea typeface="Arial"/>
                <a:cs typeface="Arial"/>
              </a:rPr>
              <a:t>Origin mapper</a:t>
            </a:r>
          </a:p>
        </p:txBody>
      </p:sp>
      <p:sp>
        <p:nvSpPr>
          <p:cNvPr id="31058" name="Origin mapper action">
            <a:extLst xmlns:a="http://schemas.openxmlformats.org/drawingml/2006/main">
              <a:ext uri="{FF2B5EF4-FFF2-40B4-BE49-F238E27FC236}">
                <a16:creationId xmlns:a16="http://schemas.microsoft.com/office/drawing/2014/main" id="{145F63CE-50E4-4192-81F1-38A40DA8F281}"/>
              </a:ext>
            </a:extLst>
          </p:cNvPr>
          <p:cNvSpPr>
            <a:spLocks xmlns:a="http://schemas.openxmlformats.org/drawingml/2006/main" noGrp="1"/>
          </p:cNvSpPr>
          <p:nvPr/>
        </p:nvSpPr>
        <p:spPr>
          <a:xfrm xmlns:a="http://schemas.openxmlformats.org/drawingml/2006/main">
            <a:off x="5219700" y="4286250"/>
            <a:ext cx="17430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626B73"/>
                </a:solidFill>
                <a:latin typeface="Arial"/>
                <a:ea typeface="Arial"/>
                <a:cs typeface="Arial"/>
              </a:defRPr>
            </a:pPr>
            <a:r>
              <a:rPr sz="1050" b="0">
                <a:solidFill>
                  <a:srgbClr val="626B73"/>
                </a:solidFill>
                <a:latin typeface="Arial"/>
                <a:ea typeface="Arial"/>
                <a:cs typeface="Arial"/>
              </a:rPr>
              <a:t>Headers + certs to origin</a:t>
            </a:r>
          </a:p>
        </p:txBody>
      </p:sp>
      <p:sp>
        <p:nvSpPr>
          <p:cNvPr id="31059" name="Resolver category">
            <a:extLst xmlns:a="http://schemas.openxmlformats.org/drawingml/2006/main">
              <a:ext uri="{FF2B5EF4-FFF2-40B4-BE49-F238E27FC236}">
                <a16:creationId xmlns:a16="http://schemas.microsoft.com/office/drawing/2014/main" id="{5B09D6C8-134B-4D2B-A8F2-29BCBE482846}"/>
              </a:ext>
            </a:extLst>
          </p:cNvPr>
          <p:cNvSpPr>
            <a:spLocks xmlns:a="http://schemas.openxmlformats.org/drawingml/2006/main" noGrp="1"/>
          </p:cNvSpPr>
          <p:nvPr/>
        </p:nvSpPr>
        <p:spPr>
          <a:xfrm xmlns:a="http://schemas.openxmlformats.org/drawingml/2006/main">
            <a:off x="5219700" y="4572000"/>
            <a:ext cx="17430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1">
                <a:solidFill>
                  <a:srgbClr val="1F497D"/>
                </a:solidFill>
                <a:latin typeface="Arial"/>
                <a:ea typeface="Arial"/>
                <a:cs typeface="Arial"/>
              </a:defRPr>
            </a:pPr>
            <a:r>
              <a:rPr sz="1125" b="1">
                <a:solidFill>
                  <a:srgbClr val="1F497D"/>
                </a:solidFill>
                <a:latin typeface="Arial"/>
                <a:ea typeface="Arial"/>
                <a:cs typeface="Arial"/>
              </a:rPr>
              <a:t>Real-world entity resolver</a:t>
            </a:r>
          </a:p>
        </p:txBody>
      </p:sp>
      <p:pic>
        <p:nvPicPr>
          <p:cNvPr id="31060" name=""/>
          <p:cNvPicPr>
            <a:picLocks xmlns:a="http://schemas.openxmlformats.org/drawingml/2006/main" noChangeAspect="1"/>
          </p:cNvPicPr>
          <p:nvPr/>
        </p:nvPicPr>
        <p:blipFill>
          <a:blip xmlns:r="http://schemas.openxmlformats.org/officeDocument/2006/relationships" xmlns:a="http://schemas.openxmlformats.org/drawingml/2006/main" r:embed="rIdRedesign1008"/>
          <a:stretch xmlns:a="http://schemas.openxmlformats.org/drawingml/2006/main"/>
        </p:blipFill>
        <p:spPr>
          <a:xfrm xmlns:a="http://schemas.openxmlformats.org/drawingml/2006/main">
            <a:off x="5249333" y="4981575"/>
            <a:ext cx="207433" cy="266700"/>
          </a:xfrm>
          <a:prstGeom xmlns:a="http://schemas.openxmlformats.org/drawingml/2006/main" prst="rect">
            <a:avLst/>
          </a:prstGeom>
        </p:spPr>
      </p:pic>
      <p:sp>
        <p:nvSpPr>
          <p:cNvPr id="31061" name="requests technology">
            <a:extLst xmlns:a="http://schemas.openxmlformats.org/drawingml/2006/main">
              <a:ext uri="{FF2B5EF4-FFF2-40B4-BE49-F238E27FC236}">
                <a16:creationId xmlns:a16="http://schemas.microsoft.com/office/drawing/2014/main" id="{8554ED5D-55CF-4798-9147-B1DB362D127E}"/>
              </a:ext>
            </a:extLst>
          </p:cNvPr>
          <p:cNvSpPr>
            <a:spLocks xmlns:a="http://schemas.openxmlformats.org/drawingml/2006/main" noGrp="1"/>
          </p:cNvSpPr>
          <p:nvPr/>
        </p:nvSpPr>
        <p:spPr>
          <a:xfrm xmlns:a="http://schemas.openxmlformats.org/drawingml/2006/main">
            <a:off x="5562600" y="5019675"/>
            <a:ext cx="1352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requests</a:t>
            </a:r>
          </a:p>
        </p:txBody>
      </p:sp>
      <p:sp>
        <p:nvSpPr>
          <p:cNvPr id="31062" name="Origin technologies">
            <a:extLst xmlns:a="http://schemas.openxmlformats.org/drawingml/2006/main">
              <a:ext uri="{FF2B5EF4-FFF2-40B4-BE49-F238E27FC236}">
                <a16:creationId xmlns:a16="http://schemas.microsoft.com/office/drawing/2014/main" id="{7FAF831A-892D-4883-8EB7-6C0C6A874915}"/>
              </a:ext>
            </a:extLst>
          </p:cNvPr>
          <p:cNvSpPr>
            <a:spLocks xmlns:a="http://schemas.openxmlformats.org/drawingml/2006/main" noGrp="1"/>
          </p:cNvSpPr>
          <p:nvPr/>
        </p:nvSpPr>
        <p:spPr>
          <a:xfrm xmlns:a="http://schemas.openxmlformats.org/drawingml/2006/main">
            <a:off x="5219700" y="5267325"/>
            <a:ext cx="17430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938" b="0">
                <a:solidFill>
                  <a:srgbClr val="171717"/>
                </a:solidFill>
                <a:latin typeface="Arial"/>
                <a:ea typeface="Arial"/>
                <a:cs typeface="Arial"/>
              </a:defRPr>
            </a:pPr>
            <a:r>
              <a:rPr sz="938" b="0">
                <a:solidFill>
                  <a:srgbClr val="171717"/>
                </a:solidFill>
                <a:latin typeface="Arial"/>
                <a:ea typeface="Arial"/>
                <a:cs typeface="Arial"/>
              </a:rPr>
              <a:t>ssl/cryptography</a:t>
            </a:r>
          </a:p>
          <a:p xmlns:a="http://schemas.openxmlformats.org/drawingml/2006/main">
            <a:pPr>
              <a:defRPr sz="938" b="0">
                <a:solidFill>
                  <a:srgbClr val="171717"/>
                </a:solidFill>
                <a:latin typeface="Arial"/>
                <a:ea typeface="Arial"/>
                <a:cs typeface="Arial"/>
              </a:defRPr>
            </a:pPr>
            <a:r>
              <a:rPr sz="938" b="0">
                <a:solidFill>
                  <a:srgbClr val="171717"/>
                </a:solidFill>
                <a:latin typeface="Arial"/>
                <a:ea typeface="Arial"/>
                <a:cs typeface="Arial"/>
              </a:rPr>
              <a:t>mmh3 favicon hashes</a:t>
            </a:r>
          </a:p>
        </p:txBody>
      </p:sp>
      <p:sp>
        <p:nvSpPr>
          <p:cNvPr id="31063" name="Verification category">
            <a:extLst xmlns:a="http://schemas.openxmlformats.org/drawingml/2006/main">
              <a:ext uri="{FF2B5EF4-FFF2-40B4-BE49-F238E27FC236}">
                <a16:creationId xmlns:a16="http://schemas.microsoft.com/office/drawing/2014/main" id="{BBAB73E5-CD91-41D0-AE93-A1E46F2DD149}"/>
              </a:ext>
            </a:extLst>
          </p:cNvPr>
          <p:cNvSpPr>
            <a:spLocks xmlns:a="http://schemas.openxmlformats.org/drawingml/2006/main" noGrp="1"/>
          </p:cNvSpPr>
          <p:nvPr/>
        </p:nvSpPr>
        <p:spPr>
          <a:xfrm xmlns:a="http://schemas.openxmlformats.org/drawingml/2006/main">
            <a:off x="7496175" y="2352675"/>
            <a:ext cx="17430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1">
                <a:solidFill>
                  <a:srgbClr val="1F497D"/>
                </a:solidFill>
                <a:latin typeface="Arial"/>
                <a:ea typeface="Arial"/>
                <a:cs typeface="Arial"/>
              </a:defRPr>
            </a:pPr>
            <a:r>
              <a:rPr sz="1275" b="1">
                <a:solidFill>
                  <a:srgbClr val="1F497D"/>
                </a:solidFill>
                <a:latin typeface="Arial"/>
                <a:ea typeface="Arial"/>
                <a:cs typeface="Arial"/>
              </a:rPr>
              <a:t>Verification gate</a:t>
            </a:r>
          </a:p>
        </p:txBody>
      </p:sp>
      <p:sp>
        <p:nvSpPr>
          <p:cNvPr id="31064" name="Verification action">
            <a:extLst xmlns:a="http://schemas.openxmlformats.org/drawingml/2006/main">
              <a:ext uri="{FF2B5EF4-FFF2-40B4-BE49-F238E27FC236}">
                <a16:creationId xmlns:a16="http://schemas.microsoft.com/office/drawing/2014/main" id="{BD404518-2BFC-4892-B8FE-5854FF03F83F}"/>
              </a:ext>
            </a:extLst>
          </p:cNvPr>
          <p:cNvSpPr>
            <a:spLocks xmlns:a="http://schemas.openxmlformats.org/drawingml/2006/main" noGrp="1"/>
          </p:cNvSpPr>
          <p:nvPr/>
        </p:nvSpPr>
        <p:spPr>
          <a:xfrm xmlns:a="http://schemas.openxmlformats.org/drawingml/2006/main">
            <a:off x="7496175" y="2686050"/>
            <a:ext cx="1743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626B73"/>
                </a:solidFill>
                <a:latin typeface="Arial"/>
                <a:ea typeface="Arial"/>
                <a:cs typeface="Arial"/>
              </a:defRPr>
            </a:pPr>
            <a:r>
              <a:rPr sz="1125" b="0">
                <a:solidFill>
                  <a:srgbClr val="626B73"/>
                </a:solidFill>
                <a:latin typeface="Arial"/>
                <a:ea typeface="Arial"/>
                <a:cs typeface="Arial"/>
              </a:rPr>
              <a:t>Proof, freshness, origin</a:t>
            </a:r>
          </a:p>
        </p:txBody>
      </p:sp>
      <p:sp>
        <p:nvSpPr>
          <p:cNvPr id="31065" name="Five separate claims">
            <a:extLst xmlns:a="http://schemas.openxmlformats.org/drawingml/2006/main">
              <a:ext uri="{FF2B5EF4-FFF2-40B4-BE49-F238E27FC236}">
                <a16:creationId xmlns:a16="http://schemas.microsoft.com/office/drawing/2014/main" id="{239A1B27-CF2E-451F-8910-C1563140C4D1}"/>
              </a:ext>
            </a:extLst>
          </p:cNvPr>
          <p:cNvSpPr>
            <a:spLocks xmlns:a="http://schemas.openxmlformats.org/drawingml/2006/main" noGrp="1"/>
          </p:cNvSpPr>
          <p:nvPr/>
        </p:nvSpPr>
        <p:spPr>
          <a:xfrm xmlns:a="http://schemas.openxmlformats.org/drawingml/2006/main">
            <a:off x="7496175" y="3124200"/>
            <a:ext cx="17430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425" b="0">
                <a:solidFill>
                  <a:srgbClr val="171717"/>
                </a:solidFill>
                <a:latin typeface="Arial"/>
                <a:ea typeface="Arial"/>
                <a:cs typeface="Arial"/>
              </a:defRPr>
            </a:pPr>
            <a:r>
              <a:rPr sz="1425" b="0">
                <a:solidFill>
                  <a:srgbClr val="171717"/>
                </a:solidFill>
                <a:latin typeface="Arial"/>
                <a:ea typeface="Arial"/>
                <a:cs typeface="Arial"/>
              </a:rPr>
              <a:t>Key Control</a:t>
            </a:r>
          </a:p>
          <a:p xmlns:a="http://schemas.openxmlformats.org/drawingml/2006/main">
            <a:pPr>
              <a:defRPr sz="1425" b="0">
                <a:solidFill>
                  <a:srgbClr val="171717"/>
                </a:solidFill>
                <a:latin typeface="Arial"/>
                <a:ea typeface="Arial"/>
                <a:cs typeface="Arial"/>
              </a:defRPr>
            </a:pPr>
            <a:r>
              <a:rPr sz="1425" b="0">
                <a:solidFill>
                  <a:srgbClr val="171717"/>
                </a:solidFill>
                <a:latin typeface="Arial"/>
                <a:ea typeface="Arial"/>
                <a:cs typeface="Arial"/>
              </a:rPr>
              <a:t>Wallet Control</a:t>
            </a:r>
          </a:p>
          <a:p xmlns:a="http://schemas.openxmlformats.org/drawingml/2006/main">
            <a:pPr>
              <a:defRPr sz="1425" b="0">
                <a:solidFill>
                  <a:srgbClr val="171717"/>
                </a:solidFill>
                <a:latin typeface="Arial"/>
                <a:ea typeface="Arial"/>
                <a:cs typeface="Arial"/>
              </a:defRPr>
            </a:pPr>
            <a:r>
              <a:rPr sz="1425" b="0">
                <a:solidFill>
                  <a:srgbClr val="171717"/>
                </a:solidFill>
                <a:latin typeface="Arial"/>
                <a:ea typeface="Arial"/>
                <a:cs typeface="Arial"/>
              </a:rPr>
              <a:t>Persona Link</a:t>
            </a:r>
          </a:p>
          <a:p xmlns:a="http://schemas.openxmlformats.org/drawingml/2006/main">
            <a:pPr>
              <a:defRPr sz="1425" b="0">
                <a:solidFill>
                  <a:srgbClr val="171717"/>
                </a:solidFill>
                <a:latin typeface="Arial"/>
                <a:ea typeface="Arial"/>
                <a:cs typeface="Arial"/>
              </a:defRPr>
            </a:pPr>
            <a:r>
              <a:rPr sz="1425" b="0">
                <a:solidFill>
                  <a:srgbClr val="171717"/>
                </a:solidFill>
                <a:latin typeface="Arial"/>
                <a:ea typeface="Arial"/>
                <a:cs typeface="Arial"/>
              </a:rPr>
              <a:t>Hosting Link</a:t>
            </a:r>
          </a:p>
          <a:p xmlns:a="http://schemas.openxmlformats.org/drawingml/2006/main">
            <a:pPr>
              <a:defRPr sz="1425" b="0">
                <a:solidFill>
                  <a:srgbClr val="171717"/>
                </a:solidFill>
                <a:latin typeface="Arial"/>
                <a:ea typeface="Arial"/>
                <a:cs typeface="Arial"/>
              </a:defRPr>
            </a:pPr>
            <a:r>
              <a:rPr sz="1425" b="0">
                <a:solidFill>
                  <a:srgbClr val="171717"/>
                </a:solidFill>
                <a:latin typeface="Arial"/>
                <a:ea typeface="Arial"/>
                <a:cs typeface="Arial"/>
              </a:rPr>
              <a:t>Same Operator</a:t>
            </a:r>
          </a:p>
        </p:txBody>
      </p:sp>
      <p:sp>
        <p:nvSpPr>
          <p:cNvPr id="31066" name="Verification divider">
            <a:extLst xmlns:a="http://schemas.openxmlformats.org/drawingml/2006/main">
              <a:ext uri="{FF2B5EF4-FFF2-40B4-BE49-F238E27FC236}">
                <a16:creationId xmlns:a16="http://schemas.microsoft.com/office/drawing/2014/main" id="{52F1F866-C746-4452-9169-C1839C39773D}"/>
              </a:ext>
            </a:extLst>
          </p:cNvPr>
          <p:cNvSpPr>
            <a:spLocks xmlns:a="http://schemas.openxmlformats.org/drawingml/2006/main" noGrp="1"/>
          </p:cNvSpPr>
          <p:nvPr/>
        </p:nvSpPr>
        <p:spPr>
          <a:xfrm xmlns:a="http://schemas.openxmlformats.org/drawingml/2006/main">
            <a:off x="7496175" y="4657725"/>
            <a:ext cx="1752600" cy="0"/>
          </a:xfrm>
          <a:prstGeom xmlns:a="http://schemas.openxmlformats.org/drawingml/2006/main" prst="line">
            <a:avLst/>
          </a:prstGeom>
          <a:noFill xmlns:a="http://schemas.openxmlformats.org/drawingml/2006/main"/>
          <a:ln xmlns:a="http://schemas.openxmlformats.org/drawingml/2006/main" w="9525">
            <a:solidFill>
              <a:srgbClr val="B6C6D7"/>
            </a:solidFill>
          </a:ln>
        </p:spPr>
      </p:sp>
      <p:sp>
        <p:nvSpPr>
          <p:cNvPr id="31067" name="Decisions category">
            <a:extLst xmlns:a="http://schemas.openxmlformats.org/drawingml/2006/main">
              <a:ext uri="{FF2B5EF4-FFF2-40B4-BE49-F238E27FC236}">
                <a16:creationId xmlns:a16="http://schemas.microsoft.com/office/drawing/2014/main" id="{FDA66188-12A9-4CAB-B973-BA73DEBBF4A4}"/>
              </a:ext>
            </a:extLst>
          </p:cNvPr>
          <p:cNvSpPr>
            <a:spLocks xmlns:a="http://schemas.openxmlformats.org/drawingml/2006/main" noGrp="1"/>
          </p:cNvSpPr>
          <p:nvPr/>
        </p:nvSpPr>
        <p:spPr>
          <a:xfrm xmlns:a="http://schemas.openxmlformats.org/drawingml/2006/main">
            <a:off x="7496175" y="4810125"/>
            <a:ext cx="17430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1">
                <a:solidFill>
                  <a:srgbClr val="1F497D"/>
                </a:solidFill>
                <a:latin typeface="Arial"/>
                <a:ea typeface="Arial"/>
                <a:cs typeface="Arial"/>
              </a:defRPr>
            </a:pPr>
            <a:r>
              <a:rPr sz="1200" b="1">
                <a:solidFill>
                  <a:srgbClr val="1F497D"/>
                </a:solidFill>
                <a:latin typeface="Arial"/>
                <a:ea typeface="Arial"/>
                <a:cs typeface="Arial"/>
              </a:rPr>
              <a:t>ASSERT / HOLD / REJECT</a:t>
            </a:r>
          </a:p>
        </p:txBody>
      </p:sp>
      <p:sp>
        <p:nvSpPr>
          <p:cNvPr id="31068" name="HOLD meaning">
            <a:extLst xmlns:a="http://schemas.openxmlformats.org/drawingml/2006/main">
              <a:ext uri="{FF2B5EF4-FFF2-40B4-BE49-F238E27FC236}">
                <a16:creationId xmlns:a16="http://schemas.microsoft.com/office/drawing/2014/main" id="{78429A49-678B-448A-9E1F-48E1881EFFA2}"/>
              </a:ext>
            </a:extLst>
          </p:cNvPr>
          <p:cNvSpPr>
            <a:spLocks xmlns:a="http://schemas.openxmlformats.org/drawingml/2006/main" noGrp="1"/>
          </p:cNvSpPr>
          <p:nvPr/>
        </p:nvSpPr>
        <p:spPr>
          <a:xfrm xmlns:a="http://schemas.openxmlformats.org/drawingml/2006/main">
            <a:off x="7496175" y="5286375"/>
            <a:ext cx="1743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A96500"/>
                </a:solidFill>
                <a:latin typeface="Arial"/>
                <a:ea typeface="Arial"/>
                <a:cs typeface="Arial"/>
              </a:defRPr>
            </a:pPr>
            <a:r>
              <a:rPr sz="1050" b="0">
                <a:solidFill>
                  <a:srgbClr val="A96500"/>
                </a:solidFill>
                <a:latin typeface="Arial"/>
                <a:ea typeface="Arial"/>
                <a:cs typeface="Arial"/>
              </a:rPr>
              <a:t>HOLD: list missing proof</a:t>
            </a:r>
          </a:p>
        </p:txBody>
      </p:sp>
      <p:sp>
        <p:nvSpPr>
          <p:cNvPr id="31069" name="Workspace category">
            <a:extLst xmlns:a="http://schemas.openxmlformats.org/drawingml/2006/main">
              <a:ext uri="{FF2B5EF4-FFF2-40B4-BE49-F238E27FC236}">
                <a16:creationId xmlns:a16="http://schemas.microsoft.com/office/drawing/2014/main" id="{5E6A8562-C808-4541-8C42-ACDDC097DD71}"/>
              </a:ext>
            </a:extLst>
          </p:cNvPr>
          <p:cNvSpPr>
            <a:spLocks xmlns:a="http://schemas.openxmlformats.org/drawingml/2006/main" noGrp="1"/>
          </p:cNvSpPr>
          <p:nvPr/>
        </p:nvSpPr>
        <p:spPr>
          <a:xfrm xmlns:a="http://schemas.openxmlformats.org/drawingml/2006/main">
            <a:off x="9772650" y="2352675"/>
            <a:ext cx="1743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1">
                <a:solidFill>
                  <a:srgbClr val="1F497D"/>
                </a:solidFill>
                <a:latin typeface="Arial"/>
                <a:ea typeface="Arial"/>
                <a:cs typeface="Arial"/>
              </a:defRPr>
            </a:pPr>
            <a:r>
              <a:rPr sz="1275" b="1">
                <a:solidFill>
                  <a:srgbClr val="1F497D"/>
                </a:solidFill>
                <a:latin typeface="Arial"/>
                <a:ea typeface="Arial"/>
                <a:cs typeface="Arial"/>
              </a:rPr>
              <a:t>Analyst workspace</a:t>
            </a:r>
          </a:p>
          <a:p xmlns:a="http://schemas.openxmlformats.org/drawingml/2006/main">
            <a:pPr>
              <a:defRPr sz="1275" b="1">
                <a:solidFill>
                  <a:srgbClr val="1F497D"/>
                </a:solidFill>
                <a:latin typeface="Arial"/>
                <a:ea typeface="Arial"/>
                <a:cs typeface="Arial"/>
              </a:defRPr>
            </a:pPr>
            <a:r>
              <a:rPr sz="1275" b="1">
                <a:solidFill>
                  <a:srgbClr val="1F497D"/>
                </a:solidFill>
                <a:latin typeface="Arial"/>
                <a:ea typeface="Arial"/>
                <a:cs typeface="Arial"/>
              </a:rPr>
              <a:t>+ dossier</a:t>
            </a:r>
          </a:p>
        </p:txBody>
      </p:sp>
      <p:sp>
        <p:nvSpPr>
          <p:cNvPr id="31070" name="Analyst action">
            <a:extLst xmlns:a="http://schemas.openxmlformats.org/drawingml/2006/main">
              <a:ext uri="{FF2B5EF4-FFF2-40B4-BE49-F238E27FC236}">
                <a16:creationId xmlns:a16="http://schemas.microsoft.com/office/drawing/2014/main" id="{F15028EF-0591-4C01-9007-F216FA590E0F}"/>
              </a:ext>
            </a:extLst>
          </p:cNvPr>
          <p:cNvSpPr>
            <a:spLocks xmlns:a="http://schemas.openxmlformats.org/drawingml/2006/main" noGrp="1"/>
          </p:cNvSpPr>
          <p:nvPr/>
        </p:nvSpPr>
        <p:spPr>
          <a:xfrm xmlns:a="http://schemas.openxmlformats.org/drawingml/2006/main">
            <a:off x="9772650" y="2981325"/>
            <a:ext cx="17430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626B73"/>
                </a:solidFill>
                <a:latin typeface="Arial"/>
                <a:ea typeface="Arial"/>
                <a:cs typeface="Arial"/>
              </a:defRPr>
            </a:pPr>
            <a:r>
              <a:rPr sz="1125" b="0">
                <a:solidFill>
                  <a:srgbClr val="626B73"/>
                </a:solidFill>
                <a:latin typeface="Arial"/>
                <a:ea typeface="Arial"/>
                <a:cs typeface="Arial"/>
              </a:rPr>
              <a:t>Confirm identity.</a:t>
            </a:r>
          </a:p>
          <a:p xmlns:a="http://schemas.openxmlformats.org/drawingml/2006/main">
            <a:pPr>
              <a:defRPr sz="1125" b="0">
                <a:solidFill>
                  <a:srgbClr val="626B73"/>
                </a:solidFill>
                <a:latin typeface="Arial"/>
                <a:ea typeface="Arial"/>
                <a:cs typeface="Arial"/>
              </a:defRPr>
            </a:pPr>
            <a:r>
              <a:rPr sz="1125" b="0">
                <a:solidFill>
                  <a:srgbClr val="626B73"/>
                </a:solidFill>
                <a:latin typeface="Arial"/>
                <a:ea typeface="Arial"/>
                <a:cs typeface="Arial"/>
              </a:rPr>
              <a:t>Approve export.</a:t>
            </a:r>
          </a:p>
        </p:txBody>
      </p:sp>
      <p:pic>
        <p:nvPicPr>
          <p:cNvPr id="31071" name=""/>
          <p:cNvPicPr>
            <a:picLocks xmlns:a="http://schemas.openxmlformats.org/drawingml/2006/main" noChangeAspect="1"/>
          </p:cNvPicPr>
          <p:nvPr/>
        </p:nvPicPr>
        <p:blipFill>
          <a:blip xmlns:r="http://schemas.openxmlformats.org/officeDocument/2006/relationships" xmlns:a="http://schemas.openxmlformats.org/drawingml/2006/main" r:embed="rIdRedesign1009"/>
          <a:stretch xmlns:a="http://schemas.openxmlformats.org/drawingml/2006/main"/>
        </p:blipFill>
        <p:spPr>
          <a:xfrm xmlns:a="http://schemas.openxmlformats.org/drawingml/2006/main">
            <a:off x="9772650" y="3738798"/>
            <a:ext cx="266700" cy="237653"/>
          </a:xfrm>
          <a:prstGeom xmlns:a="http://schemas.openxmlformats.org/drawingml/2006/main" prst="rect">
            <a:avLst/>
          </a:prstGeom>
        </p:spPr>
      </p:pic>
      <p:sp>
        <p:nvSpPr>
          <p:cNvPr id="31072" name="React technology">
            <a:extLst xmlns:a="http://schemas.openxmlformats.org/drawingml/2006/main">
              <a:ext uri="{FF2B5EF4-FFF2-40B4-BE49-F238E27FC236}">
                <a16:creationId xmlns:a16="http://schemas.microsoft.com/office/drawing/2014/main" id="{4D588A2E-F11D-4163-B700-942E0F9B0791}"/>
              </a:ext>
            </a:extLst>
          </p:cNvPr>
          <p:cNvSpPr>
            <a:spLocks xmlns:a="http://schemas.openxmlformats.org/drawingml/2006/main" noGrp="1"/>
          </p:cNvSpPr>
          <p:nvPr/>
        </p:nvSpPr>
        <p:spPr>
          <a:xfrm xmlns:a="http://schemas.openxmlformats.org/drawingml/2006/main">
            <a:off x="10115550" y="3762375"/>
            <a:ext cx="1352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React</a:t>
            </a:r>
          </a:p>
        </p:txBody>
      </p:sp>
      <p:pic>
        <p:nvPicPr>
          <p:cNvPr id="31073" name=""/>
          <p:cNvPicPr>
            <a:picLocks xmlns:a="http://schemas.openxmlformats.org/drawingml/2006/main" noChangeAspect="1"/>
          </p:cNvPicPr>
          <p:nvPr/>
        </p:nvPicPr>
        <p:blipFill>
          <a:blip xmlns:r="http://schemas.openxmlformats.org/officeDocument/2006/relationships" xmlns:a="http://schemas.openxmlformats.org/drawingml/2006/main" r:embed="rIdRedesign1010"/>
          <a:stretch xmlns:a="http://schemas.openxmlformats.org/drawingml/2006/main"/>
        </p:blipFill>
        <p:spPr>
          <a:xfrm xmlns:a="http://schemas.openxmlformats.org/drawingml/2006/main">
            <a:off x="9772650" y="4133850"/>
            <a:ext cx="266700" cy="266700"/>
          </a:xfrm>
          <a:prstGeom xmlns:a="http://schemas.openxmlformats.org/drawingml/2006/main" prst="rect">
            <a:avLst/>
          </a:prstGeom>
        </p:spPr>
      </p:pic>
      <p:sp>
        <p:nvSpPr>
          <p:cNvPr id="31074" name="Cytoscape.js technology">
            <a:extLst xmlns:a="http://schemas.openxmlformats.org/drawingml/2006/main">
              <a:ext uri="{FF2B5EF4-FFF2-40B4-BE49-F238E27FC236}">
                <a16:creationId xmlns:a16="http://schemas.microsoft.com/office/drawing/2014/main" id="{6459679C-40C0-45D9-82E9-7F7A2D65875A}"/>
              </a:ext>
            </a:extLst>
          </p:cNvPr>
          <p:cNvSpPr>
            <a:spLocks xmlns:a="http://schemas.openxmlformats.org/drawingml/2006/main" noGrp="1"/>
          </p:cNvSpPr>
          <p:nvPr/>
        </p:nvSpPr>
        <p:spPr>
          <a:xfrm xmlns:a="http://schemas.openxmlformats.org/drawingml/2006/main">
            <a:off x="10115550" y="4171950"/>
            <a:ext cx="1352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Cytoscape.js</a:t>
            </a:r>
          </a:p>
        </p:txBody>
      </p:sp>
      <p:pic>
        <p:nvPicPr>
          <p:cNvPr id="31075" name=""/>
          <p:cNvPicPr>
            <a:picLocks xmlns:a="http://schemas.openxmlformats.org/drawingml/2006/main" noChangeAspect="1"/>
          </p:cNvPicPr>
          <p:nvPr/>
        </p:nvPicPr>
        <p:blipFill>
          <a:blip xmlns:r="http://schemas.openxmlformats.org/officeDocument/2006/relationships" xmlns:a="http://schemas.openxmlformats.org/drawingml/2006/main" r:embed="rIdRedesign1011"/>
          <a:stretch xmlns:a="http://schemas.openxmlformats.org/drawingml/2006/main"/>
        </p:blipFill>
        <p:spPr>
          <a:xfrm xmlns:a="http://schemas.openxmlformats.org/drawingml/2006/main">
            <a:off x="9772650" y="4591050"/>
            <a:ext cx="428625" cy="171450"/>
          </a:xfrm>
          <a:prstGeom xmlns:a="http://schemas.openxmlformats.org/drawingml/2006/main" prst="rect">
            <a:avLst/>
          </a:prstGeom>
        </p:spPr>
      </p:pic>
      <p:sp>
        <p:nvSpPr>
          <p:cNvPr id="31076" name="stix2 technology">
            <a:extLst xmlns:a="http://schemas.openxmlformats.org/drawingml/2006/main">
              <a:ext uri="{FF2B5EF4-FFF2-40B4-BE49-F238E27FC236}">
                <a16:creationId xmlns:a16="http://schemas.microsoft.com/office/drawing/2014/main" id="{2DA595C1-6CD0-4AA6-8752-59E98358CD97}"/>
              </a:ext>
            </a:extLst>
          </p:cNvPr>
          <p:cNvSpPr>
            <a:spLocks xmlns:a="http://schemas.openxmlformats.org/drawingml/2006/main" noGrp="1"/>
          </p:cNvSpPr>
          <p:nvPr/>
        </p:nvSpPr>
        <p:spPr>
          <a:xfrm xmlns:a="http://schemas.openxmlformats.org/drawingml/2006/main">
            <a:off x="10277475" y="4581525"/>
            <a:ext cx="1190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stix2</a:t>
            </a:r>
          </a:p>
        </p:txBody>
      </p:sp>
      <p:pic>
        <p:nvPicPr>
          <p:cNvPr id="31077" name=""/>
          <p:cNvPicPr>
            <a:picLocks xmlns:a="http://schemas.openxmlformats.org/drawingml/2006/main" noChangeAspect="1"/>
          </p:cNvPicPr>
          <p:nvPr/>
        </p:nvPicPr>
        <p:blipFill>
          <a:blip xmlns:r="http://schemas.openxmlformats.org/officeDocument/2006/relationships" xmlns:a="http://schemas.openxmlformats.org/drawingml/2006/main" r:embed="rIdRedesign1012"/>
          <a:stretch xmlns:a="http://schemas.openxmlformats.org/drawingml/2006/main"/>
        </p:blipFill>
        <p:spPr>
          <a:xfrm xmlns:a="http://schemas.openxmlformats.org/drawingml/2006/main">
            <a:off x="9772650" y="4953000"/>
            <a:ext cx="266700" cy="266700"/>
          </a:xfrm>
          <a:prstGeom xmlns:a="http://schemas.openxmlformats.org/drawingml/2006/main" prst="rect">
            <a:avLst/>
          </a:prstGeom>
        </p:spPr>
      </p:pic>
      <p:sp>
        <p:nvSpPr>
          <p:cNvPr id="31078" name="WeasyPrint technology">
            <a:extLst xmlns:a="http://schemas.openxmlformats.org/drawingml/2006/main">
              <a:ext uri="{FF2B5EF4-FFF2-40B4-BE49-F238E27FC236}">
                <a16:creationId xmlns:a16="http://schemas.microsoft.com/office/drawing/2014/main" id="{C9802B0D-B358-47F3-8479-BF771B05B77F}"/>
              </a:ext>
            </a:extLst>
          </p:cNvPr>
          <p:cNvSpPr>
            <a:spLocks xmlns:a="http://schemas.openxmlformats.org/drawingml/2006/main" noGrp="1"/>
          </p:cNvSpPr>
          <p:nvPr/>
        </p:nvSpPr>
        <p:spPr>
          <a:xfrm xmlns:a="http://schemas.openxmlformats.org/drawingml/2006/main">
            <a:off x="10115550" y="4991100"/>
            <a:ext cx="1352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71717"/>
                </a:solidFill>
                <a:latin typeface="Arial"/>
                <a:ea typeface="Arial"/>
                <a:cs typeface="Arial"/>
              </a:defRPr>
            </a:pPr>
            <a:r>
              <a:rPr sz="1125" b="0">
                <a:solidFill>
                  <a:srgbClr val="171717"/>
                </a:solidFill>
                <a:latin typeface="Arial"/>
                <a:ea typeface="Arial"/>
                <a:cs typeface="Arial"/>
              </a:rPr>
              <a:t>WeasyPrint</a:t>
            </a:r>
          </a:p>
        </p:txBody>
      </p:sp>
      <p:sp>
        <p:nvSpPr>
          <p:cNvPr id="31079" name="Build legend">
            <a:extLst xmlns:a="http://schemas.openxmlformats.org/drawingml/2006/main">
              <a:ext uri="{FF2B5EF4-FFF2-40B4-BE49-F238E27FC236}">
                <a16:creationId xmlns:a16="http://schemas.microsoft.com/office/drawing/2014/main" id="{A9AF8D6B-4B02-49D3-9FBB-E3B27014C00E}"/>
              </a:ext>
            </a:extLst>
          </p:cNvPr>
          <p:cNvSpPr>
            <a:spLocks xmlns:a="http://schemas.openxmlformats.org/drawingml/2006/main" noGrp="1"/>
          </p:cNvSpPr>
          <p:nvPr/>
        </p:nvSpPr>
        <p:spPr>
          <a:xfrm xmlns:a="http://schemas.openxmlformats.org/drawingml/2006/main">
            <a:off x="533400" y="575310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125" b="0">
                <a:solidFill>
                  <a:srgbClr val="1F497D"/>
                </a:solidFill>
                <a:latin typeface="Arial"/>
                <a:ea typeface="Arial"/>
                <a:cs typeface="Arial"/>
              </a:defRPr>
            </a:pPr>
            <a:r>
              <a:rPr sz="1125" b="0">
                <a:solidFill>
                  <a:srgbClr val="1F497D"/>
                </a:solidFill>
                <a:latin typeface="Arial"/>
                <a:ea typeface="Arial"/>
                <a:cs typeface="Arial"/>
              </a:rPr>
              <a:t>Solid outline: built with fixture data     Dashed outline: in development</a:t>
            </a:r>
          </a:p>
        </p:txBody>
      </p:sp>
      <p:pic>
        <p:nvPicPr>
          <p:cNvPr id="31080" name=""/>
          <p:cNvPicPr>
            <a:picLocks xmlns:a="http://schemas.openxmlformats.org/drawingml/2006/main" noChangeAspect="1"/>
          </p:cNvPicPr>
          <p:nvPr/>
        </p:nvPicPr>
        <p:blipFill>
          <a:blip xmlns:r="http://schemas.openxmlformats.org/officeDocument/2006/relationships" xmlns:a="http://schemas.openxmlformats.org/drawingml/2006/main" r:embed="rIdRedesign1013"/>
          <a:stretch xmlns:a="http://schemas.openxmlformats.org/drawingml/2006/main"/>
        </p:blipFill>
        <p:spPr>
          <a:xfrm xmlns:a="http://schemas.openxmlformats.org/drawingml/2006/main">
            <a:off x="566738" y="6029325"/>
            <a:ext cx="228600" cy="228600"/>
          </a:xfrm>
          <a:prstGeom xmlns:a="http://schemas.openxmlformats.org/drawingml/2006/main" prst="rect">
            <a:avLst/>
          </a:prstGeom>
        </p:spPr>
      </p:pic>
      <p:sp>
        <p:nvSpPr>
          <p:cNvPr id="31081" name="Deployment technology">
            <a:extLst xmlns:a="http://schemas.openxmlformats.org/drawingml/2006/main">
              <a:ext uri="{FF2B5EF4-FFF2-40B4-BE49-F238E27FC236}">
                <a16:creationId xmlns:a16="http://schemas.microsoft.com/office/drawing/2014/main" id="{DA5FBADF-1DE4-4C39-9C7D-6EE6093ECB06}"/>
              </a:ext>
            </a:extLst>
          </p:cNvPr>
          <p:cNvSpPr>
            <a:spLocks xmlns:a="http://schemas.openxmlformats.org/drawingml/2006/main" noGrp="1"/>
          </p:cNvSpPr>
          <p:nvPr/>
        </p:nvSpPr>
        <p:spPr>
          <a:xfrm xmlns:a="http://schemas.openxmlformats.org/drawingml/2006/main">
            <a:off x="923925" y="6048375"/>
            <a:ext cx="6419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171717"/>
                </a:solidFill>
                <a:latin typeface="Arial"/>
                <a:ea typeface="Arial"/>
                <a:cs typeface="Arial"/>
              </a:defRPr>
            </a:pPr>
            <a:r>
              <a:rPr sz="1050" b="0">
                <a:solidFill>
                  <a:srgbClr val="171717"/>
                </a:solidFill>
                <a:latin typeface="Arial"/>
                <a:ea typeface="Arial"/>
                <a:cs typeface="Arial"/>
              </a:rPr>
              <a:t>Docker Compose, self-hosted CPU — offline analysis and demo</a:t>
            </a:r>
          </a:p>
        </p:txBody>
      </p:sp>
      <p:sp>
        <p:nvSpPr>
          <p:cNvPr id="31082" name="Stack qualification">
            <a:extLst xmlns:a="http://schemas.openxmlformats.org/drawingml/2006/main">
              <a:ext uri="{FF2B5EF4-FFF2-40B4-BE49-F238E27FC236}">
                <a16:creationId xmlns:a16="http://schemas.microsoft.com/office/drawing/2014/main" id="{9F3AFF9C-97EC-48D5-8ABD-0B4C5250F1F7}"/>
              </a:ext>
            </a:extLst>
          </p:cNvPr>
          <p:cNvSpPr>
            <a:spLocks xmlns:a="http://schemas.openxmlformats.org/drawingml/2006/main" noGrp="1"/>
          </p:cNvSpPr>
          <p:nvPr/>
        </p:nvSpPr>
        <p:spPr>
          <a:xfrm xmlns:a="http://schemas.openxmlformats.org/drawingml/2006/main">
            <a:off x="7715250" y="6048375"/>
            <a:ext cx="3943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975" b="0">
                <a:solidFill>
                  <a:srgbClr val="626B73"/>
                </a:solidFill>
                <a:latin typeface="Arial"/>
                <a:ea typeface="Arial"/>
                <a:cs typeface="Arial"/>
              </a:defRPr>
            </a:pPr>
            <a:r>
              <a:rPr sz="975" b="0">
                <a:solidFill>
                  <a:srgbClr val="626B73"/>
                </a:solidFill>
                <a:latin typeface="Arial"/>
                <a:ea typeface="Arial"/>
                <a:cs typeface="Arial"/>
              </a:rPr>
              <a:t>Stack labels include planned integrations.</a:t>
            </a:r>
          </a:p>
        </p:txBody>
      </p:sp>
    </p:spTree>
  </p:cSld>
  <p:clrMapOvr>
    <a:masterClrMapping/>
  </p:clrMapOvr>
  <p:timing>
    <p:tnLst>
      <p:par>
        <p:cTn id="1" dur="indefinite" restart="never" nodeType="tmRoot"/>
      </p:par>
    </p:tnLst>
  </p:timing>
</p:sld>
</file>

<file path=ppt/slides/slide4.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bg>
      <p:bgPr>
        <a:solidFill>
          <a:srgbClr val="FFFFFF"/>
        </a:solidFill>
        <a:effectLst/>
      </p:bgPr>
    </p:bg>
    <p:spTree>
      <p:nvGrpSpPr>
        <p:cNvPr id="1" name=""/>
        <p:cNvGrpSpPr/>
        <p:nvPr/>
      </p:nvGrpSpPr>
      <p:grpSpPr>
        <a:xfrm>
          <a:off x="0" y="0"/>
          <a:ext cx="0" cy="0"/>
          <a:chOff x="0" y="0"/>
          <a:chExt cx="0" cy="0"/>
        </a:xfrm>
      </p:grpSpPr>
      <p:sp>
        <p:nvSpPr>
          <p:cNvPr id="2" name="Google Shape;125;p16"/>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HD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QAAAAAAAAAHAAAAAAAAAAEAAACAgIAAQgAAAAAAAAAkAAAAZAAAAGQAAAAAAAAAy8vLAEIAAAAAAAAAJ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HDAAP///wEAAAAAAAAAAAAAAAAAAAAAAAAAAAAAAAAAAAAAAAAAAAAAAAJ/f38AgICAAMvLywDAwP8Af39/AAAAAAAAAAAAAAAAAAAAAAAAAAAAIQAAABgAAAAUAAAAAAAAABcnAAAASwAAMCoAABAAAAAmAAAACAAAAP//////////"/>
              </a:ext>
            </a:extLst>
          </p:cNvSpPr>
          <p:nvPr/>
        </p:nvSpPr>
        <p:spPr>
          <a:xfrm>
            <a:off x="0" y="6354445"/>
            <a:ext cx="12192000" cy="503555"/>
          </a:xfrm>
          <a:prstGeom prst="rect">
            <a:avLst/>
          </a:prstGeom>
          <a:solidFill>
            <a:srgbClr val="0070C0"/>
          </a:solidFill>
          <a:ln>
            <a:noFill/>
          </a:ln>
          <a:effectLst>
            <a:outerShdw blurRad="12700" dist="22860" dir="5400000">
              <a:srgbClr val="808080">
                <a:alpha val="34000"/>
              </a:srgbClr>
            </a:outerShdw>
          </a:effectLst>
        </p:spPr>
        <p:txBody>
          <a:bodyPr vert="horz" wrap="square" lIns="91440" tIns="45720" rIns="91440" bIns="45720" numCol="1" spcCol="215900" anchor="ctr"/>
          <a:lstStyle/>
          <a:p>
            <a:pPr marL="0" marR="0" indent="0" algn="ctr">
              <a:lnSpc>
                <a:spcPct val="100000"/>
              </a:lnSpc>
              <a:spcBef>
                <a:spcPts val="0"/>
              </a:spcBef>
              <a:spcAft>
                <a:spcPts val="0"/>
              </a:spcAft>
              <a:buNone/>
            </a:pPr>
            <a:endParaRPr sz="1800" cap="none">
              <a:solidFill>
                <a:srgbClr val="C0504D"/>
              </a:solidFill>
              <a:latin typeface="Calibri" pitchFamily="2" charset="0"/>
              <a:ea typeface="Calibri" pitchFamily="2" charset="0"/>
              <a:cs typeface="Calibri" pitchFamily="2" charset="0"/>
            </a:endParaRPr>
          </a:p>
        </p:txBody>
      </p:sp>
      <p:sp>
        <p:nvSpPr>
          <p:cNvPr id="4" name="Google Shape;128;p1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DUAABonAABARwAAWSkAABAAAAAmAAAACAAAADw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p>
            <a:pPr marL="0" marR="0" indent="0" algn="r">
              <a:lnSpc>
                <a:spcPct val="100000"/>
              </a:lnSpc>
              <a:spcBef>
                <a:spcPts val="0"/>
              </a:spcBef>
              <a:spcAft>
                <a:spcPts val="0"/>
              </a:spcAft>
              <a:buNone/>
            </a:pPr>
            <a:fld id="{3C25A7C5-8BD1-7051-9F9D-7D04E9D36928}" type="slidenum">
              <a:rPr lang="en-us" b="1" cap="none">
                <a:solidFill>
                  <a:srgbClr val="FFFFFF"/>
                </a:solidFill>
              </a:rPr>
              <a:t>4</a:t>
            </a:fld>
            <a:endParaRPr b="1" cap="none">
              <a:solidFill>
                <a:srgbClr val="FFFFFF"/>
              </a:solidFill>
            </a:endParaRPr>
          </a:p>
        </p:txBody>
      </p:sp>
      <p:sp>
        <p:nvSpPr>
          <p:cNvPr id="5" name="Google Shape;129;p1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mBwAABonAABOMAAAWSkAABAAAAAmAAAACAAAAD0wAAD/HwAA"/>
              </a:ext>
            </a:extLst>
          </p:cNvSpPr>
          <p:nvPr>
            <p:ph type="ftr" idx="11"/>
          </p:nvPr>
        </p:nvSpPr>
        <p:spPr>
          <a:xfrm>
            <a:off x="4648200" y="6356350"/>
            <a:ext cx="3204210" cy="365125"/>
          </a:xfrm>
          <a:noFill/>
          <a:ln>
            <a:noFill/>
          </a:ln>
        </p:spPr>
        <p:txBody>
          <a:bodyPr vert="horz" wrap="square" lIns="91440" tIns="45720" rIns="91440" bIns="45720" numCol="1" spcCol="215900" anchor="ctr">
            <a:prstTxWarp prst="textNoShape">
              <a:avLst/>
            </a:prstTxWarp>
          </a:bodyPr>
          <a:lstStyle/>
          <a:p>
            <a:pPr marL="0" marR="0" indent="0" algn="ctr">
              <a:lnSpc>
                <a:spcPct val="100000"/>
              </a:lnSpc>
              <a:spcBef>
                <a:spcPts val="0"/>
              </a:spcBef>
              <a:spcAft>
                <a:spcPts val="0"/>
              </a:spcAft>
              <a:buNone/>
            </a:pPr>
            <a:r>
              <a:rPr lang="en-us" cap="none">
                <a:solidFill>
                  <a:srgbClr val="FFFFFF"/>
                </a:solidFill>
              </a:rPr>
              <a:t>@SIH Idea submission- Template</a:t>
            </a:r>
            <a:endParaRPr cap="none">
              <a:solidFill>
                <a:srgbClr val="FFFFFF"/>
              </a:solidFill>
            </a:endParaRPr>
          </a:p>
        </p:txBody>
      </p:sp>
      <p:sp>
        <p:nvSpPr>
          <p:cNvPr id="8" name="Google Shape;132;p16"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wIAAI0BAAC7CQAAhQYAABAAAAAmAAAACAAAAP//////////"/>
              </a:ext>
            </a:extLst>
          </p:cNvSpPr>
          <p:nvPr/>
        </p:nvSpPr>
        <p:spPr>
          <a:xfrm>
            <a:off x="329565" y="252095"/>
            <a:ext cx="125222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r>
              <a:rPr lang="en-us" sz="1500" b="1" cap="none">
                <a:latin typeface="Calibri" pitchFamily="2" charset="0"/>
                <a:ea typeface="Calibri" pitchFamily="2" charset="0"/>
                <a:cs typeface="Calibri" pitchFamily="2" charset="0"/>
              </a:rPr>
              <a:t>6@RootRevival</a:t>
            </a:r>
            <a:endParaRPr sz="1500" b="1" cap="none">
              <a:latin typeface="Calibri" pitchFamily="2" charset="0"/>
              <a:ea typeface="Calibri" pitchFamily="2" charset="0"/>
              <a:cs typeface="Calibri" pitchFamily="2" charset="0"/>
            </a:endParaRPr>
          </a:p>
        </p:txBody>
      </p:sp>
      <p:sp>
        <p:nvSpPr>
          <p:cNvPr id="41002" name="Slide title">
            <a:extLst xmlns:a="http://schemas.openxmlformats.org/drawingml/2006/main">
              <a:ext uri="{FF2B5EF4-FFF2-40B4-BE49-F238E27FC236}">
                <a16:creationId xmlns:a16="http://schemas.microsoft.com/office/drawing/2014/main" id="{A7865F58-FA2E-4DD8-95D2-477F2CDD7D3F}"/>
              </a:ext>
            </a:extLst>
          </p:cNvPr>
          <p:cNvSpPr>
            <a:spLocks xmlns:a="http://schemas.openxmlformats.org/drawingml/2006/main" noGrp="1"/>
          </p:cNvSpPr>
          <p:nvPr/>
        </p:nvSpPr>
        <p:spPr>
          <a:xfrm xmlns:a="http://schemas.openxmlformats.org/drawingml/2006/main">
            <a:off x="2000250" y="400050"/>
            <a:ext cx="762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2850" b="1">
                <a:solidFill>
                  <a:srgbClr val="171717"/>
                </a:solidFill>
                <a:latin typeface="Arial"/>
                <a:ea typeface="Arial"/>
                <a:cs typeface="Arial"/>
              </a:defRPr>
            </a:pPr>
            <a:r>
              <a:rPr sz="2850" b="1">
                <a:solidFill>
                  <a:srgbClr val="171717"/>
                </a:solidFill>
                <a:latin typeface="Arial"/>
                <a:ea typeface="Arial"/>
                <a:cs typeface="Arial"/>
              </a:rPr>
              <a:t>FEASIBILITY AND VIABILITY</a:t>
            </a:r>
          </a:p>
        </p:txBody>
      </p:sp>
      <p:pic>
        <p:nvPicPr>
          <p:cNvPr id="41003" name=""/>
          <p:cNvPicPr>
            <a:picLocks xmlns:a="http://schemas.openxmlformats.org/drawingml/2006/main" noChangeAspect="1"/>
          </p:cNvPicPr>
          <p:nvPr/>
        </p:nvPicPr>
        <p:blipFill>
          <a:blip xmlns:r="http://schemas.openxmlformats.org/officeDocument/2006/relationships" xmlns:a="http://schemas.openxmlformats.org/drawingml/2006/main" r:embed="rIdRedesign1000"/>
          <a:stretch xmlns:a="http://schemas.openxmlformats.org/drawingml/2006/main"/>
        </p:blipFill>
        <p:spPr>
          <a:xfrm xmlns:a="http://schemas.openxmlformats.org/drawingml/2006/main">
            <a:off x="9786529" y="0"/>
            <a:ext cx="2239193" cy="1057275"/>
          </a:xfrm>
          <a:prstGeom xmlns:a="http://schemas.openxmlformats.org/drawingml/2006/main" prst="rect">
            <a:avLst/>
          </a:prstGeom>
        </p:spPr>
      </p:pic>
      <p:sp>
        <p:nvSpPr>
          <p:cNvPr id="41004" name="Feasibility heading">
            <a:extLst xmlns:a="http://schemas.openxmlformats.org/drawingml/2006/main">
              <a:ext uri="{FF2B5EF4-FFF2-40B4-BE49-F238E27FC236}">
                <a16:creationId xmlns:a16="http://schemas.microsoft.com/office/drawing/2014/main" id="{EDE20FE6-3033-4CF0-8D7F-5CE442D12516}"/>
              </a:ext>
            </a:extLst>
          </p:cNvPr>
          <p:cNvSpPr>
            <a:spLocks xmlns:a="http://schemas.openxmlformats.org/drawingml/2006/main" noGrp="1"/>
          </p:cNvSpPr>
          <p:nvPr/>
        </p:nvSpPr>
        <p:spPr>
          <a:xfrm xmlns:a="http://schemas.openxmlformats.org/drawingml/2006/main">
            <a:off x="533400" y="1343025"/>
            <a:ext cx="11125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875" b="1">
                <a:solidFill>
                  <a:srgbClr val="1F497D"/>
                </a:solidFill>
                <a:latin typeface="Arial"/>
                <a:ea typeface="Arial"/>
                <a:cs typeface="Arial"/>
              </a:defRPr>
            </a:pPr>
            <a:r>
              <a:rPr sz="1875" b="1">
                <a:solidFill>
                  <a:srgbClr val="1F497D"/>
                </a:solidFill>
                <a:latin typeface="Arial"/>
                <a:ea typeface="Arial"/>
                <a:cs typeface="Arial"/>
              </a:rPr>
              <a:t>How the prototype handles planted attacks</a:t>
            </a:r>
          </a:p>
        </p:txBody>
      </p:sp>
      <p:sp>
        <p:nvSpPr>
          <p:cNvPr id="41005" name="Comparison scope">
            <a:extLst xmlns:a="http://schemas.openxmlformats.org/drawingml/2006/main">
              <a:ext uri="{FF2B5EF4-FFF2-40B4-BE49-F238E27FC236}">
                <a16:creationId xmlns:a16="http://schemas.microsoft.com/office/drawing/2014/main" id="{CFD3BE20-A72B-42F7-9B25-BE4E366F228E}"/>
              </a:ext>
            </a:extLst>
          </p:cNvPr>
          <p:cNvSpPr>
            <a:spLocks xmlns:a="http://schemas.openxmlformats.org/drawingml/2006/main" noGrp="1"/>
          </p:cNvSpPr>
          <p:nvPr/>
        </p:nvSpPr>
        <p:spPr>
          <a:xfrm xmlns:a="http://schemas.openxmlformats.org/drawingml/2006/main">
            <a:off x="533400" y="1762125"/>
            <a:ext cx="11125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0">
                <a:solidFill>
                  <a:srgbClr val="626B73"/>
                </a:solidFill>
                <a:latin typeface="Arial"/>
                <a:ea typeface="Arial"/>
                <a:cs typeface="Arial"/>
              </a:defRPr>
            </a:pPr>
            <a:r>
              <a:rPr sz="1200" b="0">
                <a:solidFill>
                  <a:srgbClr val="626B73"/>
                </a:solidFill>
                <a:latin typeface="Arial"/>
                <a:ea typeface="Arial"/>
                <a:cs typeface="Arial"/>
              </a:rPr>
              <a:t>Fixture scenarios; style-tool responses below are illustrative, not measured competitor results.</a:t>
            </a:r>
          </a:p>
        </p:txBody>
      </p:sp>
      <p:graphicFrame>
        <p:nvGraphicFramePr>
          <p:cNvPr id="41006" name=""/>
          <p:cNvGraphicFramePr/>
          <p:nvPr/>
        </p:nvGraphicFramePr>
        <p:xfrm>
          <a:off xmlns:a="http://schemas.openxmlformats.org/drawingml/2006/main" x="533400" y="2114550"/>
          <a:ext xmlns:a="http://schemas.openxmlformats.org/drawingml/2006/main" cx="8572500" cy="2800350"/>
        </p:xfrm>
        <a:graphic xmlns:a="http://schemas.openxmlformats.org/drawingml/2006/main">
          <a:graphicData uri="http://schemas.openxmlformats.org/drawingml/2006/table">
            <a:tbl>
              <a:tblPr firstRow="0" bandRow="0"/>
              <a:tblGrid>
                <a:gridCol w="1914525"/>
                <a:gridCol w="1143000"/>
                <a:gridCol w="2352675"/>
                <a:gridCol w="3162300"/>
              </a:tblGrid>
              <a:tr h="466725">
                <a:tc>
                  <a:txBody>
                    <a:bodyPr/>
                    <a:lstStyle/>
                    <a:p>
                      <a:r>
                        <a:rPr sz="1200" b="1">
                          <a:solidFill>
                            <a:srgbClr val="1F497D"/>
                          </a:solidFill>
                          <a:latin typeface="Arial"/>
                          <a:ea typeface="Arial"/>
                          <a:cs typeface="Arial"/>
                        </a:rPr>
                        <a:t>Attack</a:t>
                      </a:r>
                    </a:p>
                  </a:txBody>
                  <a:tcPr marL="85725" marR="85725" marT="28575" marB="28575" anchor="ctr">
                    <a:solidFill>
                      <a:srgbClr val="FFFFFF"/>
                    </a:solidFill>
                  </a:tcPr>
                </a:tc>
                <a:tc>
                  <a:txBody>
                    <a:bodyPr/>
                    <a:lstStyle/>
                    <a:p>
                      <a:r>
                        <a:rPr sz="1200" b="1">
                          <a:solidFill>
                            <a:srgbClr val="1F497D"/>
                          </a:solidFill>
                          <a:latin typeface="Arial"/>
                          <a:ea typeface="Arial"/>
                          <a:cs typeface="Arial"/>
                        </a:rPr>
                        <a:t>Style tool says</a:t>
                      </a:r>
                    </a:p>
                  </a:txBody>
                  <a:tcPr marL="85725" marR="85725" marT="28575" marB="28575" anchor="ctr">
                    <a:solidFill>
                      <a:srgbClr val="FFFFFF"/>
                    </a:solidFill>
                  </a:tcPr>
                </a:tc>
                <a:tc>
                  <a:txBody>
                    <a:bodyPr/>
                    <a:lstStyle/>
                    <a:p>
                      <a:r>
                        <a:rPr sz="1200" b="1">
                          <a:solidFill>
                            <a:srgbClr val="1F497D"/>
                          </a:solidFill>
                          <a:latin typeface="Arial"/>
                          <a:ea typeface="Arial"/>
                          <a:cs typeface="Arial"/>
                        </a:rPr>
                        <a:t>SakshiAstra says</a:t>
                      </a:r>
                    </a:p>
                  </a:txBody>
                  <a:tcPr marL="85725" marR="85725" marT="28575" marB="28575" anchor="ctr">
                    <a:solidFill>
                      <a:srgbClr val="FFFFFF"/>
                    </a:solidFill>
                  </a:tcPr>
                </a:tc>
                <a:tc>
                  <a:txBody>
                    <a:bodyPr/>
                    <a:lstStyle/>
                    <a:p>
                      <a:r>
                        <a:rPr sz="1200" b="1">
                          <a:solidFill>
                            <a:srgbClr val="1F497D"/>
                          </a:solidFill>
                          <a:latin typeface="Arial"/>
                          <a:ea typeface="Arial"/>
                          <a:cs typeface="Arial"/>
                        </a:rPr>
                        <a:t>What faking an ASSERT would take</a:t>
                      </a:r>
                    </a:p>
                  </a:txBody>
                  <a:tcPr marL="85725" marR="85725" marT="28575" marB="28575" anchor="ctr">
                    <a:solidFill>
                      <a:srgbClr val="FFFFFF"/>
                    </a:solidFill>
                  </a:tcPr>
                </a:tc>
              </a:tr>
              <a:tr h="466725">
                <a:tc>
                  <a:txBody>
                    <a:bodyPr/>
                    <a:lstStyle/>
                    <a:p>
                      <a:r>
                        <a:rPr sz="1200">
                          <a:solidFill>
                            <a:srgbClr val="171717"/>
                          </a:solidFill>
                          <a:latin typeface="Arial"/>
                          <a:ea typeface="Arial"/>
                          <a:cs typeface="Arial"/>
                        </a:rPr>
                        <a:t>Copy a vendor’s template</a:t>
                      </a:r>
                    </a:p>
                  </a:txBody>
                  <a:tcPr marL="85725" marR="85725" marT="28575" marB="28575" anchor="ctr">
                    <a:solidFill>
                      <a:srgbClr val="FFFFFF"/>
                    </a:solidFill>
                  </a:tcPr>
                </a:tc>
                <a:tc>
                  <a:txBody>
                    <a:bodyPr/>
                    <a:lstStyle/>
                    <a:p>
                      <a:r>
                        <a:rPr sz="1200">
                          <a:solidFill>
                            <a:srgbClr val="171717"/>
                          </a:solidFill>
                          <a:latin typeface="Arial"/>
                          <a:ea typeface="Arial"/>
                          <a:cs typeface="Arial"/>
                        </a:rPr>
                        <a:t>Match (88%)</a:t>
                      </a:r>
                    </a:p>
                  </a:txBody>
                  <a:tcPr marL="85725" marR="85725" marT="28575" marB="28575" anchor="ctr">
                    <a:solidFill>
                      <a:srgbClr val="FFFFFF"/>
                    </a:solidFill>
                  </a:tcPr>
                </a:tc>
                <a:tc>
                  <a:txBody>
                    <a:bodyPr/>
                    <a:lstStyle/>
                    <a:p>
                      <a:r>
                        <a:rPr sz="1200">
                          <a:solidFill>
                            <a:srgbClr val="171717"/>
                          </a:solidFill>
                          <a:latin typeface="Arial"/>
                          <a:ea typeface="Arial"/>
                          <a:cs typeface="Arial"/>
                        </a:rPr>
                        <a:t>HOLD</a:t>
                      </a:r>
                    </a:p>
                  </a:txBody>
                  <a:tcPr marL="85725" marR="85725" marT="28575" marB="28575" anchor="ctr">
                    <a:solidFill>
                      <a:srgbClr val="FFFFFF"/>
                    </a:solidFill>
                  </a:tcPr>
                </a:tc>
                <a:tc>
                  <a:txBody>
                    <a:bodyPr/>
                    <a:lstStyle/>
                    <a:p>
                      <a:r>
                        <a:rPr sz="1200">
                          <a:solidFill>
                            <a:srgbClr val="171717"/>
                          </a:solidFill>
                          <a:latin typeface="Arial"/>
                          <a:ea typeface="Arial"/>
                          <a:cs typeface="Arial"/>
                        </a:rPr>
                        <a:t>Private-key control + persona binding</a:t>
                      </a:r>
                    </a:p>
                  </a:txBody>
                  <a:tcPr marL="85725" marR="85725" marT="28575" marB="28575" anchor="ctr">
                    <a:solidFill>
                      <a:srgbClr val="FFFFFF"/>
                    </a:solidFill>
                  </a:tcPr>
                </a:tc>
              </a:tr>
              <a:tr h="466725">
                <a:tc>
                  <a:txBody>
                    <a:bodyPr/>
                    <a:lstStyle/>
                    <a:p>
                      <a:r>
                        <a:rPr sz="1200">
                          <a:solidFill>
                            <a:srgbClr val="171717"/>
                          </a:solidFill>
                          <a:latin typeface="Arial"/>
                          <a:ea typeface="Arial"/>
                          <a:cs typeface="Arial"/>
                        </a:rPr>
                        <a:t>Replay an old signature</a:t>
                      </a:r>
                    </a:p>
                  </a:txBody>
                  <a:tcPr marL="85725" marR="85725" marT="28575" marB="28575" anchor="ctr">
                    <a:solidFill>
                      <a:srgbClr val="FFFFFF"/>
                    </a:solidFill>
                  </a:tcPr>
                </a:tc>
                <a:tc>
                  <a:txBody>
                    <a:bodyPr/>
                    <a:lstStyle/>
                    <a:p>
                      <a:r>
                        <a:rPr sz="1200">
                          <a:solidFill>
                            <a:srgbClr val="171717"/>
                          </a:solidFill>
                          <a:latin typeface="Arial"/>
                          <a:ea typeface="Arial"/>
                          <a:cs typeface="Arial"/>
                        </a:rPr>
                        <a:t>Match</a:t>
                      </a:r>
                    </a:p>
                  </a:txBody>
                  <a:tcPr marL="85725" marR="85725" marT="28575" marB="28575" anchor="ctr">
                    <a:solidFill>
                      <a:srgbClr val="FFFFFF"/>
                    </a:solidFill>
                  </a:tcPr>
                </a:tc>
                <a:tc>
                  <a:txBody>
                    <a:bodyPr/>
                    <a:lstStyle/>
                    <a:p>
                      <a:r>
                        <a:rPr sz="1200">
                          <a:solidFill>
                            <a:srgbClr val="171717"/>
                          </a:solidFill>
                          <a:latin typeface="Arial"/>
                          <a:ea typeface="Arial"/>
                          <a:cs typeface="Arial"/>
                        </a:rPr>
                        <a:t>L0, zero weight</a:t>
                      </a:r>
                    </a:p>
                    <a:p>
                      <a:r>
                        <a:rPr sz="1200">
                          <a:solidFill>
                            <a:srgbClr val="171717"/>
                          </a:solidFill>
                          <a:latin typeface="Arial"/>
                          <a:ea typeface="Arial"/>
                          <a:cs typeface="Arial"/>
                        </a:rPr>
                        <a:t>HOLD</a:t>
                      </a:r>
                    </a:p>
                  </a:txBody>
                  <a:tcPr marL="85725" marR="85725" marT="28575" marB="28575" anchor="ctr">
                    <a:solidFill>
                      <a:srgbClr val="FFFFFF"/>
                    </a:solidFill>
                  </a:tcPr>
                </a:tc>
                <a:tc>
                  <a:txBody>
                    <a:bodyPr/>
                    <a:lstStyle/>
                    <a:p>
                      <a:r>
                        <a:rPr sz="1200">
                          <a:solidFill>
                            <a:srgbClr val="171717"/>
                          </a:solidFill>
                          <a:latin typeface="Arial"/>
                          <a:ea typeface="Arial"/>
                          <a:cs typeface="Arial"/>
                        </a:rPr>
                        <a:t>A fresh signature on our challenge</a:t>
                      </a:r>
                    </a:p>
                  </a:txBody>
                  <a:tcPr marL="85725" marR="85725" marT="28575" marB="28575" anchor="ctr">
                    <a:solidFill>
                      <a:srgbClr val="FFFFFF"/>
                    </a:solidFill>
                  </a:tcPr>
                </a:tc>
              </a:tr>
              <a:tr h="466725">
                <a:tc>
                  <a:txBody>
                    <a:bodyPr/>
                    <a:lstStyle/>
                    <a:p>
                      <a:r>
                        <a:rPr sz="1200">
                          <a:solidFill>
                            <a:srgbClr val="171717"/>
                          </a:solidFill>
                          <a:latin typeface="Arial"/>
                          <a:ea typeface="Arial"/>
                          <a:cs typeface="Arial"/>
                        </a:rPr>
                        <a:t>Steal the key</a:t>
                      </a:r>
                    </a:p>
                  </a:txBody>
                  <a:tcPr marL="85725" marR="85725" marT="28575" marB="28575" anchor="ctr">
                    <a:solidFill>
                      <a:srgbClr val="FFFFFF"/>
                    </a:solidFill>
                  </a:tcPr>
                </a:tc>
                <a:tc>
                  <a:txBody>
                    <a:bodyPr/>
                    <a:lstStyle/>
                    <a:p>
                      <a:r>
                        <a:rPr sz="1200">
                          <a:solidFill>
                            <a:srgbClr val="171717"/>
                          </a:solidFill>
                          <a:latin typeface="Arial"/>
                          <a:ea typeface="Arial"/>
                          <a:cs typeface="Arial"/>
                        </a:rPr>
                        <a:t>Same actor</a:t>
                      </a:r>
                    </a:p>
                  </a:txBody>
                  <a:tcPr marL="85725" marR="85725" marT="28575" marB="28575" anchor="ctr">
                    <a:solidFill>
                      <a:srgbClr val="FFFFFF"/>
                    </a:solidFill>
                  </a:tcPr>
                </a:tc>
                <a:tc>
                  <a:txBody>
                    <a:bodyPr/>
                    <a:lstStyle/>
                    <a:p>
                      <a:r>
                        <a:rPr sz="1200">
                          <a:solidFill>
                            <a:srgbClr val="171717"/>
                          </a:solidFill>
                          <a:latin typeface="Arial"/>
                          <a:ea typeface="Arial"/>
                          <a:cs typeface="Arial"/>
                        </a:rPr>
                        <a:t>Key Control ASSERT</a:t>
                      </a:r>
                    </a:p>
                    <a:p>
                      <a:r>
                        <a:rPr sz="1200">
                          <a:solidFill>
                            <a:srgbClr val="171717"/>
                          </a:solidFill>
                          <a:latin typeface="Arial"/>
                          <a:ea typeface="Arial"/>
                          <a:cs typeface="Arial"/>
                        </a:rPr>
                        <a:t>Same Operator HOLD</a:t>
                      </a:r>
                    </a:p>
                  </a:txBody>
                  <a:tcPr marL="85725" marR="85725" marT="28575" marB="28575" anchor="ctr">
                    <a:solidFill>
                      <a:srgbClr val="FFFFFF"/>
                    </a:solidFill>
                  </a:tcPr>
                </a:tc>
                <a:tc>
                  <a:txBody>
                    <a:bodyPr/>
                    <a:lstStyle/>
                    <a:p>
                      <a:r>
                        <a:rPr sz="1200">
                          <a:solidFill>
                            <a:srgbClr val="171717"/>
                          </a:solidFill>
                          <a:latin typeface="Arial"/>
                          <a:ea typeface="Arial"/>
                          <a:cs typeface="Arial"/>
                        </a:rPr>
                        <a:t>Also faking the behaviour history</a:t>
                      </a:r>
                    </a:p>
                  </a:txBody>
                  <a:tcPr marL="85725" marR="85725" marT="28575" marB="28575" anchor="ctr">
                    <a:solidFill>
                      <a:srgbClr val="FFFFFF"/>
                    </a:solidFill>
                  </a:tcPr>
                </a:tc>
              </a:tr>
              <a:tr h="466725">
                <a:tc>
                  <a:txBody>
                    <a:bodyPr/>
                    <a:lstStyle/>
                    <a:p>
                      <a:r>
                        <a:rPr sz="1200">
                          <a:solidFill>
                            <a:srgbClr val="171717"/>
                          </a:solidFill>
                          <a:latin typeface="Arial"/>
                          <a:ea typeface="Arial"/>
                          <a:cs typeface="Arial"/>
                        </a:rPr>
                        <a:t>Sock-puppet reviews</a:t>
                      </a:r>
                    </a:p>
                  </a:txBody>
                  <a:tcPr marL="85725" marR="85725" marT="28575" marB="28575" anchor="ctr">
                    <a:solidFill>
                      <a:srgbClr val="FFFFFF"/>
                    </a:solidFill>
                  </a:tcPr>
                </a:tc>
                <a:tc>
                  <a:txBody>
                    <a:bodyPr/>
                    <a:lstStyle/>
                    <a:p>
                      <a:r>
                        <a:rPr sz="1200">
                          <a:solidFill>
                            <a:srgbClr val="171717"/>
                          </a:solidFill>
                          <a:latin typeface="Arial"/>
                          <a:ea typeface="Arial"/>
                          <a:cs typeface="Arial"/>
                        </a:rPr>
                        <a:t>Strong support</a:t>
                      </a:r>
                    </a:p>
                  </a:txBody>
                  <a:tcPr marL="85725" marR="85725" marT="28575" marB="28575" anchor="ctr">
                    <a:solidFill>
                      <a:srgbClr val="FFFFFF"/>
                    </a:solidFill>
                  </a:tcPr>
                </a:tc>
                <a:tc>
                  <a:txBody>
                    <a:bodyPr/>
                    <a:lstStyle/>
                    <a:p>
                      <a:r>
                        <a:rPr sz="1200">
                          <a:solidFill>
                            <a:srgbClr val="171717"/>
                          </a:solidFill>
                          <a:latin typeface="Arial"/>
                          <a:ea typeface="Arial"/>
                          <a:cs typeface="Arial"/>
                        </a:rPr>
                        <a:t>Vouches discounted</a:t>
                      </a:r>
                    </a:p>
                    <a:p>
                      <a:r>
                        <a:rPr sz="1200">
                          <a:solidFill>
                            <a:srgbClr val="171717"/>
                          </a:solidFill>
                          <a:latin typeface="Arial"/>
                          <a:ea typeface="Arial"/>
                          <a:cs typeface="Arial"/>
                        </a:rPr>
                        <a:t>trust weight 0</a:t>
                      </a:r>
                    </a:p>
                  </a:txBody>
                  <a:tcPr marL="85725" marR="85725" marT="28575" marB="28575" anchor="ctr">
                    <a:solidFill>
                      <a:srgbClr val="FFFFFF"/>
                    </a:solidFill>
                  </a:tcPr>
                </a:tc>
                <a:tc>
                  <a:txBody>
                    <a:bodyPr/>
                    <a:lstStyle/>
                    <a:p>
                      <a:r>
                        <a:rPr sz="1200">
                          <a:solidFill>
                            <a:srgbClr val="171717"/>
                          </a:solidFill>
                          <a:latin typeface="Arial"/>
                          <a:ea typeface="Arial"/>
                          <a:cs typeface="Arial"/>
                        </a:rPr>
                        <a:t>Independent evidence sources</a:t>
                      </a:r>
                    </a:p>
                  </a:txBody>
                  <a:tcPr marL="85725" marR="85725" marT="28575" marB="28575" anchor="ctr">
                    <a:solidFill>
                      <a:srgbClr val="FFFFFF"/>
                    </a:solidFill>
                  </a:tcPr>
                </a:tc>
              </a:tr>
              <a:tr h="466725">
                <a:tc>
                  <a:txBody>
                    <a:bodyPr/>
                    <a:lstStyle/>
                    <a:p>
                      <a:r>
                        <a:rPr sz="1200">
                          <a:solidFill>
                            <a:srgbClr val="171717"/>
                          </a:solidFill>
                          <a:latin typeface="Arial"/>
                          <a:ea typeface="Arial"/>
                          <a:cs typeface="Arial"/>
                        </a:rPr>
                        <a:t>Edit the evidence log</a:t>
                      </a:r>
                    </a:p>
                  </a:txBody>
                  <a:tcPr marL="85725" marR="85725" marT="28575" marB="28575" anchor="ctr">
                    <a:solidFill>
                      <a:srgbClr val="FFFFFF"/>
                    </a:solidFill>
                  </a:tcPr>
                </a:tc>
                <a:tc>
                  <a:txBody>
                    <a:bodyPr/>
                    <a:lstStyle/>
                    <a:p>
                      <a:r>
                        <a:rPr sz="1200">
                          <a:solidFill>
                            <a:srgbClr val="171717"/>
                          </a:solidFill>
                          <a:latin typeface="Arial"/>
                          <a:ea typeface="Arial"/>
                          <a:cs typeface="Arial"/>
                        </a:rPr>
                        <a:t>No integrity check</a:t>
                      </a:r>
                    </a:p>
                  </a:txBody>
                  <a:tcPr marL="85725" marR="85725" marT="28575" marB="28575" anchor="ctr">
                    <a:solidFill>
                      <a:srgbClr val="FFFFFF"/>
                    </a:solidFill>
                  </a:tcPr>
                </a:tc>
                <a:tc>
                  <a:txBody>
                    <a:bodyPr/>
                    <a:lstStyle/>
                    <a:p>
                      <a:r>
                        <a:rPr sz="1200">
                          <a:solidFill>
                            <a:srgbClr val="171717"/>
                          </a:solidFill>
                          <a:latin typeface="Arial"/>
                          <a:ea typeface="Arial"/>
                          <a:cs typeface="Arial"/>
                        </a:rPr>
                        <a:t>Chain breaks at</a:t>
                      </a:r>
                    </a:p>
                    <a:p>
                      <a:r>
                        <a:rPr sz="1200">
                          <a:solidFill>
                            <a:srgbClr val="171717"/>
                          </a:solidFill>
                          <a:latin typeface="Arial"/>
                          <a:ea typeface="Arial"/>
                          <a:cs typeface="Arial"/>
                        </a:rPr>
                        <a:t>the edited entry</a:t>
                      </a:r>
                    </a:p>
                  </a:txBody>
                  <a:tcPr marL="85725" marR="85725" marT="28575" marB="28575" anchor="ctr">
                    <a:solidFill>
                      <a:srgbClr val="FFFFFF"/>
                    </a:solidFill>
                  </a:tcPr>
                </a:tc>
                <a:tc>
                  <a:txBody>
                    <a:bodyPr/>
                    <a:lstStyle/>
                    <a:p>
                      <a:r>
                        <a:rPr sz="1200">
                          <a:solidFill>
                            <a:srgbClr val="171717"/>
                          </a:solidFill>
                          <a:latin typeface="Arial"/>
                          <a:ea typeface="Arial"/>
                          <a:cs typeface="Arial"/>
                        </a:rPr>
                        <a:t>Evading a trusted external anchor*</a:t>
                      </a:r>
                    </a:p>
                  </a:txBody>
                  <a:tcPr marL="85725" marR="85725" marT="28575" marB="28575" anchor="ctr">
                    <a:solidFill>
                      <a:srgbClr val="FFFFFF"/>
                    </a:solidFill>
                  </a:tcPr>
                </a:tc>
              </a:tr>
            </a:tbl>
          </a:graphicData>
        </a:graphic>
      </p:graphicFrame>
      <p:sp>
        <p:nvSpPr>
          <p:cNvPr id="41007" name="Audit limitation">
            <a:extLst xmlns:a="http://schemas.openxmlformats.org/drawingml/2006/main">
              <a:ext uri="{FF2B5EF4-FFF2-40B4-BE49-F238E27FC236}">
                <a16:creationId xmlns:a16="http://schemas.microsoft.com/office/drawing/2014/main" id="{5C02501A-4E0A-4491-B155-24F4DD323320}"/>
              </a:ext>
            </a:extLst>
          </p:cNvPr>
          <p:cNvSpPr>
            <a:spLocks xmlns:a="http://schemas.openxmlformats.org/drawingml/2006/main" noGrp="1"/>
          </p:cNvSpPr>
          <p:nvPr/>
        </p:nvSpPr>
        <p:spPr>
          <a:xfrm xmlns:a="http://schemas.openxmlformats.org/drawingml/2006/main">
            <a:off x="533400" y="495300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975" b="0">
                <a:solidFill>
                  <a:srgbClr val="626B73"/>
                </a:solidFill>
                <a:latin typeface="Arial"/>
                <a:ea typeface="Arial"/>
                <a:cs typeface="Arial"/>
              </a:defRPr>
            </a:pPr>
            <a:r>
              <a:rPr sz="975" b="0">
                <a:solidFill>
                  <a:srgbClr val="626B73"/>
                </a:solidFill>
                <a:latin typeface="Arial"/>
                <a:ea typeface="Arial"/>
                <a:cs typeface="Arial"/>
              </a:rPr>
              <a:t>* SHA-256 detects an edited entry. Full chain rewrites need an independently trusted anchor.</a:t>
            </a:r>
          </a:p>
        </p:txBody>
      </p:sp>
      <p:pic>
        <p:nvPicPr>
          <p:cNvPr id="41008" name=""/>
          <p:cNvPicPr>
            <a:picLocks xmlns:a="http://schemas.openxmlformats.org/drawingml/2006/main" noChangeAspect="1"/>
          </p:cNvPicPr>
          <p:nvPr/>
        </p:nvPicPr>
        <p:blipFill>
          <a:blip xmlns:r="http://schemas.openxmlformats.org/officeDocument/2006/relationships" xmlns:a="http://schemas.openxmlformats.org/drawingml/2006/main" r:embed="rIdRedesign1001"/>
          <a:stretch xmlns:a="http://schemas.openxmlformats.org/drawingml/2006/main"/>
        </p:blipFill>
        <p:spPr>
          <a:xfrm xmlns:a="http://schemas.openxmlformats.org/drawingml/2006/main">
            <a:off x="9315450" y="2182813"/>
            <a:ext cx="2343150" cy="1301750"/>
          </a:xfrm>
          <a:prstGeom xmlns:a="http://schemas.openxmlformats.org/drawingml/2006/main" prst="rect">
            <a:avLst/>
          </a:prstGeom>
        </p:spPr>
      </p:pic>
      <p:sp>
        <p:nvSpPr>
          <p:cNvPr id="41009" name="Prototype caption">
            <a:extLst xmlns:a="http://schemas.openxmlformats.org/drawingml/2006/main">
              <a:ext uri="{FF2B5EF4-FFF2-40B4-BE49-F238E27FC236}">
                <a16:creationId xmlns:a16="http://schemas.microsoft.com/office/drawing/2014/main" id="{4D0B264C-A3D8-4E33-AE0C-40229B7EB408}"/>
              </a:ext>
            </a:extLst>
          </p:cNvPr>
          <p:cNvSpPr>
            <a:spLocks xmlns:a="http://schemas.openxmlformats.org/drawingml/2006/main" noGrp="1"/>
          </p:cNvSpPr>
          <p:nvPr/>
        </p:nvSpPr>
        <p:spPr>
          <a:xfrm xmlns:a="http://schemas.openxmlformats.org/drawingml/2006/main">
            <a:off x="9315450" y="3562350"/>
            <a:ext cx="2343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626B73"/>
                </a:solidFill>
                <a:latin typeface="Arial"/>
                <a:ea typeface="Arial"/>
                <a:cs typeface="Arial"/>
              </a:defRPr>
            </a:pPr>
            <a:r>
              <a:rPr sz="1050" b="0">
                <a:solidFill>
                  <a:srgbClr val="626B73"/>
                </a:solidFill>
                <a:latin typeface="Arial"/>
                <a:ea typeface="Arial"/>
                <a:cs typeface="Arial"/>
              </a:rPr>
              <a:t>Prototype · fixture data</a:t>
            </a:r>
          </a:p>
        </p:txBody>
      </p:sp>
      <p:sp>
        <p:nvSpPr>
          <p:cNvPr id="41010" name="Prototype status">
            <a:extLst xmlns:a="http://schemas.openxmlformats.org/drawingml/2006/main">
              <a:ext uri="{FF2B5EF4-FFF2-40B4-BE49-F238E27FC236}">
                <a16:creationId xmlns:a16="http://schemas.microsoft.com/office/drawing/2014/main" id="{3208454A-4C2A-46EE-8969-1699477BCEEF}"/>
              </a:ext>
            </a:extLst>
          </p:cNvPr>
          <p:cNvSpPr>
            <a:spLocks xmlns:a="http://schemas.openxmlformats.org/drawingml/2006/main" noGrp="1"/>
          </p:cNvSpPr>
          <p:nvPr/>
        </p:nvSpPr>
        <p:spPr>
          <a:xfrm xmlns:a="http://schemas.openxmlformats.org/drawingml/2006/main">
            <a:off x="9315450" y="3905250"/>
            <a:ext cx="23431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Working analyst workbench</a:t>
            </a:r>
          </a:p>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Fixture scenarios + Agora text</a:t>
            </a:r>
          </a:p>
          <a:p xmlns:a="http://schemas.openxmlformats.org/drawingml/2006/main">
            <a:r>
              <a:t/>
            </a:r>
          </a:p>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Python backend integration:</a:t>
            </a:r>
          </a:p>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in development</a:t>
            </a:r>
          </a:p>
          <a:p xmlns:a="http://schemas.openxmlformats.org/drawingml/2006/main">
            <a:r>
              <a:t/>
            </a:r>
          </a:p>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Open-source, CPU-only</a:t>
            </a:r>
          </a:p>
        </p:txBody>
      </p:sp>
      <p:sp>
        <p:nvSpPr>
          <p:cNvPr id="41011" name="GitHub link">
            <a:extLst xmlns:a="http://schemas.openxmlformats.org/drawingml/2006/main">
              <a:ext uri="{FF2B5EF4-FFF2-40B4-BE49-F238E27FC236}">
                <a16:creationId xmlns:a16="http://schemas.microsoft.com/office/drawing/2014/main" id="{EEAFA184-C6D5-4EDA-81D4-115ED41A2D67}"/>
              </a:ext>
            </a:extLst>
          </p:cNvPr>
          <p:cNvSpPr>
            <a:spLocks xmlns:a="http://schemas.openxmlformats.org/drawingml/2006/main" noGrp="1"/>
          </p:cNvSpPr>
          <p:nvPr/>
        </p:nvSpPr>
        <p:spPr>
          <a:xfrm xmlns:a="http://schemas.openxmlformats.org/drawingml/2006/main">
            <a:off x="9315450" y="5486400"/>
            <a:ext cx="23431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975" b="0">
                <a:solidFill>
                  <a:srgbClr val="0070C0"/>
                </a:solidFill>
                <a:latin typeface="Arial"/>
                <a:ea typeface="Arial"/>
                <a:cs typeface="Arial"/>
              </a:defRPr>
            </a:pPr>
            <a:r>
              <a:rPr sz="975" b="0">
                <a:solidFill>
                  <a:srgbClr val="0070C0"/>
                </a:solidFill>
                <a:latin typeface="Arial"/>
                <a:ea typeface="Arial"/>
                <a:cs typeface="Arial"/>
                <a:hlinkClick r:id="rIdVerifiedSource"/>
              </a:rPr>
              <a:t>Prototype + research benchmark on GitHub</a:t>
            </a:r>
          </a:p>
        </p:txBody>
      </p:sp>
      <p:graphicFrame>
        <p:nvGraphicFramePr>
          <p:cNvPr id="41012" name=""/>
          <p:cNvGraphicFramePr/>
          <p:nvPr/>
        </p:nvGraphicFramePr>
        <p:xfrm>
          <a:off xmlns:a="http://schemas.openxmlformats.org/drawingml/2006/main" x="533400" y="5238750"/>
          <a:ext xmlns:a="http://schemas.openxmlformats.org/drawingml/2006/main" cx="8572500" cy="876300"/>
        </p:xfrm>
        <a:graphic xmlns:a="http://schemas.openxmlformats.org/drawingml/2006/main">
          <a:graphicData uri="http://schemas.openxmlformats.org/drawingml/2006/table">
            <a:tbl>
              <a:tblPr firstRow="0" bandRow="0"/>
              <a:tblGrid>
                <a:gridCol w="1914525"/>
                <a:gridCol w="6657975"/>
              </a:tblGrid>
              <a:tr h="219075">
                <a:tc>
                  <a:txBody>
                    <a:bodyPr/>
                    <a:lstStyle/>
                    <a:p>
                      <a:r>
                        <a:rPr sz="938" b="1">
                          <a:solidFill>
                            <a:srgbClr val="1F497D"/>
                          </a:solidFill>
                          <a:latin typeface="Arial"/>
                          <a:ea typeface="Arial"/>
                          <a:cs typeface="Arial"/>
                        </a:rPr>
                        <a:t>Challenge</a:t>
                      </a:r>
                    </a:p>
                  </a:txBody>
                  <a:tcPr marL="85725" marR="85725" marT="28575" marB="28575" anchor="ctr">
                    <a:solidFill>
                      <a:srgbClr val="FFFFFF"/>
                    </a:solidFill>
                  </a:tcPr>
                </a:tc>
                <a:tc>
                  <a:txBody>
                    <a:bodyPr/>
                    <a:lstStyle/>
                    <a:p>
                      <a:r>
                        <a:rPr sz="938" b="1">
                          <a:solidFill>
                            <a:srgbClr val="1F497D"/>
                          </a:solidFill>
                          <a:latin typeface="Arial"/>
                          <a:ea typeface="Arial"/>
                          <a:cs typeface="Arial"/>
                        </a:rPr>
                        <a:t>Response</a:t>
                      </a:r>
                    </a:p>
                  </a:txBody>
                  <a:tcPr marL="85725" marR="85725" marT="28575" marB="28575" anchor="ctr">
                    <a:solidFill>
                      <a:srgbClr val="FFFFFF"/>
                    </a:solidFill>
                  </a:tcPr>
                </a:tc>
              </a:tr>
              <a:tr h="219075">
                <a:tc>
                  <a:txBody>
                    <a:bodyPr/>
                    <a:lstStyle/>
                    <a:p>
                      <a:r>
                        <a:rPr sz="938">
                          <a:solidFill>
                            <a:srgbClr val="171717"/>
                          </a:solidFill>
                          <a:latin typeface="Arial"/>
                          <a:ea typeface="Arial"/>
                          <a:cs typeface="Arial"/>
                        </a:rPr>
                        <a:t>Missing proof / takeover</a:t>
                      </a:r>
                    </a:p>
                  </a:txBody>
                  <a:tcPr marL="85725" marR="85725" marT="28575" marB="28575" anchor="ctr">
                    <a:solidFill>
                      <a:srgbClr val="FFFFFF"/>
                    </a:solidFill>
                  </a:tcPr>
                </a:tc>
                <a:tc>
                  <a:txBody>
                    <a:bodyPr/>
                    <a:lstStyle/>
                    <a:p>
                      <a:r>
                        <a:rPr sz="938">
                          <a:solidFill>
                            <a:srgbClr val="171717"/>
                          </a:solidFill>
                          <a:latin typeface="Arial"/>
                          <a:ea typeface="Arial"/>
                          <a:cs typeface="Arial"/>
                        </a:rPr>
                        <a:t>HOLD, collect independent proof, analyst review</a:t>
                      </a:r>
                    </a:p>
                  </a:txBody>
                  <a:tcPr marL="85725" marR="85725" marT="28575" marB="28575" anchor="ctr">
                    <a:solidFill>
                      <a:srgbClr val="FFFFFF"/>
                    </a:solidFill>
                  </a:tcPr>
                </a:tc>
              </a:tr>
              <a:tr h="219075">
                <a:tc>
                  <a:txBody>
                    <a:bodyPr/>
                    <a:lstStyle/>
                    <a:p>
                      <a:r>
                        <a:rPr sz="938">
                          <a:solidFill>
                            <a:srgbClr val="171717"/>
                          </a:solidFill>
                          <a:latin typeface="Arial"/>
                          <a:ea typeface="Arial"/>
                          <a:cs typeface="Arial"/>
                        </a:rPr>
                        <a:t>Real-world validation</a:t>
                      </a:r>
                    </a:p>
                  </a:txBody>
                  <a:tcPr marL="85725" marR="85725" marT="28575" marB="28575" anchor="ctr">
                    <a:solidFill>
                      <a:srgbClr val="FFFFFF"/>
                    </a:solidFill>
                  </a:tcPr>
                </a:tc>
                <a:tc>
                  <a:txBody>
                    <a:bodyPr/>
                    <a:lstStyle/>
                    <a:p>
                      <a:r>
                        <a:rPr sz="938">
                          <a:solidFill>
                            <a:srgbClr val="171717"/>
                          </a:solidFill>
                          <a:latin typeface="Arial"/>
                          <a:ea typeface="Arial"/>
                          <a:cs typeface="Arial"/>
                        </a:rPr>
                        <a:t>Controlled fixtures now; supervised pilot next</a:t>
                      </a:r>
                    </a:p>
                  </a:txBody>
                  <a:tcPr marL="85725" marR="85725" marT="28575" marB="28575" anchor="ctr">
                    <a:solidFill>
                      <a:srgbClr val="FFFFFF"/>
                    </a:solidFill>
                  </a:tcPr>
                </a:tc>
              </a:tr>
              <a:tr h="219075">
                <a:tc>
                  <a:txBody>
                    <a:bodyPr/>
                    <a:lstStyle/>
                    <a:p>
                      <a:r>
                        <a:rPr sz="938">
                          <a:solidFill>
                            <a:srgbClr val="171717"/>
                          </a:solidFill>
                          <a:latin typeface="Arial"/>
                          <a:ea typeface="Arial"/>
                          <a:cs typeface="Arial"/>
                        </a:rPr>
                        <a:t>Legal and ethical risk</a:t>
                      </a:r>
                    </a:p>
                  </a:txBody>
                  <a:tcPr marL="85725" marR="85725" marT="28575" marB="28575" anchor="ctr">
                    <a:solidFill>
                      <a:srgbClr val="FFFFFF"/>
                    </a:solidFill>
                  </a:tcPr>
                </a:tc>
                <a:tc>
                  <a:txBody>
                    <a:bodyPr/>
                    <a:lstStyle/>
                    <a:p>
                      <a:r>
                        <a:rPr sz="938">
                          <a:solidFill>
                            <a:srgbClr val="171717"/>
                          </a:solidFill>
                          <a:latin typeface="Arial"/>
                          <a:ea typeface="Arial"/>
                          <a:cs typeface="Arial"/>
                        </a:rPr>
                        <a:t>Authorised use, passive collection, human sign-off; IT Act 2000 / DPDP Act 2023</a:t>
                      </a:r>
                    </a:p>
                  </a:txBody>
                  <a:tcPr marL="85725" marR="85725" marT="28575" marB="28575" anchor="ctr">
                    <a:solidFill>
                      <a:srgbClr val="FFFFFF"/>
                    </a:solidFill>
                  </a:tcPr>
                </a:tc>
              </a:tr>
            </a:tbl>
          </a:graphicData>
        </a:graphic>
      </p:graphicFrame>
    </p:spTree>
  </p:cSld>
  <p:clrMapOvr>
    <a:masterClrMapping/>
  </p:clrMapOvr>
  <p:timing>
    <p:tnLst>
      <p:par>
        <p:cTn id="1" dur="indefinite" restart="never" nodeType="tmRoot"/>
      </p:par>
    </p:tnLst>
  </p:timing>
</p:sld>
</file>

<file path=ppt/slides/slide5.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bg>
      <p:bgPr>
        <a:solidFill>
          <a:srgbClr val="FFFFFF"/>
        </a:solidFill>
        <a:effectLst/>
      </p:bgPr>
    </p:bg>
    <p:spTree>
      <p:nvGrpSpPr>
        <p:cNvPr id="1" name=""/>
        <p:cNvGrpSpPr/>
        <p:nvPr/>
      </p:nvGrpSpPr>
      <p:grpSpPr>
        <a:xfrm>
          <a:off x="0" y="0"/>
          <a:ext cx="0" cy="0"/>
          <a:chOff x="0" y="0"/>
          <a:chExt cx="0" cy="0"/>
        </a:xfrm>
      </p:grpSpPr>
      <p:sp>
        <p:nvSpPr>
          <p:cNvPr id="2" name="Google Shape;138;p17"/>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HD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QAAAAAAAAAHAAAAAAAAAAEAAACAgIAAQgAAAAAAAAAkAAAAZAAAAGQAAAAAAAAAy8vLAEIAAAAAAAAAJ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HDAAP///wEAAAAAAAAAAAAAAAAAAAAAAAAAAAAAAAAAAAAAAAAAAAAAAAJ/f38AgICAAMvLywDAwP8Af39/AAAAAAAAAAAAAAAAAAAAAAAAAAAAIQAAABgAAAAUAAAAAAAAABcnAAAASwAAMCoAABAAAAAmAAAACAAAAP//////////"/>
              </a:ext>
            </a:extLst>
          </p:cNvSpPr>
          <p:nvPr/>
        </p:nvSpPr>
        <p:spPr>
          <a:xfrm>
            <a:off x="0" y="6354445"/>
            <a:ext cx="12192000" cy="503555"/>
          </a:xfrm>
          <a:prstGeom prst="rect">
            <a:avLst/>
          </a:prstGeom>
          <a:solidFill>
            <a:srgbClr val="0070C0"/>
          </a:solidFill>
          <a:ln>
            <a:noFill/>
          </a:ln>
          <a:effectLst>
            <a:outerShdw blurRad="12700" dist="22860" dir="5400000">
              <a:srgbClr val="808080">
                <a:alpha val="34000"/>
              </a:srgbClr>
            </a:outerShdw>
          </a:effectLst>
        </p:spPr>
        <p:txBody>
          <a:bodyPr vert="horz" wrap="square" lIns="91440" tIns="45720" rIns="91440" bIns="45720" numCol="1" spcCol="215900" anchor="ctr"/>
          <a:lstStyle/>
          <a:p>
            <a:pPr marL="0" marR="0" indent="0" algn="ctr">
              <a:lnSpc>
                <a:spcPct val="100000"/>
              </a:lnSpc>
              <a:spcBef>
                <a:spcPts val="0"/>
              </a:spcBef>
              <a:spcAft>
                <a:spcPts val="0"/>
              </a:spcAft>
              <a:buNone/>
            </a:pPr>
            <a:endParaRPr sz="1800" cap="none">
              <a:solidFill>
                <a:srgbClr val="C0504D"/>
              </a:solidFill>
              <a:latin typeface="Calibri" pitchFamily="2" charset="0"/>
              <a:ea typeface="Calibri" pitchFamily="2" charset="0"/>
              <a:cs typeface="Calibri" pitchFamily="2" charset="0"/>
            </a:endParaRPr>
          </a:p>
        </p:txBody>
      </p:sp>
      <p:sp>
        <p:nvSpPr>
          <p:cNvPr id="4" name="Google Shape;141;p1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DUAABonAABARwAAWSkAABAAAAAmAAAACAAAADw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p>
            <a:pPr marL="0" marR="0" indent="0" algn="r">
              <a:lnSpc>
                <a:spcPct val="100000"/>
              </a:lnSpc>
              <a:spcBef>
                <a:spcPts val="0"/>
              </a:spcBef>
              <a:spcAft>
                <a:spcPts val="0"/>
              </a:spcAft>
              <a:buNone/>
            </a:pPr>
            <a:fld id="{3C25ED2C-62D1-701B-9F9D-944EA3D369C1}" type="slidenum">
              <a:rPr lang="en-us" b="1" cap="none">
                <a:solidFill>
                  <a:srgbClr val="FFFFFF"/>
                </a:solidFill>
              </a:rPr>
              <a:t>5</a:t>
            </a:fld>
            <a:endParaRPr b="1" cap="none">
              <a:solidFill>
                <a:srgbClr val="FFFFFF"/>
              </a:solidFill>
            </a:endParaRPr>
          </a:p>
        </p:txBody>
      </p:sp>
      <p:sp>
        <p:nvSpPr>
          <p:cNvPr id="5" name="Google Shape;142;p1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mBwAABonAABOMAAAWSkAABAAAAAmAAAACAAAAD0wAAD/HwAA"/>
              </a:ext>
            </a:extLst>
          </p:cNvSpPr>
          <p:nvPr>
            <p:ph type="ftr" idx="11"/>
          </p:nvPr>
        </p:nvSpPr>
        <p:spPr>
          <a:xfrm>
            <a:off x="4648200" y="6356350"/>
            <a:ext cx="3204210" cy="365125"/>
          </a:xfrm>
          <a:noFill/>
          <a:ln>
            <a:noFill/>
          </a:ln>
        </p:spPr>
        <p:txBody>
          <a:bodyPr vert="horz" wrap="square" lIns="91440" tIns="45720" rIns="91440" bIns="45720" numCol="1" spcCol="215900" anchor="ctr">
            <a:prstTxWarp prst="textNoShape">
              <a:avLst/>
            </a:prstTxWarp>
          </a:bodyPr>
          <a:lstStyle/>
          <a:p>
            <a:pPr marL="0" marR="0" indent="0" algn="ctr">
              <a:lnSpc>
                <a:spcPct val="100000"/>
              </a:lnSpc>
              <a:spcBef>
                <a:spcPts val="0"/>
              </a:spcBef>
              <a:spcAft>
                <a:spcPts val="0"/>
              </a:spcAft>
              <a:buNone/>
            </a:pPr>
            <a:r>
              <a:rPr lang="en-us" cap="none">
                <a:solidFill>
                  <a:srgbClr val="FFFFFF"/>
                </a:solidFill>
              </a:rPr>
              <a:t>@SIH Idea submission- Template</a:t>
            </a:r>
            <a:endParaRPr cap="none">
              <a:solidFill>
                <a:srgbClr val="FFFFFF"/>
              </a:solidFill>
            </a:endParaRPr>
          </a:p>
        </p:txBody>
      </p:sp>
      <p:sp>
        <p:nvSpPr>
          <p:cNvPr id="8" name="Google Shape;145;p17"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wIAAI0BAAC7CQAAhQYAABAAAAAmAAAACAAAAP//////////"/>
              </a:ext>
            </a:extLst>
          </p:cNvSpPr>
          <p:nvPr/>
        </p:nvSpPr>
        <p:spPr>
          <a:xfrm>
            <a:off x="329565" y="252095"/>
            <a:ext cx="125222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r>
              <a:rPr lang="en-us" sz="1500" b="1" cap="none">
                <a:latin typeface="Calibri" pitchFamily="2" charset="0"/>
                <a:ea typeface="Calibri" pitchFamily="2" charset="0"/>
                <a:cs typeface="Calibri" pitchFamily="2" charset="0"/>
              </a:rPr>
              <a:t>6@RootRevival</a:t>
            </a:r>
            <a:endParaRPr sz="1500" b="1" cap="none">
              <a:latin typeface="Calibri" pitchFamily="2" charset="0"/>
              <a:ea typeface="Calibri" pitchFamily="2" charset="0"/>
              <a:cs typeface="Calibri" pitchFamily="2" charset="0"/>
            </a:endParaRPr>
          </a:p>
        </p:txBody>
      </p:sp>
      <p:sp>
        <p:nvSpPr>
          <p:cNvPr id="51001" name="Slide title">
            <a:extLst xmlns:a="http://schemas.openxmlformats.org/drawingml/2006/main">
              <a:ext uri="{FF2B5EF4-FFF2-40B4-BE49-F238E27FC236}">
                <a16:creationId xmlns:a16="http://schemas.microsoft.com/office/drawing/2014/main" id="{38F9C505-028D-4491-A682-EA615F95DB5F}"/>
              </a:ext>
            </a:extLst>
          </p:cNvPr>
          <p:cNvSpPr>
            <a:spLocks xmlns:a="http://schemas.openxmlformats.org/drawingml/2006/main" noGrp="1"/>
          </p:cNvSpPr>
          <p:nvPr/>
        </p:nvSpPr>
        <p:spPr>
          <a:xfrm xmlns:a="http://schemas.openxmlformats.org/drawingml/2006/main">
            <a:off x="2000250" y="400050"/>
            <a:ext cx="762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2850" b="1">
                <a:solidFill>
                  <a:srgbClr val="171717"/>
                </a:solidFill>
                <a:latin typeface="Arial"/>
                <a:ea typeface="Arial"/>
                <a:cs typeface="Arial"/>
              </a:defRPr>
            </a:pPr>
            <a:r>
              <a:rPr sz="2850" b="1">
                <a:solidFill>
                  <a:srgbClr val="171717"/>
                </a:solidFill>
                <a:latin typeface="Arial"/>
                <a:ea typeface="Arial"/>
                <a:cs typeface="Arial"/>
              </a:rPr>
              <a:t>IMPACT AND BENEFITS</a:t>
            </a:r>
          </a:p>
        </p:txBody>
      </p:sp>
      <p:pic>
        <p:nvPicPr>
          <p:cNvPr id="51002" name=""/>
          <p:cNvPicPr>
            <a:picLocks xmlns:a="http://schemas.openxmlformats.org/drawingml/2006/main" noChangeAspect="1"/>
          </p:cNvPicPr>
          <p:nvPr/>
        </p:nvPicPr>
        <p:blipFill>
          <a:blip xmlns:r="http://schemas.openxmlformats.org/officeDocument/2006/relationships" xmlns:a="http://schemas.openxmlformats.org/drawingml/2006/main" r:embed="rIdRedesign1000"/>
          <a:stretch xmlns:a="http://schemas.openxmlformats.org/drawingml/2006/main"/>
        </p:blipFill>
        <p:spPr>
          <a:xfrm xmlns:a="http://schemas.openxmlformats.org/drawingml/2006/main">
            <a:off x="9786529" y="0"/>
            <a:ext cx="2239193" cy="1057275"/>
          </a:xfrm>
          <a:prstGeom xmlns:a="http://schemas.openxmlformats.org/drawingml/2006/main" prst="rect">
            <a:avLst/>
          </a:prstGeom>
        </p:spPr>
      </p:pic>
      <p:sp>
        <p:nvSpPr>
          <p:cNvPr id="51003" name="Impact heading">
            <a:extLst xmlns:a="http://schemas.openxmlformats.org/drawingml/2006/main">
              <a:ext uri="{FF2B5EF4-FFF2-40B4-BE49-F238E27FC236}">
                <a16:creationId xmlns:a16="http://schemas.microsoft.com/office/drawing/2014/main" id="{552D4884-9122-4FA0-B94B-A539FA8D984B}"/>
              </a:ext>
            </a:extLst>
          </p:cNvPr>
          <p:cNvSpPr>
            <a:spLocks xmlns:a="http://schemas.openxmlformats.org/drawingml/2006/main" noGrp="1"/>
          </p:cNvSpPr>
          <p:nvPr/>
        </p:nvSpPr>
        <p:spPr>
          <a:xfrm xmlns:a="http://schemas.openxmlformats.org/drawingml/2006/main">
            <a:off x="533400" y="1343025"/>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800" b="1">
                <a:solidFill>
                  <a:srgbClr val="1F497D"/>
                </a:solidFill>
                <a:latin typeface="Arial"/>
                <a:ea typeface="Arial"/>
                <a:cs typeface="Arial"/>
              </a:defRPr>
            </a:pPr>
            <a:r>
              <a:rPr sz="1800" b="1">
                <a:solidFill>
                  <a:srgbClr val="1F497D"/>
                </a:solidFill>
                <a:latin typeface="Arial"/>
                <a:ea typeface="Arial"/>
                <a:cs typeface="Arial"/>
              </a:rPr>
              <a:t>01  Potential impact</a:t>
            </a:r>
          </a:p>
        </p:txBody>
      </p:sp>
      <p:sp>
        <p:nvSpPr>
          <p:cNvPr id="51004" name="Impact heading rule">
            <a:extLst xmlns:a="http://schemas.openxmlformats.org/drawingml/2006/main">
              <a:ext uri="{FF2B5EF4-FFF2-40B4-BE49-F238E27FC236}">
                <a16:creationId xmlns:a16="http://schemas.microsoft.com/office/drawing/2014/main" id="{909FB80B-5EC1-476D-948B-27C060C75338}"/>
              </a:ext>
            </a:extLst>
          </p:cNvPr>
          <p:cNvSpPr>
            <a:spLocks xmlns:a="http://schemas.openxmlformats.org/drawingml/2006/main" noGrp="1"/>
          </p:cNvSpPr>
          <p:nvPr/>
        </p:nvSpPr>
        <p:spPr>
          <a:xfrm xmlns:a="http://schemas.openxmlformats.org/drawingml/2006/main">
            <a:off x="533400" y="1733550"/>
            <a:ext cx="5095875" cy="0"/>
          </a:xfrm>
          <a:prstGeom xmlns:a="http://schemas.openxmlformats.org/drawingml/2006/main" prst="line">
            <a:avLst/>
          </a:prstGeom>
          <a:noFill xmlns:a="http://schemas.openxmlformats.org/drawingml/2006/main"/>
          <a:ln xmlns:a="http://schemas.openxmlformats.org/drawingml/2006/main" w="14288">
            <a:solidFill>
              <a:srgbClr val="1F497D"/>
            </a:solidFill>
          </a:ln>
        </p:spPr>
      </p:sp>
      <p:sp>
        <p:nvSpPr>
          <p:cNvPr id="51005" name="Impact National security">
            <a:extLst xmlns:a="http://schemas.openxmlformats.org/drawingml/2006/main">
              <a:ext uri="{FF2B5EF4-FFF2-40B4-BE49-F238E27FC236}">
                <a16:creationId xmlns:a16="http://schemas.microsoft.com/office/drawing/2014/main" id="{70A398B4-A772-484D-A51D-E437B90893FE}"/>
              </a:ext>
            </a:extLst>
          </p:cNvPr>
          <p:cNvSpPr>
            <a:spLocks xmlns:a="http://schemas.openxmlformats.org/drawingml/2006/main" noGrp="1"/>
          </p:cNvSpPr>
          <p:nvPr/>
        </p:nvSpPr>
        <p:spPr>
          <a:xfrm xmlns:a="http://schemas.openxmlformats.org/drawingml/2006/main">
            <a:off x="533400" y="1962150"/>
            <a:ext cx="5095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National security</a:t>
            </a:r>
          </a:p>
        </p:txBody>
      </p:sp>
      <p:sp>
        <p:nvSpPr>
          <p:cNvPr id="51006" name="Impact detail 0">
            <a:extLst xmlns:a="http://schemas.openxmlformats.org/drawingml/2006/main">
              <a:ext uri="{FF2B5EF4-FFF2-40B4-BE49-F238E27FC236}">
                <a16:creationId xmlns:a16="http://schemas.microsoft.com/office/drawing/2014/main" id="{13D91061-B0E1-40F2-9829-4253068E67BC}"/>
              </a:ext>
            </a:extLst>
          </p:cNvPr>
          <p:cNvSpPr>
            <a:spLocks xmlns:a="http://schemas.openxmlformats.org/drawingml/2006/main" noGrp="1"/>
          </p:cNvSpPr>
          <p:nvPr/>
        </p:nvSpPr>
        <p:spPr>
          <a:xfrm xmlns:a="http://schemas.openxmlformats.org/drawingml/2006/main">
            <a:off x="533400" y="2286000"/>
            <a:ext cx="50958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350" b="0">
                <a:solidFill>
                  <a:srgbClr val="171717"/>
                </a:solidFill>
                <a:latin typeface="Arial"/>
                <a:ea typeface="Arial"/>
                <a:cs typeface="Arial"/>
              </a:defRPr>
            </a:pPr>
            <a:r>
              <a:rPr sz="1350" b="0">
                <a:solidFill>
                  <a:srgbClr val="171717"/>
                </a:solidFill>
                <a:latin typeface="Arial"/>
                <a:ea typeface="Arial"/>
                <a:cs typeface="Arial"/>
              </a:rPr>
              <a:t>Trace actors across rebrands and markets: drugs, arms, stolen data, money laundering and terror financing.</a:t>
            </a:r>
          </a:p>
        </p:txBody>
      </p:sp>
      <p:sp>
        <p:nvSpPr>
          <p:cNvPr id="51007" name="Impact Investigators">
            <a:extLst xmlns:a="http://schemas.openxmlformats.org/drawingml/2006/main">
              <a:ext uri="{FF2B5EF4-FFF2-40B4-BE49-F238E27FC236}">
                <a16:creationId xmlns:a16="http://schemas.microsoft.com/office/drawing/2014/main" id="{F75A281A-8BF3-4352-8F93-D22D5AA0B241}"/>
              </a:ext>
            </a:extLst>
          </p:cNvPr>
          <p:cNvSpPr>
            <a:spLocks xmlns:a="http://schemas.openxmlformats.org/drawingml/2006/main" noGrp="1"/>
          </p:cNvSpPr>
          <p:nvPr/>
        </p:nvSpPr>
        <p:spPr>
          <a:xfrm xmlns:a="http://schemas.openxmlformats.org/drawingml/2006/main">
            <a:off x="533400" y="2876550"/>
            <a:ext cx="5095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Investigators</a:t>
            </a:r>
          </a:p>
        </p:txBody>
      </p:sp>
      <p:sp>
        <p:nvSpPr>
          <p:cNvPr id="51008" name="Impact detail 1">
            <a:extLst xmlns:a="http://schemas.openxmlformats.org/drawingml/2006/main">
              <a:ext uri="{FF2B5EF4-FFF2-40B4-BE49-F238E27FC236}">
                <a16:creationId xmlns:a16="http://schemas.microsoft.com/office/drawing/2014/main" id="{76DCCFAB-216C-4DEF-B52B-1EED820F38E8}"/>
              </a:ext>
            </a:extLst>
          </p:cNvPr>
          <p:cNvSpPr>
            <a:spLocks xmlns:a="http://schemas.openxmlformats.org/drawingml/2006/main" noGrp="1"/>
          </p:cNvSpPr>
          <p:nvPr/>
        </p:nvSpPr>
        <p:spPr>
          <a:xfrm xmlns:a="http://schemas.openxmlformats.org/drawingml/2006/main">
            <a:off x="533400" y="3200400"/>
            <a:ext cx="50958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350" b="0">
                <a:solidFill>
                  <a:srgbClr val="171717"/>
                </a:solidFill>
                <a:latin typeface="Arial"/>
                <a:ea typeface="Arial"/>
                <a:cs typeface="Arial"/>
              </a:defRPr>
            </a:pPr>
            <a:r>
              <a:rPr sz="1350" b="0">
                <a:solidFill>
                  <a:srgbClr val="171717"/>
                </a:solidFill>
                <a:latin typeface="Arial"/>
                <a:ea typeface="Arial"/>
                <a:cs typeface="Arial"/>
              </a:rPr>
              <a:t>One evidence timeline for NTRO, cyber cells, CERT-In, SOCs and FIUs.</a:t>
            </a:r>
          </a:p>
        </p:txBody>
      </p:sp>
      <p:sp>
        <p:nvSpPr>
          <p:cNvPr id="51009" name="Impact Faster follow-up">
            <a:extLst xmlns:a="http://schemas.openxmlformats.org/drawingml/2006/main">
              <a:ext uri="{FF2B5EF4-FFF2-40B4-BE49-F238E27FC236}">
                <a16:creationId xmlns:a16="http://schemas.microsoft.com/office/drawing/2014/main" id="{C8E4C598-C073-4C42-BC2F-D00B955D9B78}"/>
              </a:ext>
            </a:extLst>
          </p:cNvPr>
          <p:cNvSpPr>
            <a:spLocks xmlns:a="http://schemas.openxmlformats.org/drawingml/2006/main" noGrp="1"/>
          </p:cNvSpPr>
          <p:nvPr/>
        </p:nvSpPr>
        <p:spPr>
          <a:xfrm xmlns:a="http://schemas.openxmlformats.org/drawingml/2006/main">
            <a:off x="533400" y="3790950"/>
            <a:ext cx="5095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Faster follow-up</a:t>
            </a:r>
          </a:p>
        </p:txBody>
      </p:sp>
      <p:sp>
        <p:nvSpPr>
          <p:cNvPr id="51010" name="Impact detail 2">
            <a:extLst xmlns:a="http://schemas.openxmlformats.org/drawingml/2006/main">
              <a:ext uri="{FF2B5EF4-FFF2-40B4-BE49-F238E27FC236}">
                <a16:creationId xmlns:a16="http://schemas.microsoft.com/office/drawing/2014/main" id="{2D155CBD-4D71-43F3-ADDA-12E05CE50B0E}"/>
              </a:ext>
            </a:extLst>
          </p:cNvPr>
          <p:cNvSpPr>
            <a:spLocks xmlns:a="http://schemas.openxmlformats.org/drawingml/2006/main" noGrp="1"/>
          </p:cNvSpPr>
          <p:nvPr/>
        </p:nvSpPr>
        <p:spPr>
          <a:xfrm xmlns:a="http://schemas.openxmlformats.org/drawingml/2006/main">
            <a:off x="533400" y="4114800"/>
            <a:ext cx="50958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350" b="0">
                <a:solidFill>
                  <a:srgbClr val="171717"/>
                </a:solidFill>
                <a:latin typeface="Arial"/>
                <a:ea typeface="Arial"/>
                <a:cs typeface="Arial"/>
              </a:defRPr>
            </a:pPr>
            <a:r>
              <a:rPr sz="1350" b="0">
                <a:solidFill>
                  <a:srgbClr val="171717"/>
                </a:solidFill>
                <a:latin typeface="Arial"/>
                <a:ea typeface="Arial"/>
                <a:cs typeface="Arial"/>
              </a:rPr>
              <a:t>Every unresolved link names the evidence to seek next.</a:t>
            </a:r>
          </a:p>
        </p:txBody>
      </p:sp>
      <p:sp>
        <p:nvSpPr>
          <p:cNvPr id="51011" name="Benefits heading">
            <a:extLst xmlns:a="http://schemas.openxmlformats.org/drawingml/2006/main">
              <a:ext uri="{FF2B5EF4-FFF2-40B4-BE49-F238E27FC236}">
                <a16:creationId xmlns:a16="http://schemas.microsoft.com/office/drawing/2014/main" id="{C2D12DB6-7618-4D4D-8F9E-38C1E6788B8C}"/>
              </a:ext>
            </a:extLst>
          </p:cNvPr>
          <p:cNvSpPr>
            <a:spLocks xmlns:a="http://schemas.openxmlformats.org/drawingml/2006/main" noGrp="1"/>
          </p:cNvSpPr>
          <p:nvPr/>
        </p:nvSpPr>
        <p:spPr>
          <a:xfrm xmlns:a="http://schemas.openxmlformats.org/drawingml/2006/main">
            <a:off x="533400" y="4867275"/>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rPr>
              <a:t>02  Benefits of the solution</a:t>
            </a:r>
          </a:p>
        </p:txBody>
      </p:sp>
      <p:sp>
        <p:nvSpPr>
          <p:cNvPr id="51012" name="Benefits heading rule">
            <a:extLst xmlns:a="http://schemas.openxmlformats.org/drawingml/2006/main">
              <a:ext uri="{FF2B5EF4-FFF2-40B4-BE49-F238E27FC236}">
                <a16:creationId xmlns:a16="http://schemas.microsoft.com/office/drawing/2014/main" id="{A1AE337D-6289-4F08-A76B-54B35B3D2960}"/>
              </a:ext>
            </a:extLst>
          </p:cNvPr>
          <p:cNvSpPr>
            <a:spLocks xmlns:a="http://schemas.openxmlformats.org/drawingml/2006/main" noGrp="1"/>
          </p:cNvSpPr>
          <p:nvPr/>
        </p:nvSpPr>
        <p:spPr>
          <a:xfrm xmlns:a="http://schemas.openxmlformats.org/drawingml/2006/main">
            <a:off x="533400" y="5248275"/>
            <a:ext cx="5095875" cy="0"/>
          </a:xfrm>
          <a:prstGeom xmlns:a="http://schemas.openxmlformats.org/drawingml/2006/main" prst="line">
            <a:avLst/>
          </a:prstGeom>
          <a:noFill xmlns:a="http://schemas.openxmlformats.org/drawingml/2006/main"/>
          <a:ln xmlns:a="http://schemas.openxmlformats.org/drawingml/2006/main" w="14288">
            <a:solidFill>
              <a:srgbClr val="1F497D"/>
            </a:solidFill>
          </a:ln>
        </p:spPr>
      </p:sp>
      <p:sp>
        <p:nvSpPr>
          <p:cNvPr id="51013" name="Benefits">
            <a:extLst xmlns:a="http://schemas.openxmlformats.org/drawingml/2006/main">
              <a:ext uri="{FF2B5EF4-FFF2-40B4-BE49-F238E27FC236}">
                <a16:creationId xmlns:a16="http://schemas.microsoft.com/office/drawing/2014/main" id="{CB7DB704-4492-4A16-96EC-3442112901BF}"/>
              </a:ext>
            </a:extLst>
          </p:cNvPr>
          <p:cNvSpPr>
            <a:spLocks xmlns:a="http://schemas.openxmlformats.org/drawingml/2006/main" noGrp="1"/>
          </p:cNvSpPr>
          <p:nvPr/>
        </p:nvSpPr>
        <p:spPr>
          <a:xfrm xmlns:a="http://schemas.openxmlformats.org/drawingml/2006/main">
            <a:off x="533400" y="5400675"/>
            <a:ext cx="509587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Social: reduce wrongful attribution.</a:t>
            </a:r>
          </a:p>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Legal: source-graded, hash-chained dossiers.</a:t>
            </a:r>
          </a:p>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Operational: focus reviews on supported leads.</a:t>
            </a:r>
          </a:p>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Economic: open-source CPU, on-premise use.</a:t>
            </a:r>
          </a:p>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Interoperable: STIX 2.1 for existing CTI platforms.</a:t>
            </a:r>
          </a:p>
        </p:txBody>
      </p:sp>
      <p:sp>
        <p:nvSpPr>
          <p:cNvPr id="51014" name="Illustrative case heading">
            <a:extLst xmlns:a="http://schemas.openxmlformats.org/drawingml/2006/main">
              <a:ext uri="{FF2B5EF4-FFF2-40B4-BE49-F238E27FC236}">
                <a16:creationId xmlns:a16="http://schemas.microsoft.com/office/drawing/2014/main" id="{35DBB292-62AC-4D5D-8908-C2CD47D27F13}"/>
              </a:ext>
            </a:extLst>
          </p:cNvPr>
          <p:cNvSpPr>
            <a:spLocks xmlns:a="http://schemas.openxmlformats.org/drawingml/2006/main" noGrp="1"/>
          </p:cNvSpPr>
          <p:nvPr/>
        </p:nvSpPr>
        <p:spPr>
          <a:xfrm xmlns:a="http://schemas.openxmlformats.org/drawingml/2006/main">
            <a:off x="6191250" y="1343025"/>
            <a:ext cx="54673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800" b="1">
                <a:solidFill>
                  <a:srgbClr val="1F497D"/>
                </a:solidFill>
                <a:latin typeface="Arial"/>
                <a:ea typeface="Arial"/>
                <a:cs typeface="Arial"/>
              </a:defRPr>
            </a:pPr>
            <a:r>
              <a:rPr sz="1800" b="1">
                <a:solidFill>
                  <a:srgbClr val="1F497D"/>
                </a:solidFill>
                <a:latin typeface="Arial"/>
                <a:ea typeface="Arial"/>
                <a:cs typeface="Arial"/>
              </a:rPr>
              <a:t>Illustrative case: operator continuity</a:t>
            </a:r>
          </a:p>
        </p:txBody>
      </p:sp>
      <p:sp>
        <p:nvSpPr>
          <p:cNvPr id="51015" name="Hansa context">
            <a:extLst xmlns:a="http://schemas.openxmlformats.org/drawingml/2006/main">
              <a:ext uri="{FF2B5EF4-FFF2-40B4-BE49-F238E27FC236}">
                <a16:creationId xmlns:a16="http://schemas.microsoft.com/office/drawing/2014/main" id="{F4D2EA71-F6A8-4163-ABD4-E3B8FFC7B16F}"/>
              </a:ext>
            </a:extLst>
          </p:cNvPr>
          <p:cNvSpPr>
            <a:spLocks xmlns:a="http://schemas.openxmlformats.org/drawingml/2006/main" noGrp="1"/>
          </p:cNvSpPr>
          <p:nvPr/>
        </p:nvSpPr>
        <p:spPr>
          <a:xfrm xmlns:a="http://schemas.openxmlformats.org/drawingml/2006/main">
            <a:off x="6191250" y="1971675"/>
            <a:ext cx="54673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725" b="1">
                <a:solidFill>
                  <a:srgbClr val="171717"/>
                </a:solidFill>
                <a:latin typeface="Arial"/>
                <a:ea typeface="Arial"/>
                <a:cs typeface="Arial"/>
              </a:defRPr>
            </a:pPr>
            <a:r>
              <a:rPr sz="1725" b="1">
                <a:solidFill>
                  <a:srgbClr val="171717"/>
                </a:solidFill>
                <a:latin typeface="Arial"/>
                <a:ea typeface="Arial"/>
                <a:cs typeface="Arial"/>
              </a:rPr>
              <a:t>Hansa, 2017: same market, new operator.</a:t>
            </a:r>
          </a:p>
          <a:p xmlns:a="http://schemas.openxmlformats.org/drawingml/2006/main">
            <a:pPr>
              <a:defRPr sz="1725" b="1">
                <a:solidFill>
                  <a:srgbClr val="171717"/>
                </a:solidFill>
                <a:latin typeface="Arial"/>
                <a:ea typeface="Arial"/>
                <a:cs typeface="Arial"/>
              </a:defRPr>
            </a:pPr>
            <a:r>
              <a:rPr sz="1725" b="1">
                <a:solidFill>
                  <a:srgbClr val="171717"/>
                </a:solidFill>
                <a:latin typeface="Arial"/>
                <a:ea typeface="Arial"/>
                <a:cs typeface="Arial"/>
              </a:rPr>
              <a:t>Valid credentials don’t prove continuity.</a:t>
            </a:r>
          </a:p>
        </p:txBody>
      </p:sp>
      <p:sp>
        <p:nvSpPr>
          <p:cNvPr id="51016" name="Hansa citation">
            <a:extLst xmlns:a="http://schemas.openxmlformats.org/drawingml/2006/main">
              <a:ext uri="{FF2B5EF4-FFF2-40B4-BE49-F238E27FC236}">
                <a16:creationId xmlns:a16="http://schemas.microsoft.com/office/drawing/2014/main" id="{1B970E46-6C71-4DD5-9FAD-9AF27BFC4FEA}"/>
              </a:ext>
            </a:extLst>
          </p:cNvPr>
          <p:cNvSpPr>
            <a:spLocks xmlns:a="http://schemas.openxmlformats.org/drawingml/2006/main" noGrp="1"/>
          </p:cNvSpPr>
          <p:nvPr/>
        </p:nvSpPr>
        <p:spPr>
          <a:xfrm xmlns:a="http://schemas.openxmlformats.org/drawingml/2006/main">
            <a:off x="6191250" y="2686050"/>
            <a:ext cx="546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975" b="0">
                <a:solidFill>
                  <a:srgbClr val="0070C0"/>
                </a:solidFill>
                <a:latin typeface="Arial"/>
                <a:ea typeface="Arial"/>
                <a:cs typeface="Arial"/>
              </a:defRPr>
            </a:pPr>
            <a:r>
              <a:rPr sz="975" b="0">
                <a:solidFill>
                  <a:srgbClr val="0070C0"/>
                </a:solidFill>
                <a:latin typeface="Arial"/>
                <a:ea typeface="Arial"/>
                <a:cs typeface="Arial"/>
                <a:hlinkClick r:id="rIdVerifiedSource"/>
              </a:rPr>
              <a:t>Public case: Dutch police takeover · Dutch prosecution service, July 2017</a:t>
            </a:r>
          </a:p>
        </p:txBody>
      </p:sp>
      <p:sp>
        <p:nvSpPr>
          <p:cNvPr id="51017" name="Fixture qualification">
            <a:extLst xmlns:a="http://schemas.openxmlformats.org/drawingml/2006/main">
              <a:ext uri="{FF2B5EF4-FFF2-40B4-BE49-F238E27FC236}">
                <a16:creationId xmlns:a16="http://schemas.microsoft.com/office/drawing/2014/main" id="{622424FC-D4D1-4662-A64E-92E518A991A7}"/>
              </a:ext>
            </a:extLst>
          </p:cNvPr>
          <p:cNvSpPr>
            <a:spLocks xmlns:a="http://schemas.openxmlformats.org/drawingml/2006/main" noGrp="1"/>
          </p:cNvSpPr>
          <p:nvPr/>
        </p:nvSpPr>
        <p:spPr>
          <a:xfrm xmlns:a="http://schemas.openxmlformats.org/drawingml/2006/main">
            <a:off x="6191250" y="3209925"/>
            <a:ext cx="5467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0">
                <a:solidFill>
                  <a:srgbClr val="626B73"/>
                </a:solidFill>
                <a:latin typeface="Arial"/>
                <a:ea typeface="Arial"/>
                <a:cs typeface="Arial"/>
              </a:defRPr>
            </a:pPr>
            <a:r>
              <a:rPr sz="1200" b="0">
                <a:solidFill>
                  <a:srgbClr val="626B73"/>
                </a:solidFill>
                <a:latin typeface="Arial"/>
                <a:ea typeface="Arial"/>
                <a:cs typeface="Arial"/>
              </a:rPr>
              <a:t>Fixture illustration, not a reconstruction of Hansa</a:t>
            </a:r>
          </a:p>
        </p:txBody>
      </p:sp>
      <p:sp>
        <p:nvSpPr>
          <p:cNvPr id="51018" name="Key track label">
            <a:extLst xmlns:a="http://schemas.openxmlformats.org/drawingml/2006/main">
              <a:ext uri="{FF2B5EF4-FFF2-40B4-BE49-F238E27FC236}">
                <a16:creationId xmlns:a16="http://schemas.microsoft.com/office/drawing/2014/main" id="{62410B04-D34A-449A-AC58-933FDEB40FF6}"/>
              </a:ext>
            </a:extLst>
          </p:cNvPr>
          <p:cNvSpPr>
            <a:spLocks xmlns:a="http://schemas.openxmlformats.org/drawingml/2006/main" noGrp="1"/>
          </p:cNvSpPr>
          <p:nvPr/>
        </p:nvSpPr>
        <p:spPr>
          <a:xfrm xmlns:a="http://schemas.openxmlformats.org/drawingml/2006/main">
            <a:off x="6191250" y="3657600"/>
            <a:ext cx="5467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650" b="1">
                <a:solidFill>
                  <a:srgbClr val="1F497D"/>
                </a:solidFill>
                <a:latin typeface="Arial"/>
                <a:ea typeface="Arial"/>
                <a:cs typeface="Arial"/>
              </a:defRPr>
            </a:pPr>
            <a:r>
              <a:rPr sz="1650" b="1">
                <a:solidFill>
                  <a:srgbClr val="1F497D"/>
                </a:solidFill>
                <a:latin typeface="Arial"/>
                <a:ea typeface="Arial"/>
                <a:cs typeface="Arial"/>
              </a:rPr>
              <a:t>Key Control · ASSERT</a:t>
            </a:r>
          </a:p>
        </p:txBody>
      </p:sp>
      <p:sp>
        <p:nvSpPr>
          <p:cNvPr id="51019" name="Continuous key control track">
            <a:extLst xmlns:a="http://schemas.openxmlformats.org/drawingml/2006/main">
              <a:ext uri="{FF2B5EF4-FFF2-40B4-BE49-F238E27FC236}">
                <a16:creationId xmlns:a16="http://schemas.microsoft.com/office/drawing/2014/main" id="{2E8F0AEF-DA8E-45E5-8E4D-37E4D630E909}"/>
              </a:ext>
            </a:extLst>
          </p:cNvPr>
          <p:cNvSpPr>
            <a:spLocks xmlns:a="http://schemas.openxmlformats.org/drawingml/2006/main" noGrp="1"/>
          </p:cNvSpPr>
          <p:nvPr/>
        </p:nvSpPr>
        <p:spPr>
          <a:xfrm xmlns:a="http://schemas.openxmlformats.org/drawingml/2006/main">
            <a:off x="6191250" y="4105275"/>
            <a:ext cx="5467350" cy="0"/>
          </a:xfrm>
          <a:prstGeom xmlns:a="http://schemas.openxmlformats.org/drawingml/2006/main" prst="line">
            <a:avLst/>
          </a:prstGeom>
          <a:noFill xmlns:a="http://schemas.openxmlformats.org/drawingml/2006/main"/>
          <a:ln xmlns:a="http://schemas.openxmlformats.org/drawingml/2006/main" w="28575">
            <a:solidFill>
              <a:srgbClr val="1F497D"/>
            </a:solidFill>
          </a:ln>
        </p:spPr>
      </p:sp>
      <p:sp>
        <p:nvSpPr>
          <p:cNvPr id="51020" name="Behaviour track label">
            <a:extLst xmlns:a="http://schemas.openxmlformats.org/drawingml/2006/main">
              <a:ext uri="{FF2B5EF4-FFF2-40B4-BE49-F238E27FC236}">
                <a16:creationId xmlns:a16="http://schemas.microsoft.com/office/drawing/2014/main" id="{46C09532-6BF4-4966-B08B-227677A7F088}"/>
              </a:ext>
            </a:extLst>
          </p:cNvPr>
          <p:cNvSpPr>
            <a:spLocks xmlns:a="http://schemas.openxmlformats.org/drawingml/2006/main" noGrp="1"/>
          </p:cNvSpPr>
          <p:nvPr/>
        </p:nvSpPr>
        <p:spPr>
          <a:xfrm xmlns:a="http://schemas.openxmlformats.org/drawingml/2006/main">
            <a:off x="6191250" y="4524375"/>
            <a:ext cx="5467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650" b="1">
                <a:solidFill>
                  <a:srgbClr val="A96500"/>
                </a:solidFill>
                <a:latin typeface="Arial"/>
                <a:ea typeface="Arial"/>
                <a:cs typeface="Arial"/>
              </a:defRPr>
            </a:pPr>
            <a:r>
              <a:rPr sz="1650" b="1">
                <a:solidFill>
                  <a:srgbClr val="A96500"/>
                </a:solidFill>
                <a:latin typeface="Arial"/>
                <a:ea typeface="Arial"/>
                <a:cs typeface="Arial"/>
              </a:rPr>
              <a:t>Same Operator · HOLD</a:t>
            </a:r>
          </a:p>
        </p:txBody>
      </p:sp>
      <p:sp>
        <p:nvSpPr>
          <p:cNvPr id="51021" name="Behaviour before change">
            <a:extLst xmlns:a="http://schemas.openxmlformats.org/drawingml/2006/main">
              <a:ext uri="{FF2B5EF4-FFF2-40B4-BE49-F238E27FC236}">
                <a16:creationId xmlns:a16="http://schemas.microsoft.com/office/drawing/2014/main" id="{84BEA810-84C0-40A2-B89F-D17F46EFE8E0}"/>
              </a:ext>
            </a:extLst>
          </p:cNvPr>
          <p:cNvSpPr>
            <a:spLocks xmlns:a="http://schemas.openxmlformats.org/drawingml/2006/main" noGrp="1"/>
          </p:cNvSpPr>
          <p:nvPr/>
        </p:nvSpPr>
        <p:spPr>
          <a:xfrm xmlns:a="http://schemas.openxmlformats.org/drawingml/2006/main">
            <a:off x="6191250" y="4972050"/>
            <a:ext cx="2505075" cy="0"/>
          </a:xfrm>
          <a:prstGeom xmlns:a="http://schemas.openxmlformats.org/drawingml/2006/main" prst="line">
            <a:avLst/>
          </a:prstGeom>
          <a:noFill xmlns:a="http://schemas.openxmlformats.org/drawingml/2006/main"/>
          <a:ln xmlns:a="http://schemas.openxmlformats.org/drawingml/2006/main" w="28575">
            <a:solidFill>
              <a:srgbClr val="A96500"/>
            </a:solidFill>
          </a:ln>
        </p:spPr>
      </p:sp>
      <p:sp>
        <p:nvSpPr>
          <p:cNvPr id="51022" name="Behaviour after change">
            <a:extLst xmlns:a="http://schemas.openxmlformats.org/drawingml/2006/main">
              <a:ext uri="{FF2B5EF4-FFF2-40B4-BE49-F238E27FC236}">
                <a16:creationId xmlns:a16="http://schemas.microsoft.com/office/drawing/2014/main" id="{20387AA6-AA97-41E0-B7CE-220B1F9B094A}"/>
              </a:ext>
            </a:extLst>
          </p:cNvPr>
          <p:cNvSpPr>
            <a:spLocks xmlns:a="http://schemas.openxmlformats.org/drawingml/2006/main" noGrp="1"/>
          </p:cNvSpPr>
          <p:nvPr/>
        </p:nvSpPr>
        <p:spPr>
          <a:xfrm xmlns:a="http://schemas.openxmlformats.org/drawingml/2006/main">
            <a:off x="8963025" y="4972050"/>
            <a:ext cx="2695575" cy="0"/>
          </a:xfrm>
          <a:prstGeom xmlns:a="http://schemas.openxmlformats.org/drawingml/2006/main" prst="line">
            <a:avLst/>
          </a:prstGeom>
          <a:noFill xmlns:a="http://schemas.openxmlformats.org/drawingml/2006/main"/>
          <a:ln xmlns:a="http://schemas.openxmlformats.org/drawingml/2006/main" w="28575">
            <a:solidFill>
              <a:srgbClr val="A96500"/>
            </a:solidFill>
          </a:ln>
        </p:spPr>
      </p:sp>
      <p:sp>
        <p:nvSpPr>
          <p:cNvPr id="51023" name="Change point">
            <a:extLst xmlns:a="http://schemas.openxmlformats.org/drawingml/2006/main">
              <a:ext uri="{FF2B5EF4-FFF2-40B4-BE49-F238E27FC236}">
                <a16:creationId xmlns:a16="http://schemas.microsoft.com/office/drawing/2014/main" id="{EDAFB2B6-6136-40B8-AED6-414A14536B30}"/>
              </a:ext>
            </a:extLst>
          </p:cNvPr>
          <p:cNvSpPr>
            <a:spLocks xmlns:a="http://schemas.openxmlformats.org/drawingml/2006/main" noGrp="1"/>
          </p:cNvSpPr>
          <p:nvPr/>
        </p:nvSpPr>
        <p:spPr>
          <a:xfrm xmlns:a="http://schemas.openxmlformats.org/drawingml/2006/main">
            <a:off x="7791450" y="5133975"/>
            <a:ext cx="31527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626B73"/>
                </a:solidFill>
                <a:latin typeface="Arial"/>
                <a:ea typeface="Arial"/>
                <a:cs typeface="Arial"/>
              </a:defRPr>
            </a:pPr>
            <a:r>
              <a:rPr sz="1050" b="0">
                <a:solidFill>
                  <a:srgbClr val="626B73"/>
                </a:solidFill>
                <a:latin typeface="Arial"/>
                <a:ea typeface="Arial"/>
                <a:cs typeface="Arial"/>
              </a:rPr>
              <a:t>change point (fixture: 14 March)</a:t>
            </a:r>
          </a:p>
        </p:txBody>
      </p:sp>
      <p:sp>
        <p:nvSpPr>
          <p:cNvPr id="51024" name="Behaviour observations">
            <a:extLst xmlns:a="http://schemas.openxmlformats.org/drawingml/2006/main">
              <a:ext uri="{FF2B5EF4-FFF2-40B4-BE49-F238E27FC236}">
                <a16:creationId xmlns:a16="http://schemas.microsoft.com/office/drawing/2014/main" id="{70766625-61D0-4AA0-94EE-1997657B87C4}"/>
              </a:ext>
            </a:extLst>
          </p:cNvPr>
          <p:cNvSpPr>
            <a:spLocks xmlns:a="http://schemas.openxmlformats.org/drawingml/2006/main" noGrp="1"/>
          </p:cNvSpPr>
          <p:nvPr/>
        </p:nvSpPr>
        <p:spPr>
          <a:xfrm xmlns:a="http://schemas.openxmlformats.org/drawingml/2006/main">
            <a:off x="6191250" y="4286250"/>
            <a:ext cx="5467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0">
                <a:solidFill>
                  <a:srgbClr val="626B73"/>
                </a:solidFill>
                <a:latin typeface="Arial"/>
                <a:ea typeface="Arial"/>
                <a:cs typeface="Arial"/>
              </a:defRPr>
            </a:pPr>
            <a:r>
              <a:rPr sz="1200" b="0">
                <a:solidFill>
                  <a:srgbClr val="626B73"/>
                </a:solidFill>
                <a:latin typeface="Arial"/>
                <a:ea typeface="Arial"/>
                <a:cs typeface="Arial"/>
              </a:rPr>
              <a:t>Writing style, active hours, shipping terms</a:t>
            </a:r>
          </a:p>
        </p:txBody>
      </p:sp>
      <p:sp>
        <p:nvSpPr>
          <p:cNvPr id="51025" name="Case takeaway">
            <a:extLst xmlns:a="http://schemas.openxmlformats.org/drawingml/2006/main">
              <a:ext uri="{FF2B5EF4-FFF2-40B4-BE49-F238E27FC236}">
                <a16:creationId xmlns:a16="http://schemas.microsoft.com/office/drawing/2014/main" id="{761BDEC1-E332-4FE9-9533-EAC3D208D58B}"/>
              </a:ext>
            </a:extLst>
          </p:cNvPr>
          <p:cNvSpPr>
            <a:spLocks xmlns:a="http://schemas.openxmlformats.org/drawingml/2006/main" noGrp="1"/>
          </p:cNvSpPr>
          <p:nvPr/>
        </p:nvSpPr>
        <p:spPr>
          <a:xfrm xmlns:a="http://schemas.openxmlformats.org/drawingml/2006/main">
            <a:off x="6191250" y="5934075"/>
            <a:ext cx="5467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875" b="1">
                <a:solidFill>
                  <a:srgbClr val="1F497D"/>
                </a:solidFill>
                <a:latin typeface="Arial"/>
                <a:ea typeface="Arial"/>
                <a:cs typeface="Arial"/>
              </a:defRPr>
            </a:pPr>
            <a:r>
              <a:rPr sz="1875" b="1">
                <a:solidFill>
                  <a:srgbClr val="1F497D"/>
                </a:solidFill>
                <a:latin typeface="Arial"/>
                <a:ea typeface="Arial"/>
                <a:cs typeface="Arial"/>
              </a:rPr>
              <a:t>Same key. Maybe different hands.</a:t>
            </a:r>
          </a:p>
        </p:txBody>
      </p:sp>
    </p:spTree>
  </p:cSld>
  <p:clrMapOvr>
    <a:masterClrMapping/>
  </p:clrMapOvr>
  <p:timing>
    <p:tnLst>
      <p:par>
        <p:cTn id="1" dur="indefinite" restart="never" nodeType="tmRoot"/>
      </p:par>
    </p:tnLst>
  </p:timing>
</p:sld>
</file>

<file path=ppt/slides/slide6.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bg>
      <p:bgPr>
        <a:solidFill>
          <a:srgbClr val="FFFFFF"/>
        </a:solidFill>
        <a:effectLst/>
      </p:bgPr>
    </p:bg>
    <p:spTree>
      <p:nvGrpSpPr>
        <p:cNvPr id="1" name=""/>
        <p:cNvGrpSpPr/>
        <p:nvPr/>
      </p:nvGrpSpPr>
      <p:grpSpPr>
        <a:xfrm>
          <a:off x="0" y="0"/>
          <a:ext cx="0" cy="0"/>
          <a:chOff x="0" y="0"/>
          <a:chExt cx="0" cy="0"/>
        </a:xfrm>
      </p:grpSpPr>
      <p:sp>
        <p:nvSpPr>
          <p:cNvPr id="2" name="Google Shape;151;p18"/>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HD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QAAAAAAAAAHAAAAAAAAAAEAAACAgIAAQgAAAAAAAAAkAAAAZAAAAGQAAAAAAAAAy8vLAEIAAAAAAAAAJ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HDAAP///wEAAAAAAAAAAAAAAAAAAAAAAAAAAAAAAAAAAAAAAAAAAAAAAAJ/f38AgICAAMvLywDAwP8Af39/AAAAAAAAAAAAAAAAAAAAAAAAAAAAIQAAABgAAAAUAAAAAAAAABcnAAAASwAAMCoAABAAAAAmAAAACAAAAP//////////"/>
              </a:ext>
            </a:extLst>
          </p:cNvSpPr>
          <p:nvPr/>
        </p:nvSpPr>
        <p:spPr>
          <a:xfrm>
            <a:off x="0" y="6354445"/>
            <a:ext cx="12192000" cy="503555"/>
          </a:xfrm>
          <a:prstGeom prst="rect">
            <a:avLst/>
          </a:prstGeom>
          <a:solidFill>
            <a:srgbClr val="0070C0"/>
          </a:solidFill>
          <a:ln>
            <a:noFill/>
          </a:ln>
          <a:effectLst>
            <a:outerShdw blurRad="12700" dist="22860" dir="5400000">
              <a:srgbClr val="808080">
                <a:alpha val="34000"/>
              </a:srgbClr>
            </a:outerShdw>
          </a:effectLst>
        </p:spPr>
        <p:txBody>
          <a:bodyPr vert="horz" wrap="square" lIns="91440" tIns="45720" rIns="91440" bIns="45720" numCol="1" spcCol="215900" anchor="ctr"/>
          <a:lstStyle/>
          <a:p>
            <a:pPr marL="0" marR="0" indent="0" algn="ctr">
              <a:lnSpc>
                <a:spcPct val="100000"/>
              </a:lnSpc>
              <a:spcBef>
                <a:spcPts val="0"/>
              </a:spcBef>
              <a:spcAft>
                <a:spcPts val="0"/>
              </a:spcAft>
              <a:buNone/>
            </a:pPr>
            <a:endParaRPr sz="1800" cap="none">
              <a:solidFill>
                <a:srgbClr val="C0504D"/>
              </a:solidFill>
              <a:latin typeface="Calibri" pitchFamily="2" charset="0"/>
              <a:ea typeface="Calibri" pitchFamily="2" charset="0"/>
              <a:cs typeface="Calibri" pitchFamily="2" charset="0"/>
            </a:endParaRPr>
          </a:p>
        </p:txBody>
      </p:sp>
      <p:sp>
        <p:nvSpPr>
          <p:cNvPr id="4" name="Google Shape;154;p18"/>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DUAABonAABARwAAWSkAABAAAAAmAAAACAAAADw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p>
            <a:pPr marL="0" marR="0" indent="0" algn="r">
              <a:lnSpc>
                <a:spcPct val="100000"/>
              </a:lnSpc>
              <a:spcBef>
                <a:spcPts val="0"/>
              </a:spcBef>
              <a:spcAft>
                <a:spcPts val="0"/>
              </a:spcAft>
              <a:buNone/>
            </a:pPr>
            <a:fld id="{3C259B2E-60D1-706D-9F9D-9638D5D369C3}" type="slidenum">
              <a:rPr lang="en-us" b="1" cap="none">
                <a:solidFill>
                  <a:srgbClr val="FFFFFF"/>
                </a:solidFill>
              </a:rPr>
              <a:t>6</a:t>
            </a:fld>
            <a:endParaRPr b="1" cap="none">
              <a:solidFill>
                <a:srgbClr val="FFFFFF"/>
              </a:solidFill>
            </a:endParaRPr>
          </a:p>
        </p:txBody>
      </p:sp>
      <p:sp>
        <p:nvSpPr>
          <p:cNvPr id="5" name="Google Shape;155;p18"/>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mBwAABonAABOMAAAWSkAABAAAAAmAAAACAAAAD0wAAD/HwAA"/>
              </a:ext>
            </a:extLst>
          </p:cNvSpPr>
          <p:nvPr>
            <p:ph type="ftr" idx="11"/>
          </p:nvPr>
        </p:nvSpPr>
        <p:spPr>
          <a:xfrm>
            <a:off x="4648200" y="6356350"/>
            <a:ext cx="3204210" cy="365125"/>
          </a:xfrm>
          <a:noFill/>
          <a:ln>
            <a:noFill/>
          </a:ln>
        </p:spPr>
        <p:txBody>
          <a:bodyPr vert="horz" wrap="square" lIns="91440" tIns="45720" rIns="91440" bIns="45720" numCol="1" spcCol="215900" anchor="ctr">
            <a:prstTxWarp prst="textNoShape">
              <a:avLst/>
            </a:prstTxWarp>
          </a:bodyPr>
          <a:lstStyle/>
          <a:p>
            <a:pPr marL="0" marR="0" indent="0" algn="ctr">
              <a:lnSpc>
                <a:spcPct val="100000"/>
              </a:lnSpc>
              <a:spcBef>
                <a:spcPts val="0"/>
              </a:spcBef>
              <a:spcAft>
                <a:spcPts val="0"/>
              </a:spcAft>
              <a:buNone/>
            </a:pPr>
            <a:r>
              <a:rPr lang="en-us" cap="none">
                <a:solidFill>
                  <a:srgbClr val="FFFFFF"/>
                </a:solidFill>
              </a:rPr>
              <a:t>@SIH Idea submission- Template</a:t>
            </a:r>
            <a:endParaRPr cap="none">
              <a:solidFill>
                <a:srgbClr val="FFFFFF"/>
              </a:solidFill>
            </a:endParaRPr>
          </a:p>
        </p:txBody>
      </p:sp>
      <p:sp>
        <p:nvSpPr>
          <p:cNvPr id="8" name="Google Shape;158;p18"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wIAAI0BAAC7CQAAhQYAABAAAAAmAAAACAAAAP//////////"/>
              </a:ext>
            </a:extLst>
          </p:cNvSpPr>
          <p:nvPr/>
        </p:nvSpPr>
        <p:spPr>
          <a:xfrm>
            <a:off x="329565" y="252095"/>
            <a:ext cx="125222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r>
              <a:rPr lang="en-us" sz="1500" b="1" cap="none">
                <a:latin typeface="Calibri" pitchFamily="2" charset="0"/>
                <a:ea typeface="Calibri" pitchFamily="2" charset="0"/>
                <a:cs typeface="Calibri" pitchFamily="2" charset="0"/>
              </a:rPr>
              <a:t>6@RootRevival</a:t>
            </a:r>
            <a:endParaRPr sz="1500" b="1" cap="none">
              <a:latin typeface="Calibri" pitchFamily="2" charset="0"/>
              <a:ea typeface="Calibri" pitchFamily="2" charset="0"/>
              <a:cs typeface="Calibri" pitchFamily="2" charset="0"/>
            </a:endParaRPr>
          </a:p>
        </p:txBody>
      </p:sp>
      <p:sp>
        <p:nvSpPr>
          <p:cNvPr id="61001" name="Slide title">
            <a:extLst xmlns:a="http://schemas.openxmlformats.org/drawingml/2006/main">
              <a:ext uri="{FF2B5EF4-FFF2-40B4-BE49-F238E27FC236}">
                <a16:creationId xmlns:a16="http://schemas.microsoft.com/office/drawing/2014/main" id="{3C28D6E1-FE70-4AF3-BCCC-2D24D9B6CA95}"/>
              </a:ext>
            </a:extLst>
          </p:cNvPr>
          <p:cNvSpPr>
            <a:spLocks xmlns:a="http://schemas.openxmlformats.org/drawingml/2006/main" noGrp="1"/>
          </p:cNvSpPr>
          <p:nvPr/>
        </p:nvSpPr>
        <p:spPr>
          <a:xfrm xmlns:a="http://schemas.openxmlformats.org/drawingml/2006/main">
            <a:off x="2000250" y="400050"/>
            <a:ext cx="762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2625" b="1">
                <a:solidFill>
                  <a:srgbClr val="171717"/>
                </a:solidFill>
                <a:latin typeface="Arial"/>
                <a:ea typeface="Arial"/>
                <a:cs typeface="Arial"/>
              </a:defRPr>
            </a:pPr>
            <a:r>
              <a:rPr sz="2625" b="1">
                <a:solidFill>
                  <a:srgbClr val="171717"/>
                </a:solidFill>
                <a:latin typeface="Arial"/>
                <a:ea typeface="Arial"/>
                <a:cs typeface="Arial"/>
              </a:rPr>
              <a:t>RESEARCH AND REFERENCES</a:t>
            </a:r>
          </a:p>
        </p:txBody>
      </p:sp>
      <p:pic>
        <p:nvPicPr>
          <p:cNvPr id="61002" name=""/>
          <p:cNvPicPr>
            <a:picLocks xmlns:a="http://schemas.openxmlformats.org/drawingml/2006/main" noChangeAspect="1"/>
          </p:cNvPicPr>
          <p:nvPr/>
        </p:nvPicPr>
        <p:blipFill>
          <a:blip xmlns:r="http://schemas.openxmlformats.org/officeDocument/2006/relationships" xmlns:a="http://schemas.openxmlformats.org/drawingml/2006/main" r:embed="rIdRedesign1000"/>
          <a:stretch xmlns:a="http://schemas.openxmlformats.org/drawingml/2006/main"/>
        </p:blipFill>
        <p:spPr>
          <a:xfrm xmlns:a="http://schemas.openxmlformats.org/drawingml/2006/main">
            <a:off x="9786529" y="0"/>
            <a:ext cx="2239193" cy="1057275"/>
          </a:xfrm>
          <a:prstGeom xmlns:a="http://schemas.openxmlformats.org/drawingml/2006/main" prst="rect">
            <a:avLst/>
          </a:prstGeom>
        </p:spPr>
      </p:pic>
      <p:sp>
        <p:nvSpPr>
          <p:cNvPr id="61003" name="References heading">
            <a:extLst xmlns:a="http://schemas.openxmlformats.org/drawingml/2006/main">
              <a:ext uri="{FF2B5EF4-FFF2-40B4-BE49-F238E27FC236}">
                <a16:creationId xmlns:a16="http://schemas.microsoft.com/office/drawing/2014/main" id="{56B516CA-2A11-48B2-8683-EF8EA984CCFB}"/>
              </a:ext>
            </a:extLst>
          </p:cNvPr>
          <p:cNvSpPr>
            <a:spLocks xmlns:a="http://schemas.openxmlformats.org/drawingml/2006/main" noGrp="1"/>
          </p:cNvSpPr>
          <p:nvPr/>
        </p:nvSpPr>
        <p:spPr>
          <a:xfrm xmlns:a="http://schemas.openxmlformats.org/drawingml/2006/main">
            <a:off x="533400" y="1343025"/>
            <a:ext cx="5181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rPr>
              <a:t>Research foundations and references</a:t>
            </a:r>
          </a:p>
        </p:txBody>
      </p:sp>
      <p:sp>
        <p:nvSpPr>
          <p:cNvPr id="61004" name="Research scope">
            <a:extLst xmlns:a="http://schemas.openxmlformats.org/drawingml/2006/main">
              <a:ext uri="{FF2B5EF4-FFF2-40B4-BE49-F238E27FC236}">
                <a16:creationId xmlns:a16="http://schemas.microsoft.com/office/drawing/2014/main" id="{B41A83C6-4B2C-4AD7-B1B8-0F9DAA3D7A40}"/>
              </a:ext>
            </a:extLst>
          </p:cNvPr>
          <p:cNvSpPr>
            <a:spLocks xmlns:a="http://schemas.openxmlformats.org/drawingml/2006/main" noGrp="1"/>
          </p:cNvSpPr>
          <p:nvPr/>
        </p:nvSpPr>
        <p:spPr>
          <a:xfrm xmlns:a="http://schemas.openxmlformats.org/drawingml/2006/main">
            <a:off x="533400" y="1847850"/>
            <a:ext cx="5181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350" b="0">
                <a:solidFill>
                  <a:srgbClr val="171717"/>
                </a:solidFill>
                <a:latin typeface="Arial"/>
                <a:ea typeface="Arial"/>
                <a:cs typeface="Arial"/>
              </a:defRPr>
            </a:pPr>
            <a:r>
              <a:rPr sz="1350" b="0">
                <a:solidFill>
                  <a:srgbClr val="171717"/>
                </a:solidFill>
                <a:latin typeface="Arial"/>
                <a:ea typeface="Arial"/>
                <a:cs typeface="Arial"/>
              </a:rPr>
              <a:t>Our work: literature / SIH26151 review, attack taxonomy, and a locked train / validation / test benchmark.</a:t>
            </a:r>
          </a:p>
        </p:txBody>
      </p:sp>
      <p:sp>
        <p:nvSpPr>
          <p:cNvPr id="61005" name="Reference 1 line 0">
            <a:extLst xmlns:a="http://schemas.openxmlformats.org/drawingml/2006/main">
              <a:ext uri="{FF2B5EF4-FFF2-40B4-BE49-F238E27FC236}">
                <a16:creationId xmlns:a16="http://schemas.microsoft.com/office/drawing/2014/main" id="{BCEFF7B7-0A07-4A15-A658-0AEBE906D2D6}"/>
              </a:ext>
            </a:extLst>
          </p:cNvPr>
          <p:cNvSpPr>
            <a:spLocks xmlns:a="http://schemas.openxmlformats.org/drawingml/2006/main" noGrp="1"/>
          </p:cNvSpPr>
          <p:nvPr/>
        </p:nvSpPr>
        <p:spPr>
          <a:xfrm xmlns:a="http://schemas.openxmlformats.org/drawingml/2006/main">
            <a:off x="533400" y="2533650"/>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350" b="1">
                <a:solidFill>
                  <a:srgbClr val="1F497D"/>
                </a:solidFill>
                <a:latin typeface="Arial"/>
                <a:ea typeface="Arial"/>
                <a:cs typeface="Arial"/>
              </a:defRPr>
            </a:pPr>
            <a:r>
              <a:rPr sz="1350" b="1">
                <a:solidFill>
                  <a:srgbClr val="1F497D"/>
                </a:solidFill>
                <a:latin typeface="Arial"/>
                <a:ea typeface="Arial"/>
                <a:cs typeface="Arial"/>
              </a:rPr>
              <a:t>Tai, Soska &amp; Christin (2019), KDD</a:t>
            </a:r>
          </a:p>
        </p:txBody>
      </p:sp>
      <p:sp>
        <p:nvSpPr>
          <p:cNvPr id="61006" name="Reference 1 line 1">
            <a:extLst xmlns:a="http://schemas.openxmlformats.org/drawingml/2006/main">
              <a:ext uri="{FF2B5EF4-FFF2-40B4-BE49-F238E27FC236}">
                <a16:creationId xmlns:a16="http://schemas.microsoft.com/office/drawing/2014/main" id="{E4CE7558-17C1-4FBC-9CC5-C9D6156A4A23}"/>
              </a:ext>
            </a:extLst>
          </p:cNvPr>
          <p:cNvSpPr>
            <a:spLocks xmlns:a="http://schemas.openxmlformats.org/drawingml/2006/main" noGrp="1"/>
          </p:cNvSpPr>
          <p:nvPr/>
        </p:nvSpPr>
        <p:spPr>
          <a:xfrm xmlns:a="http://schemas.openxmlformats.org/drawingml/2006/main">
            <a:off x="533400" y="2800350"/>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Adversarial Matching of Dark Net Market Vendor Accounts</a:t>
            </a:r>
          </a:p>
        </p:txBody>
      </p:sp>
      <p:sp>
        <p:nvSpPr>
          <p:cNvPr id="61007" name="Reference 1 line 2">
            <a:extLst xmlns:a="http://schemas.openxmlformats.org/drawingml/2006/main">
              <a:ext uri="{FF2B5EF4-FFF2-40B4-BE49-F238E27FC236}">
                <a16:creationId xmlns:a16="http://schemas.microsoft.com/office/drawing/2014/main" id="{BAC4583B-9F09-4D76-9E2C-D7A4AF6DC500}"/>
              </a:ext>
            </a:extLst>
          </p:cNvPr>
          <p:cNvSpPr>
            <a:spLocks xmlns:a="http://schemas.openxmlformats.org/drawingml/2006/main" noGrp="1"/>
          </p:cNvSpPr>
          <p:nvPr/>
        </p:nvSpPr>
        <p:spPr>
          <a:xfrm xmlns:a="http://schemas.openxmlformats.org/drawingml/2006/main">
            <a:off x="533400" y="301942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0070C0"/>
                </a:solidFill>
                <a:latin typeface="Arial"/>
                <a:ea typeface="Arial"/>
                <a:cs typeface="Arial"/>
              </a:defRPr>
            </a:pPr>
            <a:r>
              <a:rPr sz="1050" b="0">
                <a:solidFill>
                  <a:srgbClr val="0070C0"/>
                </a:solidFill>
                <a:latin typeface="Arial"/>
                <a:ea typeface="Arial"/>
                <a:cs typeface="Arial"/>
              </a:rPr>
              <a:t>doi.org/10.1145/3292500.3330763</a:t>
            </a:r>
          </a:p>
        </p:txBody>
      </p:sp>
      <p:sp>
        <p:nvSpPr>
          <p:cNvPr id="61008" name="Reference 2 line 0">
            <a:extLst xmlns:a="http://schemas.openxmlformats.org/drawingml/2006/main">
              <a:ext uri="{FF2B5EF4-FFF2-40B4-BE49-F238E27FC236}">
                <a16:creationId xmlns:a16="http://schemas.microsoft.com/office/drawing/2014/main" id="{70094BC4-A146-4E5E-A551-11F69748D501}"/>
              </a:ext>
            </a:extLst>
          </p:cNvPr>
          <p:cNvSpPr>
            <a:spLocks xmlns:a="http://schemas.openxmlformats.org/drawingml/2006/main" noGrp="1"/>
          </p:cNvSpPr>
          <p:nvPr/>
        </p:nvSpPr>
        <p:spPr>
          <a:xfrm xmlns:a="http://schemas.openxmlformats.org/drawingml/2006/main">
            <a:off x="533400" y="328612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350" b="1">
                <a:solidFill>
                  <a:srgbClr val="1F497D"/>
                </a:solidFill>
                <a:latin typeface="Arial"/>
                <a:ea typeface="Arial"/>
                <a:cs typeface="Arial"/>
              </a:defRPr>
            </a:pPr>
            <a:r>
              <a:rPr sz="1350" b="1">
                <a:solidFill>
                  <a:srgbClr val="1F497D"/>
                </a:solidFill>
                <a:latin typeface="Arial"/>
                <a:ea typeface="Arial"/>
                <a:cs typeface="Arial"/>
              </a:rPr>
              <a:t>Saxena et al. (2023), ACL</a:t>
            </a:r>
          </a:p>
        </p:txBody>
      </p:sp>
      <p:sp>
        <p:nvSpPr>
          <p:cNvPr id="61009" name="Reference 2 line 1">
            <a:extLst xmlns:a="http://schemas.openxmlformats.org/drawingml/2006/main">
              <a:ext uri="{FF2B5EF4-FFF2-40B4-BE49-F238E27FC236}">
                <a16:creationId xmlns:a16="http://schemas.microsoft.com/office/drawing/2014/main" id="{12AFDFBE-0467-4E83-8F20-DB9DB05CE37C}"/>
              </a:ext>
            </a:extLst>
          </p:cNvPr>
          <p:cNvSpPr>
            <a:spLocks xmlns:a="http://schemas.openxmlformats.org/drawingml/2006/main" noGrp="1"/>
          </p:cNvSpPr>
          <p:nvPr/>
        </p:nvSpPr>
        <p:spPr>
          <a:xfrm xmlns:a="http://schemas.openxmlformats.org/drawingml/2006/main">
            <a:off x="533400" y="355282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VendorLink: vendor migrants and potential aliases</a:t>
            </a:r>
          </a:p>
        </p:txBody>
      </p:sp>
      <p:sp>
        <p:nvSpPr>
          <p:cNvPr id="61010" name="Reference 2 line 2">
            <a:extLst xmlns:a="http://schemas.openxmlformats.org/drawingml/2006/main">
              <a:ext uri="{FF2B5EF4-FFF2-40B4-BE49-F238E27FC236}">
                <a16:creationId xmlns:a16="http://schemas.microsoft.com/office/drawing/2014/main" id="{46773711-3419-4D9E-95A2-E93B9AB129F6}"/>
              </a:ext>
            </a:extLst>
          </p:cNvPr>
          <p:cNvSpPr>
            <a:spLocks xmlns:a="http://schemas.openxmlformats.org/drawingml/2006/main" noGrp="1"/>
          </p:cNvSpPr>
          <p:nvPr/>
        </p:nvSpPr>
        <p:spPr>
          <a:xfrm xmlns:a="http://schemas.openxmlformats.org/drawingml/2006/main">
            <a:off x="533400" y="3771900"/>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0070C0"/>
                </a:solidFill>
                <a:latin typeface="Arial"/>
                <a:ea typeface="Arial"/>
                <a:cs typeface="Arial"/>
              </a:defRPr>
            </a:pPr>
            <a:r>
              <a:rPr sz="1050" b="0">
                <a:solidFill>
                  <a:srgbClr val="0070C0"/>
                </a:solidFill>
                <a:latin typeface="Arial"/>
                <a:ea typeface="Arial"/>
                <a:cs typeface="Arial"/>
              </a:rPr>
              <a:t>aclanthology.org/2023.acl-long.481/</a:t>
            </a:r>
          </a:p>
        </p:txBody>
      </p:sp>
      <p:sp>
        <p:nvSpPr>
          <p:cNvPr id="61011" name="Reference 3 line 0">
            <a:extLst xmlns:a="http://schemas.openxmlformats.org/drawingml/2006/main">
              <a:ext uri="{FF2B5EF4-FFF2-40B4-BE49-F238E27FC236}">
                <a16:creationId xmlns:a16="http://schemas.microsoft.com/office/drawing/2014/main" id="{12CA1CB4-9E5F-4716-9720-668D744946AB}"/>
              </a:ext>
            </a:extLst>
          </p:cNvPr>
          <p:cNvSpPr>
            <a:spLocks xmlns:a="http://schemas.openxmlformats.org/drawingml/2006/main" noGrp="1"/>
          </p:cNvSpPr>
          <p:nvPr/>
        </p:nvSpPr>
        <p:spPr>
          <a:xfrm xmlns:a="http://schemas.openxmlformats.org/drawingml/2006/main">
            <a:off x="533400" y="4038600"/>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350" b="1">
                <a:solidFill>
                  <a:srgbClr val="1F497D"/>
                </a:solidFill>
                <a:latin typeface="Arial"/>
                <a:ea typeface="Arial"/>
                <a:cs typeface="Arial"/>
              </a:defRPr>
            </a:pPr>
            <a:r>
              <a:rPr sz="1350" b="1">
                <a:solidFill>
                  <a:srgbClr val="1F497D"/>
                </a:solidFill>
                <a:latin typeface="Arial"/>
                <a:ea typeface="Arial"/>
                <a:cs typeface="Arial"/>
              </a:rPr>
              <a:t>Wang et al. (2018), ASIACCS</a:t>
            </a:r>
          </a:p>
        </p:txBody>
      </p:sp>
      <p:sp>
        <p:nvSpPr>
          <p:cNvPr id="61012" name="Reference 3 line 1">
            <a:extLst xmlns:a="http://schemas.openxmlformats.org/drawingml/2006/main">
              <a:ext uri="{FF2B5EF4-FFF2-40B4-BE49-F238E27FC236}">
                <a16:creationId xmlns:a16="http://schemas.microsoft.com/office/drawing/2014/main" id="{F73F5794-AAEC-4094-B4D4-07DBF3824E33}"/>
              </a:ext>
            </a:extLst>
          </p:cNvPr>
          <p:cNvSpPr>
            <a:spLocks xmlns:a="http://schemas.openxmlformats.org/drawingml/2006/main" noGrp="1"/>
          </p:cNvSpPr>
          <p:nvPr/>
        </p:nvSpPr>
        <p:spPr>
          <a:xfrm xmlns:a="http://schemas.openxmlformats.org/drawingml/2006/main">
            <a:off x="533400" y="4305300"/>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You Are Your Photographs: vendor photo linkage</a:t>
            </a:r>
          </a:p>
        </p:txBody>
      </p:sp>
      <p:sp>
        <p:nvSpPr>
          <p:cNvPr id="61013" name="Reference 3 line 2">
            <a:extLst xmlns:a="http://schemas.openxmlformats.org/drawingml/2006/main">
              <a:ext uri="{FF2B5EF4-FFF2-40B4-BE49-F238E27FC236}">
                <a16:creationId xmlns:a16="http://schemas.microsoft.com/office/drawing/2014/main" id="{EC702E10-0F0B-4FC6-BC3A-9FBFC0C2B14E}"/>
              </a:ext>
            </a:extLst>
          </p:cNvPr>
          <p:cNvSpPr>
            <a:spLocks xmlns:a="http://schemas.openxmlformats.org/drawingml/2006/main" noGrp="1"/>
          </p:cNvSpPr>
          <p:nvPr/>
        </p:nvSpPr>
        <p:spPr>
          <a:xfrm xmlns:a="http://schemas.openxmlformats.org/drawingml/2006/main">
            <a:off x="533400" y="45243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0070C0"/>
                </a:solidFill>
                <a:latin typeface="Arial"/>
                <a:ea typeface="Arial"/>
                <a:cs typeface="Arial"/>
              </a:defRPr>
            </a:pPr>
            <a:r>
              <a:rPr sz="1050" b="0">
                <a:solidFill>
                  <a:srgbClr val="0070C0"/>
                </a:solidFill>
                <a:latin typeface="Arial"/>
                <a:ea typeface="Arial"/>
                <a:cs typeface="Arial"/>
              </a:rPr>
              <a:t>gangw.cs.illinois.edu/asiaccs18.pdf</a:t>
            </a:r>
          </a:p>
        </p:txBody>
      </p:sp>
      <p:sp>
        <p:nvSpPr>
          <p:cNvPr id="61014" name="Reference 4 line 0">
            <a:extLst xmlns:a="http://schemas.openxmlformats.org/drawingml/2006/main">
              <a:ext uri="{FF2B5EF4-FFF2-40B4-BE49-F238E27FC236}">
                <a16:creationId xmlns:a16="http://schemas.microsoft.com/office/drawing/2014/main" id="{B13FD6E6-65D4-4E61-BFBF-05282F74CC49}"/>
              </a:ext>
            </a:extLst>
          </p:cNvPr>
          <p:cNvSpPr>
            <a:spLocks xmlns:a="http://schemas.openxmlformats.org/drawingml/2006/main" noGrp="1"/>
          </p:cNvSpPr>
          <p:nvPr/>
        </p:nvSpPr>
        <p:spPr>
          <a:xfrm xmlns:a="http://schemas.openxmlformats.org/drawingml/2006/main">
            <a:off x="533400" y="47910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350" b="1">
                <a:solidFill>
                  <a:srgbClr val="1F497D"/>
                </a:solidFill>
                <a:latin typeface="Arial"/>
                <a:ea typeface="Arial"/>
                <a:cs typeface="Arial"/>
              </a:defRPr>
            </a:pPr>
            <a:r>
              <a:rPr sz="1350" b="1">
                <a:solidFill>
                  <a:srgbClr val="1F497D"/>
                </a:solidFill>
                <a:latin typeface="Arial"/>
                <a:ea typeface="Arial"/>
                <a:cs typeface="Arial"/>
              </a:rPr>
              <a:t>Cook et al. (1998), Science &amp; Justice</a:t>
            </a:r>
          </a:p>
        </p:txBody>
      </p:sp>
      <p:sp>
        <p:nvSpPr>
          <p:cNvPr id="61015" name="Reference 4 line 1">
            <a:extLst xmlns:a="http://schemas.openxmlformats.org/drawingml/2006/main">
              <a:ext uri="{FF2B5EF4-FFF2-40B4-BE49-F238E27FC236}">
                <a16:creationId xmlns:a16="http://schemas.microsoft.com/office/drawing/2014/main" id="{3408C13F-B597-45EB-87A5-1956BAC6C047}"/>
              </a:ext>
            </a:extLst>
          </p:cNvPr>
          <p:cNvSpPr>
            <a:spLocks xmlns:a="http://schemas.openxmlformats.org/drawingml/2006/main" noGrp="1"/>
          </p:cNvSpPr>
          <p:nvPr/>
        </p:nvSpPr>
        <p:spPr>
          <a:xfrm xmlns:a="http://schemas.openxmlformats.org/drawingml/2006/main">
            <a:off x="533400" y="50577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0">
                <a:solidFill>
                  <a:srgbClr val="171717"/>
                </a:solidFill>
                <a:latin typeface="Arial"/>
                <a:ea typeface="Arial"/>
                <a:cs typeface="Arial"/>
              </a:defRPr>
            </a:pPr>
            <a:r>
              <a:rPr sz="1200" b="0">
                <a:solidFill>
                  <a:srgbClr val="171717"/>
                </a:solidFill>
                <a:latin typeface="Arial"/>
                <a:ea typeface="Arial"/>
                <a:cs typeface="Arial"/>
              </a:rPr>
              <a:t>A hierarchy of propositions</a:t>
            </a:r>
          </a:p>
        </p:txBody>
      </p:sp>
      <p:sp>
        <p:nvSpPr>
          <p:cNvPr id="61016" name="Reference 4 line 2">
            <a:extLst xmlns:a="http://schemas.openxmlformats.org/drawingml/2006/main">
              <a:ext uri="{FF2B5EF4-FFF2-40B4-BE49-F238E27FC236}">
                <a16:creationId xmlns:a16="http://schemas.microsoft.com/office/drawing/2014/main" id="{84943FBF-E04C-4C3C-A0F5-A76D2404B3C0}"/>
              </a:ext>
            </a:extLst>
          </p:cNvPr>
          <p:cNvSpPr>
            <a:spLocks xmlns:a="http://schemas.openxmlformats.org/drawingml/2006/main" noGrp="1"/>
          </p:cNvSpPr>
          <p:nvPr/>
        </p:nvSpPr>
        <p:spPr>
          <a:xfrm xmlns:a="http://schemas.openxmlformats.org/drawingml/2006/main">
            <a:off x="533400" y="5276850"/>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050" b="0">
                <a:solidFill>
                  <a:srgbClr val="0070C0"/>
                </a:solidFill>
                <a:latin typeface="Arial"/>
                <a:ea typeface="Arial"/>
                <a:cs typeface="Arial"/>
              </a:defRPr>
            </a:pPr>
            <a:r>
              <a:rPr sz="1050" b="0">
                <a:solidFill>
                  <a:srgbClr val="0070C0"/>
                </a:solidFill>
                <a:latin typeface="Arial"/>
                <a:ea typeface="Arial"/>
                <a:cs typeface="Arial"/>
              </a:rPr>
              <a:t>doi.org/10.1016/S1355-0306(98)72117-3</a:t>
            </a:r>
          </a:p>
        </p:txBody>
      </p:sp>
      <p:sp>
        <p:nvSpPr>
          <p:cNvPr id="61017" name="Agora reference">
            <a:extLst xmlns:a="http://schemas.openxmlformats.org/drawingml/2006/main">
              <a:ext uri="{FF2B5EF4-FFF2-40B4-BE49-F238E27FC236}">
                <a16:creationId xmlns:a16="http://schemas.microsoft.com/office/drawing/2014/main" id="{0A821FB1-9C19-42C2-86AB-4F2D4FCCF958}"/>
              </a:ext>
            </a:extLst>
          </p:cNvPr>
          <p:cNvSpPr>
            <a:spLocks xmlns:a="http://schemas.openxmlformats.org/drawingml/2006/main" noGrp="1"/>
          </p:cNvSpPr>
          <p:nvPr/>
        </p:nvSpPr>
        <p:spPr>
          <a:xfrm xmlns:a="http://schemas.openxmlformats.org/drawingml/2006/main">
            <a:off x="533400" y="5638800"/>
            <a:ext cx="5181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350" b="1">
                <a:solidFill>
                  <a:srgbClr val="1F497D"/>
                </a:solidFill>
                <a:latin typeface="Arial"/>
                <a:ea typeface="Arial"/>
                <a:cs typeface="Arial"/>
              </a:defRPr>
            </a:pPr>
            <a:r>
              <a:rPr sz="1350" b="1">
                <a:solidFill>
                  <a:srgbClr val="1F497D"/>
                </a:solidFill>
                <a:latin typeface="Arial"/>
                <a:ea typeface="Arial"/>
                <a:cs typeface="Arial"/>
              </a:rPr>
              <a:t>Agora darknet marketplace data 2014–15</a:t>
            </a:r>
          </a:p>
        </p:txBody>
      </p:sp>
      <p:sp>
        <p:nvSpPr>
          <p:cNvPr id="61018" name="Agora reference details">
            <a:extLst xmlns:a="http://schemas.openxmlformats.org/drawingml/2006/main">
              <a:ext uri="{FF2B5EF4-FFF2-40B4-BE49-F238E27FC236}">
                <a16:creationId xmlns:a16="http://schemas.microsoft.com/office/drawing/2014/main" id="{B9209354-16A2-4F3B-B62E-D981A76F0737}"/>
              </a:ext>
            </a:extLst>
          </p:cNvPr>
          <p:cNvSpPr>
            <a:spLocks xmlns:a="http://schemas.openxmlformats.org/drawingml/2006/main" noGrp="1"/>
          </p:cNvSpPr>
          <p:nvPr/>
        </p:nvSpPr>
        <p:spPr>
          <a:xfrm xmlns:a="http://schemas.openxmlformats.org/drawingml/2006/main">
            <a:off x="533400" y="5895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0">
                <a:solidFill>
                  <a:srgbClr val="0070C0"/>
                </a:solidFill>
                <a:latin typeface="Arial"/>
                <a:ea typeface="Arial"/>
                <a:cs typeface="Arial"/>
              </a:defRPr>
            </a:pPr>
            <a:r>
              <a:rPr sz="1200" b="0">
                <a:solidFill>
                  <a:srgbClr val="0070C0"/>
                </a:solidFill>
                <a:latin typeface="Arial"/>
                <a:ea typeface="Arial"/>
                <a:cs typeface="Arial"/>
                <a:hlinkClick r:id="rIdVerifiedSource"/>
              </a:rPr>
              <a:t>Kaggle, philipjames11 · listing text only</a:t>
            </a:r>
          </a:p>
        </p:txBody>
      </p:sp>
      <p:sp>
        <p:nvSpPr>
          <p:cNvPr id="61019" name="Mechanisms heading">
            <a:extLst xmlns:a="http://schemas.openxmlformats.org/drawingml/2006/main">
              <a:ext uri="{FF2B5EF4-FFF2-40B4-BE49-F238E27FC236}">
                <a16:creationId xmlns:a16="http://schemas.microsoft.com/office/drawing/2014/main" id="{8432776B-8D4A-467C-B99B-6A65AE438E6E}"/>
              </a:ext>
            </a:extLst>
          </p:cNvPr>
          <p:cNvSpPr>
            <a:spLocks xmlns:a="http://schemas.openxmlformats.org/drawingml/2006/main" noGrp="1"/>
          </p:cNvSpPr>
          <p:nvPr/>
        </p:nvSpPr>
        <p:spPr>
          <a:xfrm xmlns:a="http://schemas.openxmlformats.org/drawingml/2006/main">
            <a:off x="6191250" y="1343025"/>
            <a:ext cx="5467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rPr>
              <a:t>Technical mechanisms</a:t>
            </a:r>
          </a:p>
        </p:txBody>
      </p:sp>
      <p:sp>
        <p:nvSpPr>
          <p:cNvPr id="61020" name="Mechanism 0">
            <a:extLst xmlns:a="http://schemas.openxmlformats.org/drawingml/2006/main">
              <a:ext uri="{FF2B5EF4-FFF2-40B4-BE49-F238E27FC236}">
                <a16:creationId xmlns:a16="http://schemas.microsoft.com/office/drawing/2014/main" id="{5CCD9D2C-3B6D-4077-8A63-D1A5B4E66648}"/>
              </a:ext>
            </a:extLst>
          </p:cNvPr>
          <p:cNvSpPr>
            <a:spLocks xmlns:a="http://schemas.openxmlformats.org/drawingml/2006/main" noGrp="1"/>
          </p:cNvSpPr>
          <p:nvPr/>
        </p:nvSpPr>
        <p:spPr>
          <a:xfrm xmlns:a="http://schemas.openxmlformats.org/drawingml/2006/main">
            <a:off x="6191250" y="1933575"/>
            <a:ext cx="5467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00" b="1">
                <a:solidFill>
                  <a:srgbClr val="1F497D"/>
                </a:solidFill>
                <a:latin typeface="Arial"/>
                <a:ea typeface="Arial"/>
                <a:cs typeface="Arial"/>
              </a:defRPr>
            </a:pPr>
            <a:r>
              <a:rPr sz="1500" b="1">
                <a:solidFill>
                  <a:srgbClr val="1F497D"/>
                </a:solidFill>
                <a:latin typeface="Arial"/>
                <a:ea typeface="Arial"/>
                <a:cs typeface="Arial"/>
              </a:rPr>
              <a:t>Key proof levels (L0–L3)</a:t>
            </a:r>
          </a:p>
        </p:txBody>
      </p:sp>
      <p:sp>
        <p:nvSpPr>
          <p:cNvPr id="61021" name="Mechanism detail 0">
            <a:extLst xmlns:a="http://schemas.openxmlformats.org/drawingml/2006/main">
              <a:ext uri="{FF2B5EF4-FFF2-40B4-BE49-F238E27FC236}">
                <a16:creationId xmlns:a16="http://schemas.microsoft.com/office/drawing/2014/main" id="{4CC4A9E9-5119-448B-8728-19C1C29BFF2F}"/>
              </a:ext>
            </a:extLst>
          </p:cNvPr>
          <p:cNvSpPr>
            <a:spLocks xmlns:a="http://schemas.openxmlformats.org/drawingml/2006/main" noGrp="1"/>
          </p:cNvSpPr>
          <p:nvPr/>
        </p:nvSpPr>
        <p:spPr>
          <a:xfrm xmlns:a="http://schemas.openxmlformats.org/drawingml/2006/main">
            <a:off x="6191250" y="2228850"/>
            <a:ext cx="5467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0">
                <a:solidFill>
                  <a:srgbClr val="171717"/>
                </a:solidFill>
                <a:latin typeface="Arial"/>
                <a:ea typeface="Arial"/>
                <a:cs typeface="Arial"/>
              </a:defRPr>
            </a:pPr>
            <a:r>
              <a:rPr sz="1275" b="0">
                <a:solidFill>
                  <a:srgbClr val="171717"/>
                </a:solidFill>
                <a:latin typeface="Arial"/>
                <a:ea typeface="Arial"/>
                <a:cs typeface="Arial"/>
              </a:rPr>
              <a:t>Pasted key → valid signature → persona-bound signature → fresh signature on a recent block hash / challenge.</a:t>
            </a:r>
          </a:p>
        </p:txBody>
      </p:sp>
      <p:sp>
        <p:nvSpPr>
          <p:cNvPr id="61022" name="Mechanism 1">
            <a:extLst xmlns:a="http://schemas.openxmlformats.org/drawingml/2006/main">
              <a:ext uri="{FF2B5EF4-FFF2-40B4-BE49-F238E27FC236}">
                <a16:creationId xmlns:a16="http://schemas.microsoft.com/office/drawing/2014/main" id="{A1A52612-3620-42D6-A65B-1B074E352BD2}"/>
              </a:ext>
            </a:extLst>
          </p:cNvPr>
          <p:cNvSpPr>
            <a:spLocks xmlns:a="http://schemas.openxmlformats.org/drawingml/2006/main" noGrp="1"/>
          </p:cNvSpPr>
          <p:nvPr/>
        </p:nvSpPr>
        <p:spPr>
          <a:xfrm xmlns:a="http://schemas.openxmlformats.org/drawingml/2006/main">
            <a:off x="6191250" y="2695575"/>
            <a:ext cx="5467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00" b="1">
                <a:solidFill>
                  <a:srgbClr val="1F497D"/>
                </a:solidFill>
                <a:latin typeface="Arial"/>
                <a:ea typeface="Arial"/>
                <a:cs typeface="Arial"/>
              </a:defRPr>
            </a:pPr>
            <a:r>
              <a:rPr sz="1500" b="1">
                <a:solidFill>
                  <a:srgbClr val="1F497D"/>
                </a:solidFill>
                <a:latin typeface="Arial"/>
                <a:ea typeface="Arial"/>
                <a:cs typeface="Arial"/>
              </a:rPr>
              <a:t>Replay + template-aware matching</a:t>
            </a:r>
          </a:p>
        </p:txBody>
      </p:sp>
      <p:sp>
        <p:nvSpPr>
          <p:cNvPr id="61023" name="Mechanism detail 1">
            <a:extLst xmlns:a="http://schemas.openxmlformats.org/drawingml/2006/main">
              <a:ext uri="{FF2B5EF4-FFF2-40B4-BE49-F238E27FC236}">
                <a16:creationId xmlns:a16="http://schemas.microsoft.com/office/drawing/2014/main" id="{22145BD3-34AF-4D60-8ECD-B9F471D78BCC}"/>
              </a:ext>
            </a:extLst>
          </p:cNvPr>
          <p:cNvSpPr>
            <a:spLocks xmlns:a="http://schemas.openxmlformats.org/drawingml/2006/main" noGrp="1"/>
          </p:cNvSpPr>
          <p:nvPr/>
        </p:nvSpPr>
        <p:spPr>
          <a:xfrm xmlns:a="http://schemas.openxmlformats.org/drawingml/2006/main">
            <a:off x="6191250" y="2990850"/>
            <a:ext cx="5467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0">
                <a:solidFill>
                  <a:srgbClr val="171717"/>
                </a:solidFill>
                <a:latin typeface="Arial"/>
                <a:ea typeface="Arial"/>
                <a:cs typeface="Arial"/>
              </a:defRPr>
            </a:pPr>
            <a:r>
              <a:rPr sz="1275" b="0">
                <a:solidFill>
                  <a:srgbClr val="171717"/>
                </a:solidFill>
                <a:latin typeface="Arial"/>
                <a:ea typeface="Arial"/>
                <a:cs typeface="Arial"/>
              </a:rPr>
              <a:t>Reused proof gets zero weight for a new persona. Remove marketplace boilerplate before comparing writing style.</a:t>
            </a:r>
          </a:p>
        </p:txBody>
      </p:sp>
      <p:sp>
        <p:nvSpPr>
          <p:cNvPr id="61024" name="Mechanism 2">
            <a:extLst xmlns:a="http://schemas.openxmlformats.org/drawingml/2006/main">
              <a:ext uri="{FF2B5EF4-FFF2-40B4-BE49-F238E27FC236}">
                <a16:creationId xmlns:a16="http://schemas.microsoft.com/office/drawing/2014/main" id="{378E851B-8429-449E-88AD-7F4EF04A39BB}"/>
              </a:ext>
            </a:extLst>
          </p:cNvPr>
          <p:cNvSpPr>
            <a:spLocks xmlns:a="http://schemas.openxmlformats.org/drawingml/2006/main" noGrp="1"/>
          </p:cNvSpPr>
          <p:nvPr/>
        </p:nvSpPr>
        <p:spPr>
          <a:xfrm xmlns:a="http://schemas.openxmlformats.org/drawingml/2006/main">
            <a:off x="6191250" y="3457575"/>
            <a:ext cx="5467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00" b="1">
                <a:solidFill>
                  <a:srgbClr val="1F497D"/>
                </a:solidFill>
                <a:latin typeface="Arial"/>
                <a:ea typeface="Arial"/>
                <a:cs typeface="Arial"/>
              </a:defRPr>
            </a:pPr>
            <a:r>
              <a:rPr sz="1500" b="1">
                <a:solidFill>
                  <a:srgbClr val="1F497D"/>
                </a:solidFill>
                <a:latin typeface="Arial"/>
                <a:ea typeface="Arial"/>
                <a:cs typeface="Arial"/>
              </a:rPr>
              <a:t>Evidence quality and trust</a:t>
            </a:r>
          </a:p>
        </p:txBody>
      </p:sp>
      <p:sp>
        <p:nvSpPr>
          <p:cNvPr id="61025" name="Mechanism detail 2">
            <a:extLst xmlns:a="http://schemas.openxmlformats.org/drawingml/2006/main">
              <a:ext uri="{FF2B5EF4-FFF2-40B4-BE49-F238E27FC236}">
                <a16:creationId xmlns:a16="http://schemas.microsoft.com/office/drawing/2014/main" id="{96BF2161-7708-49E0-ACF8-37052D72EC75}"/>
              </a:ext>
            </a:extLst>
          </p:cNvPr>
          <p:cNvSpPr>
            <a:spLocks xmlns:a="http://schemas.openxmlformats.org/drawingml/2006/main" noGrp="1"/>
          </p:cNvSpPr>
          <p:nvPr/>
        </p:nvSpPr>
        <p:spPr>
          <a:xfrm xmlns:a="http://schemas.openxmlformats.org/drawingml/2006/main">
            <a:off x="6191250" y="3752850"/>
            <a:ext cx="5467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0">
                <a:solidFill>
                  <a:srgbClr val="171717"/>
                </a:solidFill>
                <a:latin typeface="Arial"/>
                <a:ea typeface="Arial"/>
                <a:cs typeface="Arial"/>
              </a:defRPr>
            </a:pPr>
            <a:r>
              <a:rPr sz="1275" b="0">
                <a:solidFill>
                  <a:srgbClr val="171717"/>
                </a:solidFill>
                <a:latin typeface="Arial"/>
                <a:ea typeface="Arial"/>
                <a:cs typeface="Arial"/>
              </a:rPr>
              <a:t>Cost to fake plus source grade. Clustered vouches count less.</a:t>
            </a:r>
          </a:p>
        </p:txBody>
      </p:sp>
      <p:sp>
        <p:nvSpPr>
          <p:cNvPr id="61026" name="Mechanism 3">
            <a:extLst xmlns:a="http://schemas.openxmlformats.org/drawingml/2006/main">
              <a:ext uri="{FF2B5EF4-FFF2-40B4-BE49-F238E27FC236}">
                <a16:creationId xmlns:a16="http://schemas.microsoft.com/office/drawing/2014/main" id="{CC5E7FBE-6ECC-4018-84B4-6702896DB05E}"/>
              </a:ext>
            </a:extLst>
          </p:cNvPr>
          <p:cNvSpPr>
            <a:spLocks xmlns:a="http://schemas.openxmlformats.org/drawingml/2006/main" noGrp="1"/>
          </p:cNvSpPr>
          <p:nvPr/>
        </p:nvSpPr>
        <p:spPr>
          <a:xfrm xmlns:a="http://schemas.openxmlformats.org/drawingml/2006/main">
            <a:off x="6191250" y="4219575"/>
            <a:ext cx="5467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00" b="1">
                <a:solidFill>
                  <a:srgbClr val="1F497D"/>
                </a:solidFill>
                <a:latin typeface="Arial"/>
                <a:ea typeface="Arial"/>
                <a:cs typeface="Arial"/>
              </a:defRPr>
            </a:pPr>
            <a:r>
              <a:rPr sz="1500" b="1">
                <a:solidFill>
                  <a:srgbClr val="1F497D"/>
                </a:solidFill>
                <a:latin typeface="Arial"/>
                <a:ea typeface="Arial"/>
                <a:cs typeface="Arial"/>
              </a:rPr>
              <a:t>Tamper-evident dossier</a:t>
            </a:r>
          </a:p>
        </p:txBody>
      </p:sp>
      <p:sp>
        <p:nvSpPr>
          <p:cNvPr id="61027" name="Mechanism detail 3">
            <a:extLst xmlns:a="http://schemas.openxmlformats.org/drawingml/2006/main">
              <a:ext uri="{FF2B5EF4-FFF2-40B4-BE49-F238E27FC236}">
                <a16:creationId xmlns:a16="http://schemas.microsoft.com/office/drawing/2014/main" id="{DD24D0F5-21D7-4B96-A68A-2561A5522D73}"/>
              </a:ext>
            </a:extLst>
          </p:cNvPr>
          <p:cNvSpPr>
            <a:spLocks xmlns:a="http://schemas.openxmlformats.org/drawingml/2006/main" noGrp="1"/>
          </p:cNvSpPr>
          <p:nvPr/>
        </p:nvSpPr>
        <p:spPr>
          <a:xfrm xmlns:a="http://schemas.openxmlformats.org/drawingml/2006/main">
            <a:off x="6191250" y="4514850"/>
            <a:ext cx="5467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0">
                <a:solidFill>
                  <a:srgbClr val="171717"/>
                </a:solidFill>
                <a:latin typeface="Arial"/>
                <a:ea typeface="Arial"/>
                <a:cs typeface="Arial"/>
              </a:defRPr>
            </a:pPr>
            <a:r>
              <a:rPr sz="1275" b="0">
                <a:solidFill>
                  <a:srgbClr val="171717"/>
                </a:solidFill>
                <a:latin typeface="Arial"/>
                <a:ea typeface="Arial"/>
                <a:cs typeface="Arial"/>
              </a:rPr>
              <a:t>Hash snapshots and audit entries. Export claim statuses and source-graded evidence in STIX 2.1 and PDF.</a:t>
            </a:r>
          </a:p>
        </p:txBody>
      </p:sp>
      <p:sp>
        <p:nvSpPr>
          <p:cNvPr id="61028" name="Mechanism 4">
            <a:extLst xmlns:a="http://schemas.openxmlformats.org/drawingml/2006/main">
              <a:ext uri="{FF2B5EF4-FFF2-40B4-BE49-F238E27FC236}">
                <a16:creationId xmlns:a16="http://schemas.microsoft.com/office/drawing/2014/main" id="{B9363064-186E-4D8E-9732-AD60D4DF1D11}"/>
              </a:ext>
            </a:extLst>
          </p:cNvPr>
          <p:cNvSpPr>
            <a:spLocks xmlns:a="http://schemas.openxmlformats.org/drawingml/2006/main" noGrp="1"/>
          </p:cNvSpPr>
          <p:nvPr/>
        </p:nvSpPr>
        <p:spPr>
          <a:xfrm xmlns:a="http://schemas.openxmlformats.org/drawingml/2006/main">
            <a:off x="6191250" y="4981575"/>
            <a:ext cx="5467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500" b="1">
                <a:solidFill>
                  <a:srgbClr val="1F497D"/>
                </a:solidFill>
                <a:latin typeface="Arial"/>
                <a:ea typeface="Arial"/>
                <a:cs typeface="Arial"/>
              </a:defRPr>
            </a:pPr>
            <a:r>
              <a:rPr sz="1500" b="1">
                <a:solidFill>
                  <a:srgbClr val="1F497D"/>
                </a:solidFill>
                <a:latin typeface="Arial"/>
                <a:ea typeface="Arial"/>
                <a:cs typeface="Arial"/>
              </a:rPr>
              <a:t>Adversarial evaluation</a:t>
            </a:r>
          </a:p>
        </p:txBody>
      </p:sp>
      <p:sp>
        <p:nvSpPr>
          <p:cNvPr id="61029" name="Mechanism detail 4">
            <a:extLst xmlns:a="http://schemas.openxmlformats.org/drawingml/2006/main">
              <a:ext uri="{FF2B5EF4-FFF2-40B4-BE49-F238E27FC236}">
                <a16:creationId xmlns:a16="http://schemas.microsoft.com/office/drawing/2014/main" id="{5DB157BC-0B43-462B-A81A-CF6CA9358008}"/>
              </a:ext>
            </a:extLst>
          </p:cNvPr>
          <p:cNvSpPr>
            <a:spLocks xmlns:a="http://schemas.openxmlformats.org/drawingml/2006/main" noGrp="1"/>
          </p:cNvSpPr>
          <p:nvPr/>
        </p:nvSpPr>
        <p:spPr>
          <a:xfrm xmlns:a="http://schemas.openxmlformats.org/drawingml/2006/main">
            <a:off x="6191250" y="5276850"/>
            <a:ext cx="5467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75" b="0">
                <a:solidFill>
                  <a:srgbClr val="171717"/>
                </a:solidFill>
                <a:latin typeface="Arial"/>
                <a:ea typeface="Arial"/>
                <a:cs typeface="Arial"/>
              </a:defRPr>
            </a:pPr>
            <a:r>
              <a:rPr sz="1275" b="0">
                <a:solidFill>
                  <a:srgbClr val="171717"/>
                </a:solidFill>
                <a:latin typeface="Arial"/>
                <a:ea typeface="Arial"/>
                <a:cs typeface="Arial"/>
              </a:rPr>
              <a:t>Benchmark: copied keys, replay, clones, takeovers, account sales. Prototype adds wallet ladder and sock-puppet vouch rings.</a:t>
            </a:r>
          </a:p>
        </p:txBody>
      </p:sp>
      <p:sp>
        <p:nvSpPr>
          <p:cNvPr id="61030" name="Contribution">
            <a:extLst xmlns:a="http://schemas.openxmlformats.org/drawingml/2006/main">
              <a:ext uri="{FF2B5EF4-FFF2-40B4-BE49-F238E27FC236}">
                <a16:creationId xmlns:a16="http://schemas.microsoft.com/office/drawing/2014/main" id="{056280D1-8E50-43F7-96C2-F9D3B05AC28B}"/>
              </a:ext>
            </a:extLst>
          </p:cNvPr>
          <p:cNvSpPr>
            <a:spLocks xmlns:a="http://schemas.openxmlformats.org/drawingml/2006/main" noGrp="1"/>
          </p:cNvSpPr>
          <p:nvPr/>
        </p:nvSpPr>
        <p:spPr>
          <a:xfrm xmlns:a="http://schemas.openxmlformats.org/drawingml/2006/main">
            <a:off x="6191250" y="5905500"/>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rIns="0" tIns="0" bIns="0">
            <a:noAutofit/>
          </a:bodyPr>
          <a:lstStyle xmlns:a="http://schemas.openxmlformats.org/drawingml/2006/main"/>
          <a:p xmlns:a="http://schemas.openxmlformats.org/drawingml/2006/main">
            <a:pPr>
              <a:defRPr sz="1200" b="1">
                <a:solidFill>
                  <a:srgbClr val="1F497D"/>
                </a:solidFill>
                <a:latin typeface="Arial"/>
                <a:ea typeface="Arial"/>
                <a:cs typeface="Arial"/>
              </a:defRPr>
            </a:pPr>
            <a:r>
              <a:rPr sz="1200" b="1">
                <a:solidFill>
                  <a:srgbClr val="1F497D"/>
                </a:solidFill>
                <a:latin typeface="Arial"/>
                <a:ea typeface="Arial"/>
                <a:cs typeface="Arial"/>
              </a:rPr>
              <a:t>Established forensic and cryptographic methods in one claim-by-claim attribution workflow.</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Presentation">
  <a:themeElements>
    <a:clrScheme name="Presentation 1">
      <a:dk1>
        <a:srgbClr val="000000"/>
      </a:dk1>
      <a:lt1>
        <a:srgbClr val="FFFFFF"/>
      </a:lt1>
      <a:dk2>
        <a:srgbClr val="EEECE1"/>
      </a:dk2>
      <a:lt2>
        <a:srgbClr val="1F497D"/>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esentatio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prstTxWarp prst="textNoShape">
          <a:avLst/>
        </a:prstTxWarp>
        <a:noAutofit/>
      </a:bodyPr>
      <a:lstStyle>
        <a:defPPr>
          <a:defRPr/>
        </a:defPPr>
      </a:lstStyle>
      <a:style>
        <a:lnRef idx="0">
          <a:schemeClr val="accent1"/>
        </a:lnRef>
        <a:fillRef idx="0">
          <a:schemeClr val="accent1"/>
        </a:fillRef>
        <a:effectRef idx="0">
          <a:schemeClr val="accent1"/>
        </a:effectRef>
        <a:fontRef idx="minor">
          <a:schemeClr val="lt1"/>
        </a:fontRef>
      </a:style>
    </a:spDef>
  </a:objectDefaults>
  <a:extraClrSchemeLst>
    <a:extraClrScheme>
      <a:clrScheme name="Presentation 1">
        <a:dk1>
          <a:srgbClr val="000000"/>
        </a:dk1>
        <a:lt1>
          <a:srgbClr val="FFFFFF"/>
        </a:lt1>
        <a:dk2>
          <a:srgbClr val="EEECE1"/>
        </a:dk2>
        <a:lt2>
          <a:srgbClr val="1F497D"/>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Presentation">
  <a:themeElements>
    <a:clrScheme name="Presentation 1">
      <a:dk1>
        <a:srgbClr val="000000"/>
      </a:dk1>
      <a:lt1>
        <a:srgbClr val="FFFFFF"/>
      </a:lt1>
      <a:dk2>
        <a:srgbClr val="EEECE1"/>
      </a:dk2>
      <a:lt2>
        <a:srgbClr val="1F497D"/>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esentatio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prstTxWarp prst="textNoShape">
          <a:avLst/>
        </a:prstTxWarp>
        <a:noAutofit/>
      </a:bodyPr>
      <a:lstStyle>
        <a:defPPr>
          <a:defRPr/>
        </a:defPPr>
      </a:lstStyle>
      <a:style>
        <a:lnRef idx="0">
          <a:schemeClr val="accent1"/>
        </a:lnRef>
        <a:fillRef idx="0">
          <a:schemeClr val="accent1"/>
        </a:fillRef>
        <a:effectRef idx="0">
          <a:schemeClr val="accent1"/>
        </a:effectRef>
        <a:fontRef idx="minor">
          <a:schemeClr val="lt1"/>
        </a:fontRef>
      </a:style>
    </a:spDef>
  </a:objectDefaults>
  <a:extraClrSchemeLst>
    <a:extraClrScheme>
      <a:clrScheme name="Presentation 1">
        <a:dk1>
          <a:srgbClr val="000000"/>
        </a:dk1>
        <a:lt1>
          <a:srgbClr val="FFFFFF"/>
        </a:lt1>
        <a:dk2>
          <a:srgbClr val="EEECE1"/>
        </a:dk2>
        <a:lt2>
          <a:srgbClr val="1F497D"/>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Lst>
</a:theme>
</file>

<file path=ppt/theme/themeOverride1.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6.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n7sah</cp:lastModifiedBy>
  <cp:revision>0</cp:revision>
  <dcterms:created xsi:type="dcterms:W3CDTF">2026-09-29T00:40:11Z</dcterms:created>
  <dcterms:modified xsi:type="dcterms:W3CDTF">2026-09-28T19:26:12Z</dcterms:modified>
</cp:coreProperties>
</file>